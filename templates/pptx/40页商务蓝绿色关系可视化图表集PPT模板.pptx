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5.1-->
<!--Generated by Spire.Presentation for .NET 10.1.1.0-->
<p:presentation xmlns:r="http://schemas.openxmlformats.org/officeDocument/2006/relationships" xmlns:a="http://schemas.openxmlformats.org/drawingml/2006/main" xmlns:p="http://schemas.openxmlformats.org/presentationml/2006/main">
  <p:sldMasterIdLst>
    <p:sldMasterId r:id="rId1" id="2147483648"/>
    <p:sldMasterId r:id="rId2" id="2147483685"/>
    <p:sldMasterId r:id="rId3" id="2147483713"/>
    <p:sldMasterId r:id="rId4" id="2147483725"/>
  </p:sldMasterIdLst>
  <p:notesMasterIdLst>
    <p:notesMasterId r:id="rId5"/>
  </p:notesMasterIdLst>
  <p:sldIdLst>
    <p:sldId r:id="rId6" id="262"/>
    <p:sldId r:id="rId7" id="265"/>
    <p:sldId r:id="rId8" id="268"/>
    <p:sldId r:id="rId9" id="272"/>
    <p:sldId r:id="rId10" id="277"/>
    <p:sldId r:id="rId11" id="281"/>
    <p:sldId r:id="rId12" id="285"/>
    <p:sldId r:id="rId13" id="289"/>
    <p:sldId r:id="rId14" id="293"/>
    <p:sldId r:id="rId15" id="297"/>
    <p:sldId r:id="rId16" id="300"/>
    <p:sldId r:id="rId17" id="303"/>
    <p:sldId r:id="rId18" id="307"/>
    <p:sldId r:id="rId19" id="311"/>
    <p:sldId r:id="rId20" id="315"/>
    <p:sldId r:id="rId21" id="320"/>
    <p:sldId r:id="rId22" id="324"/>
    <p:sldId r:id="rId23" id="327"/>
    <p:sldId r:id="rId24" id="330"/>
    <p:sldId r:id="rId25" id="333"/>
    <p:sldId r:id="rId26" id="337"/>
    <p:sldId r:id="rId27" id="341"/>
    <p:sldId r:id="rId28" id="344"/>
    <p:sldId r:id="rId29" id="348"/>
    <p:sldId r:id="rId30" id="352"/>
    <p:sldId r:id="rId31" id="355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slideMaster" Target="slideMasters/slideMaster3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tags" Target="tags/tag376.xml" /><Relationship Id="rId33" Type="http://schemas.openxmlformats.org/officeDocument/2006/relationships/presProps" Target="presProps.xml" /><Relationship Id="rId34" Type="http://schemas.openxmlformats.org/officeDocument/2006/relationships/viewProps" Target="viewProps.xml" /><Relationship Id="rId35" Type="http://schemas.openxmlformats.org/officeDocument/2006/relationships/theme" Target="theme/theme3.xml" /><Relationship Id="rId36" Type="http://schemas.openxmlformats.org/officeDocument/2006/relationships/tableStyles" Target="tableStyles.xml" /><Relationship Id="rId4" Type="http://schemas.openxmlformats.org/officeDocument/2006/relationships/slideMaster" Target="slideMasters/slideMaster4.xml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2" y="1"/>
            <a:ext cx="3076575" cy="512763"/>
          </a:xfrm>
          <a:prstGeom prst="rect"/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06.xml" /><Relationship Id="rId10" Type="http://schemas.openxmlformats.org/officeDocument/2006/relationships/tags" Target="../tags/tag314.xml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1.png" /><Relationship Id="rId3" Type="http://schemas.openxmlformats.org/officeDocument/2006/relationships/tags" Target="../tags/tag164.xml" /><Relationship Id="rId4" Type="http://schemas.openxmlformats.org/officeDocument/2006/relationships/tags" Target="../tags/tag159.xml" /><Relationship Id="rId5" Type="http://schemas.openxmlformats.org/officeDocument/2006/relationships/tags" Target="../tags/tag80.xml" /><Relationship Id="rId6" Type="http://schemas.openxmlformats.org/officeDocument/2006/relationships/tags" Target="../tags/tag339.xml" /><Relationship Id="rId7" Type="http://schemas.openxmlformats.org/officeDocument/2006/relationships/tags" Target="../tags/tag237.xml" /><Relationship Id="rId8" Type="http://schemas.openxmlformats.org/officeDocument/2006/relationships/tags" Target="../tags/tag246.xml" /><Relationship Id="rId9" Type="http://schemas.openxmlformats.org/officeDocument/2006/relationships/tags" Target="../tags/tag178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71.xml" /><Relationship Id="rId2" Type="http://schemas.openxmlformats.org/officeDocument/2006/relationships/tags" Target="../tags/tag266.xml" /><Relationship Id="rId3" Type="http://schemas.openxmlformats.org/officeDocument/2006/relationships/tags" Target="../tags/tag57.xml" /><Relationship Id="rId4" Type="http://schemas.openxmlformats.org/officeDocument/2006/relationships/tags" Target="../tags/tag74.xml" /><Relationship Id="rId5" Type="http://schemas.openxmlformats.org/officeDocument/2006/relationships/tags" Target="../tags/tag177.xm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tags" Target="../tags/tag127.xml" /><Relationship Id="rId3" Type="http://schemas.openxmlformats.org/officeDocument/2006/relationships/tags" Target="../tags/tag359.xml" /><Relationship Id="rId4" Type="http://schemas.openxmlformats.org/officeDocument/2006/relationships/tags" Target="../tags/tag108.xml" /><Relationship Id="rId5" Type="http://schemas.openxmlformats.org/officeDocument/2006/relationships/tags" Target="../tags/tag308.xml" /><Relationship Id="rId6" Type="http://schemas.openxmlformats.org/officeDocument/2006/relationships/tags" Target="../tags/tag292.xml" /><Relationship Id="rId7" Type="http://schemas.openxmlformats.org/officeDocument/2006/relationships/tags" Target="../tags/tag88.xml" /><Relationship Id="rId8" Type="http://schemas.openxmlformats.org/officeDocument/2006/relationships/tags" Target="../tags/tag199.xml" /><Relationship Id="rId9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1.xml" /><Relationship Id="rId10" Type="http://schemas.openxmlformats.org/officeDocument/2006/relationships/tags" Target="../tags/tag342.xml" /><Relationship Id="rId11" Type="http://schemas.openxmlformats.org/officeDocument/2006/relationships/slideMaster" Target="../slideMasters/slideMaster2.xml" /><Relationship Id="rId2" Type="http://schemas.openxmlformats.org/officeDocument/2006/relationships/tags" Target="../tags/tag101.xml" /><Relationship Id="rId3" Type="http://schemas.openxmlformats.org/officeDocument/2006/relationships/tags" Target="../tags/tag358.xml" /><Relationship Id="rId4" Type="http://schemas.openxmlformats.org/officeDocument/2006/relationships/tags" Target="../tags/tag144.xml" /><Relationship Id="rId5" Type="http://schemas.openxmlformats.org/officeDocument/2006/relationships/tags" Target="../tags/tag172.xml" /><Relationship Id="rId6" Type="http://schemas.openxmlformats.org/officeDocument/2006/relationships/tags" Target="../tags/tag365.xml" /><Relationship Id="rId7" Type="http://schemas.openxmlformats.org/officeDocument/2006/relationships/tags" Target="../tags/tag325.xml" /><Relationship Id="rId8" Type="http://schemas.openxmlformats.org/officeDocument/2006/relationships/image" Target="../media/image3.png" /><Relationship Id="rId9" Type="http://schemas.openxmlformats.org/officeDocument/2006/relationships/tags" Target="../tags/tag7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83.xml" /><Relationship Id="rId2" Type="http://schemas.openxmlformats.org/officeDocument/2006/relationships/tags" Target="../tags/tag60.xml" /><Relationship Id="rId3" Type="http://schemas.openxmlformats.org/officeDocument/2006/relationships/tags" Target="../tags/tag317.xml" /><Relationship Id="rId4" Type="http://schemas.openxmlformats.org/officeDocument/2006/relationships/tags" Target="../tags/tag284.xml" /><Relationship Id="rId5" Type="http://schemas.openxmlformats.org/officeDocument/2006/relationships/tags" Target="../tags/tag147.xml" /><Relationship Id="rId6" Type="http://schemas.openxmlformats.org/officeDocument/2006/relationships/tags" Target="../tags/tag149.xml" /><Relationship Id="rId7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8.xml" /><Relationship Id="rId2" Type="http://schemas.openxmlformats.org/officeDocument/2006/relationships/tags" Target="../tags/tag322.xml" /><Relationship Id="rId3" Type="http://schemas.openxmlformats.org/officeDocument/2006/relationships/tags" Target="../tags/tag41.xml" /><Relationship Id="rId4" Type="http://schemas.openxmlformats.org/officeDocument/2006/relationships/tags" Target="../tags/tag331.xml" /><Relationship Id="rId5" Type="http://schemas.openxmlformats.org/officeDocument/2006/relationships/tags" Target="../tags/tag100.xml" /><Relationship Id="rId6" Type="http://schemas.openxmlformats.org/officeDocument/2006/relationships/tags" Target="../tags/tag244.xml" /><Relationship Id="rId7" Type="http://schemas.openxmlformats.org/officeDocument/2006/relationships/tags" Target="../tags/tag68.xml" /><Relationship Id="rId8" Type="http://schemas.openxmlformats.org/officeDocument/2006/relationships/tags" Target="../tags/tag37.xml" /><Relationship Id="rId9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71.xml" /><Relationship Id="rId2" Type="http://schemas.openxmlformats.org/officeDocument/2006/relationships/tags" Target="../tags/tag55.xml" /><Relationship Id="rId3" Type="http://schemas.openxmlformats.org/officeDocument/2006/relationships/tags" Target="../tags/tag146.xml" /><Relationship Id="rId4" Type="http://schemas.openxmlformats.org/officeDocument/2006/relationships/tags" Target="../tags/tag235.xml" /><Relationship Id="rId5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24.xml" /><Relationship Id="rId2" Type="http://schemas.openxmlformats.org/officeDocument/2006/relationships/tags" Target="../tags/tag360.xml" /><Relationship Id="rId3" Type="http://schemas.openxmlformats.org/officeDocument/2006/relationships/tags" Target="../tags/tag38.xml" /><Relationship Id="rId4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4.xml" /><Relationship Id="rId2" Type="http://schemas.openxmlformats.org/officeDocument/2006/relationships/tags" Target="../tags/tag152.xml" /><Relationship Id="rId3" Type="http://schemas.openxmlformats.org/officeDocument/2006/relationships/tags" Target="../tags/tag377.xml" /><Relationship Id="rId4" Type="http://schemas.openxmlformats.org/officeDocument/2006/relationships/tags" Target="../tags/tag201.xml" /><Relationship Id="rId5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9.xml" /><Relationship Id="rId2" Type="http://schemas.openxmlformats.org/officeDocument/2006/relationships/tags" Target="../tags/tag186.xml" /><Relationship Id="rId3" Type="http://schemas.openxmlformats.org/officeDocument/2006/relationships/tags" Target="../tags/tag195.xml" /><Relationship Id="rId4" Type="http://schemas.openxmlformats.org/officeDocument/2006/relationships/tags" Target="../tags/tag264.xml" /><Relationship Id="rId5" Type="http://schemas.openxmlformats.org/officeDocument/2006/relationships/tags" Target="../tags/tag233.xml" /><Relationship Id="rId6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10" Type="http://schemas.openxmlformats.org/officeDocument/2006/relationships/tags" Target="../tags/tag228.xml" /><Relationship Id="rId11" Type="http://schemas.openxmlformats.org/officeDocument/2006/relationships/tags" Target="../tags/tag61.xml" /><Relationship Id="rId12" Type="http://schemas.openxmlformats.org/officeDocument/2006/relationships/tags" Target="../tags/tag53.xml" /><Relationship Id="rId13" Type="http://schemas.openxmlformats.org/officeDocument/2006/relationships/slideMaster" Target="../slideMasters/slideMaster2.xml" /><Relationship Id="rId2" Type="http://schemas.openxmlformats.org/officeDocument/2006/relationships/tags" Target="../tags/tag165.xml" /><Relationship Id="rId3" Type="http://schemas.openxmlformats.org/officeDocument/2006/relationships/tags" Target="../tags/tag42.xml" /><Relationship Id="rId4" Type="http://schemas.openxmlformats.org/officeDocument/2006/relationships/tags" Target="../tags/tag372.xml" /><Relationship Id="rId5" Type="http://schemas.openxmlformats.org/officeDocument/2006/relationships/tags" Target="../tags/tag154.xml" /><Relationship Id="rId6" Type="http://schemas.openxmlformats.org/officeDocument/2006/relationships/tags" Target="../tags/tag138.xml" /><Relationship Id="rId7" Type="http://schemas.openxmlformats.org/officeDocument/2006/relationships/tags" Target="../tags/tag24.xml" /><Relationship Id="rId8" Type="http://schemas.openxmlformats.org/officeDocument/2006/relationships/tags" Target="../tags/tag163.xml" /><Relationship Id="rId9" Type="http://schemas.openxmlformats.org/officeDocument/2006/relationships/tags" Target="../tags/tag35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03.xml" /><Relationship Id="rId2" Type="http://schemas.openxmlformats.org/officeDocument/2006/relationships/tags" Target="../tags/tag35.xml" /><Relationship Id="rId3" Type="http://schemas.openxmlformats.org/officeDocument/2006/relationships/tags" Target="../tags/tag263.xml" /><Relationship Id="rId4" Type="http://schemas.openxmlformats.org/officeDocument/2006/relationships/tags" Target="../tags/tag11.xml" /><Relationship Id="rId5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48.xml" /><Relationship Id="rId2" Type="http://schemas.openxmlformats.org/officeDocument/2006/relationships/tags" Target="../tags/tag36.xml" /><Relationship Id="rId3" Type="http://schemas.openxmlformats.org/officeDocument/2006/relationships/tags" Target="../tags/tag332.xml" /><Relationship Id="rId4" Type="http://schemas.openxmlformats.org/officeDocument/2006/relationships/tags" Target="../tags/tag132.xml" /><Relationship Id="rId5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1" smtClean="0"/>
              <a:t>单击此处编辑母版副标题样式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598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1" smtClean="0"/>
              <a:t>单击此处编辑母版文本样式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19" name="Content Placeholder 2"/>
          <p:cNvSpPr>
            <a:spLocks noGrp="1"/>
          </p:cNvSpPr>
          <p:nvPr>
            <p:ph type="obj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20" name="Content Placeholder 3"/>
          <p:cNvSpPr>
            <a:spLocks noGrp="1"/>
          </p:cNvSpPr>
          <p:nvPr>
            <p:ph type="obj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 dirty="1" smtClean="0"/>
              <a:t>单击此处编辑母版文本样式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type="obj"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 dirty="1" smtClean="0"/>
              <a:t>单击此处编辑母版文本样式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36" name="Content Placeholder 2"/>
          <p:cNvSpPr>
            <a:spLocks noGrp="1"/>
          </p:cNvSpPr>
          <p:nvPr>
            <p:ph type="obj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1" smtClean="0"/>
              <a:t>单击此处编辑母版文本样式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1" smtClean="0"/>
              <a:t>单击图标添加图片</a:t>
            </a:r>
            <a:endParaRPr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1" smtClean="0"/>
              <a:t>单击此处编辑母版文本样式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垂直排列标题与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标题幻灯片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任意多边形: 形状 18"/>
          <p:cNvSpPr/>
          <p:nvPr userDrawn="1">
            <p:custDataLst>
              <p:tags r:id="rId1"/>
            </p:custDataLst>
          </p:nvPr>
        </p:nvSpPr>
        <p:spPr>
          <a:xfrm>
            <a:off x="5960046" y="-19054"/>
            <a:ext cx="3204600" cy="6875254"/>
          </a:xfrm>
          <a:custGeom>
            <a:gdLst>
              <a:gd name="connsiteX0" fmla="*/ 1105000 w 3204600"/>
              <a:gd name="connsiteY0" fmla="*/ 5113594 h 6875254"/>
              <a:gd name="connsiteX1" fmla="*/ 1222201 w 3204600"/>
              <a:gd name="connsiteY1" fmla="*/ 5162140 h 6875254"/>
              <a:gd name="connsiteX2" fmla="*/ 2161454 w 3204600"/>
              <a:gd name="connsiteY2" fmla="*/ 6101393 h 6875254"/>
              <a:gd name="connsiteX3" fmla="*/ 2161454 w 3204600"/>
              <a:gd name="connsiteY3" fmla="*/ 6335795 h 6875254"/>
              <a:gd name="connsiteX4" fmla="*/ 1621994 w 3204600"/>
              <a:gd name="connsiteY4" fmla="*/ 6875254 h 6875254"/>
              <a:gd name="connsiteX5" fmla="*/ 588007 w 3204600"/>
              <a:gd name="connsiteY5" fmla="*/ 6875254 h 6875254"/>
              <a:gd name="connsiteX6" fmla="*/ 48547 w 3204600"/>
              <a:gd name="connsiteY6" fmla="*/ 6335795 h 6875254"/>
              <a:gd name="connsiteX7" fmla="*/ 48547 w 3204600"/>
              <a:gd name="connsiteY7" fmla="*/ 6101393 h 6875254"/>
              <a:gd name="connsiteX8" fmla="*/ 987800 w 3204600"/>
              <a:gd name="connsiteY8" fmla="*/ 5162140 h 6875254"/>
              <a:gd name="connsiteX9" fmla="*/ 1105000 w 3204600"/>
              <a:gd name="connsiteY9" fmla="*/ 5113594 h 6875254"/>
              <a:gd name="connsiteX10" fmla="*/ 2204460 w 3204600"/>
              <a:gd name="connsiteY10" fmla="*/ 0 h 6875254"/>
              <a:gd name="connsiteX11" fmla="*/ 3204600 w 3204600"/>
              <a:gd name="connsiteY11" fmla="*/ 0 h 6875254"/>
              <a:gd name="connsiteX12" fmla="*/ 2821731 w 3204600"/>
              <a:gd name="connsiteY12" fmla="*/ 382870 h 6875254"/>
              <a:gd name="connsiteX13" fmla="*/ 2587329 w 3204600"/>
              <a:gd name="connsiteY13" fmla="*/ 382870 h 68752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04600" h="6875254">
                <a:moveTo>
                  <a:pt x="1105000" y="5113594"/>
                </a:moveTo>
                <a:cubicBezTo>
                  <a:pt x="1147418" y="5113594"/>
                  <a:pt x="1189837" y="5129776"/>
                  <a:pt x="1222201" y="5162140"/>
                </a:cubicBezTo>
                <a:lnTo>
                  <a:pt x="2161454" y="6101393"/>
                </a:lnTo>
                <a:cubicBezTo>
                  <a:pt x="2226183" y="6166122"/>
                  <a:pt x="2226183" y="6271066"/>
                  <a:pt x="2161454" y="6335795"/>
                </a:cubicBezTo>
                <a:lnTo>
                  <a:pt x="1621994" y="6875254"/>
                </a:lnTo>
                <a:lnTo>
                  <a:pt x="588007" y="6875254"/>
                </a:lnTo>
                <a:lnTo>
                  <a:pt x="48547" y="6335795"/>
                </a:lnTo>
                <a:cubicBezTo>
                  <a:pt x="-16182" y="6271066"/>
                  <a:pt x="-16182" y="6166122"/>
                  <a:pt x="48547" y="6101393"/>
                </a:cubicBezTo>
                <a:lnTo>
                  <a:pt x="987800" y="5162140"/>
                </a:lnTo>
                <a:cubicBezTo>
                  <a:pt x="1020164" y="5129776"/>
                  <a:pt x="1062582" y="5113594"/>
                  <a:pt x="1105000" y="5113594"/>
                </a:cubicBezTo>
                <a:close/>
                <a:moveTo>
                  <a:pt x="2204460" y="0"/>
                </a:moveTo>
                <a:lnTo>
                  <a:pt x="3204600" y="0"/>
                </a:lnTo>
                <a:lnTo>
                  <a:pt x="2821731" y="382870"/>
                </a:lnTo>
                <a:cubicBezTo>
                  <a:pt x="2757002" y="447598"/>
                  <a:pt x="2652058" y="447598"/>
                  <a:pt x="2587329" y="3828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97153" name="图片 13" descr="C:\Users\Administrator\Desktop\画板 1.png画板 1"/>
          <p:cNvPicPr/>
          <p:nvPr userDrawn="1">
            <p:custDataLst>
              <p:tags r:id="rId3"/>
            </p:custDataLst>
          </p:nvPr>
        </p:nvPicPr>
        <p:blipFill>
          <a:blip xmlns:r="http://schemas.openxmlformats.org/officeDocument/2006/relationships" r:embed="rId2"/>
          <a:srcRect b="301"/>
          <a:stretch>
            <a:fillRect/>
          </a:stretch>
        </p:blipFill>
        <p:spPr>
          <a:xfrm>
            <a:off x="6022524" y="1801"/>
            <a:ext cx="6168806" cy="6833767"/>
          </a:xfrm>
          <a:custGeom>
            <a:gdLst>
              <a:gd name="connsiteX0" fmla="*/ 3092421 w 6168806"/>
              <a:gd name="connsiteY0" fmla="*/ 0 h 6833767"/>
              <a:gd name="connsiteX1" fmla="*/ 6168806 w 6168806"/>
              <a:gd name="connsiteY1" fmla="*/ 0 h 6833767"/>
              <a:gd name="connsiteX2" fmla="*/ 6168806 w 6168806"/>
              <a:gd name="connsiteY2" fmla="*/ 6833767 h 6833767"/>
              <a:gd name="connsiteX3" fmla="*/ 3149842 w 6168806"/>
              <a:gd name="connsiteY3" fmla="*/ 6833767 h 6833767"/>
              <a:gd name="connsiteX4" fmla="*/ 0 w 6168806"/>
              <a:gd name="connsiteY4" fmla="*/ 3683924 h 6833767"/>
              <a:gd name="connsiteX5" fmla="*/ 0 w 6168806"/>
              <a:gd name="connsiteY5" fmla="*/ 3092422 h 683376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8806" h="6833766">
                <a:moveTo>
                  <a:pt x="3092421" y="0"/>
                </a:moveTo>
                <a:lnTo>
                  <a:pt x="6168806" y="0"/>
                </a:lnTo>
                <a:lnTo>
                  <a:pt x="6168806" y="6833767"/>
                </a:lnTo>
                <a:lnTo>
                  <a:pt x="3149842" y="6833767"/>
                </a:lnTo>
                <a:lnTo>
                  <a:pt x="0" y="3683924"/>
                </a:lnTo>
                <a:lnTo>
                  <a:pt x="0" y="3092422"/>
                </a:lnTo>
                <a:close/>
              </a:path>
            </a:pathLst>
          </a:custGeom>
        </p:spPr>
      </p:pic>
      <p:sp>
        <p:nvSpPr>
          <p:cNvPr id="1048678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997584" y="2288040"/>
            <a:ext cx="5199177" cy="2406650"/>
          </a:xfrm>
        </p:spPr>
        <p:txBody>
          <a:bodyPr vert="horz" wrap="square" lIns="0" tIns="38100" rIns="76200" bIns="381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7200" i="0" u="none" strike="noStrike" kern="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fontAlgn="auto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i="0" dirty="1"/>
              <a:t>单击编辑母版标题</a:t>
            </a:r>
          </a:p>
        </p:txBody>
      </p:sp>
      <p:sp>
        <p:nvSpPr>
          <p:cNvPr id="1048680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997584" y="4798195"/>
            <a:ext cx="5199177" cy="1244534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1800" b="0" i="0" u="none" strike="noStrike" kern="0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marL="57150" marR="0" lvl="0" indent="-285750" fontAlgn="auto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b="0" i="0" dirty="1"/>
              <a:t>单击此处编辑副标题</a:t>
            </a:r>
          </a:p>
        </p:txBody>
      </p:sp>
      <p:sp>
        <p:nvSpPr>
          <p:cNvPr id="1048682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84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104868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88" name="年号占位符 8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997584" y="317501"/>
            <a:ext cx="5199177" cy="1912120"/>
          </a:xfrm>
          <a:ln>
            <a:noFill/>
          </a:ln>
        </p:spPr>
        <p:txBody>
          <a:bodyPr vert="horz" wrap="square" lIns="101600" tIns="0" rIns="82550" bIns="0" rtlCol="0"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4800" b="1" i="0" u="none" strike="noStrike" kern="0" cap="none" spc="0" normalizeH="0" baseline="0">
                <a:ln w="2381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ea typeface="+mn-ea"/>
                <a:cs typeface="+mj-cs"/>
              </a:defRPr>
            </a:lvl1pPr>
          </a:lstStyle>
          <a:p>
            <a:pPr marL="457200" marR="0" lvl="0" indent="-685800" fontAlgn="auto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b="1" i="0" dirty="1"/>
              <a:t>年号</a:t>
            </a:r>
          </a:p>
        </p:txBody>
      </p:sp>
      <p:sp>
        <p:nvSpPr>
          <p:cNvPr id="1048690" name="任意多边形: 形状 22"/>
          <p:cNvSpPr/>
          <p:nvPr userDrawn="1">
            <p:custDataLst>
              <p:tags r:id="rId10"/>
            </p:custDataLst>
          </p:nvPr>
        </p:nvSpPr>
        <p:spPr>
          <a:xfrm rot="2700000">
            <a:off x="10769192" y="1996545"/>
            <a:ext cx="2844279" cy="2844278"/>
          </a:xfrm>
          <a:custGeom>
            <a:gdLst>
              <a:gd name="connsiteX0" fmla="*/ 0 w 2844279"/>
              <a:gd name="connsiteY0" fmla="*/ 0 h 2844278"/>
              <a:gd name="connsiteX1" fmla="*/ 2844279 w 2844279"/>
              <a:gd name="connsiteY1" fmla="*/ 2844278 h 2844278"/>
              <a:gd name="connsiteX2" fmla="*/ 405251 w 2844279"/>
              <a:gd name="connsiteY2" fmla="*/ 2844278 h 2844278"/>
              <a:gd name="connsiteX3" fmla="*/ 0 w 2844279"/>
              <a:gd name="connsiteY3" fmla="*/ 2439027 h 284427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279" h="2844278">
                <a:moveTo>
                  <a:pt x="0" y="0"/>
                </a:moveTo>
                <a:lnTo>
                  <a:pt x="2844279" y="2844278"/>
                </a:lnTo>
                <a:lnTo>
                  <a:pt x="405251" y="2844278"/>
                </a:lnTo>
                <a:cubicBezTo>
                  <a:pt x="181437" y="2844278"/>
                  <a:pt x="0" y="2662841"/>
                  <a:pt x="0" y="2439027"/>
                </a:cubicBezTo>
                <a:close/>
              </a:path>
            </a:pathLst>
          </a:cu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694" name="内容占位符 2"/>
          <p:cNvSpPr>
            <a:spLocks noGrp="1"/>
          </p:cNvSpPr>
          <p:nvPr>
            <p:ph type="obj"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/>
              <a:t>第二级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696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9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0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目录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9" descr="C:\Users\Administrator\Desktop\画板 5.png画板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xmlns:r="http://schemas.openxmlformats.org/officeDocument/2006/relationships" r:embed="rId1"/>
          <a:srcRect t="2341"/>
          <a:stretch>
            <a:fillRect/>
          </a:stretch>
        </p:blipFill>
        <p:spPr>
          <a:xfrm>
            <a:off x="7303341" y="0"/>
            <a:ext cx="4888659" cy="6858000"/>
          </a:xfrm>
          <a:prstGeom prst="rect"/>
        </p:spPr>
      </p:pic>
      <p:sp>
        <p:nvSpPr>
          <p:cNvPr id="1048702" name="矩形 12"/>
          <p:cNvSpPr/>
          <p:nvPr userDrawn="1">
            <p:custDataLst>
              <p:tags r:id="rId3"/>
            </p:custDataLst>
          </p:nvPr>
        </p:nvSpPr>
        <p:spPr>
          <a:xfrm>
            <a:off x="-28471" y="1871981"/>
            <a:ext cx="8297684" cy="4249810"/>
          </a:xfrm>
          <a:prstGeom prst="rect"/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04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3276" y="1776372"/>
            <a:ext cx="5829300" cy="1013977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zh-CN" altLang="en-US" sz="5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汉仪雅酷黑简" panose="00020600040101010101" charset="-122"/>
              </a:defRPr>
            </a:lvl1pPr>
          </a:lstStyle>
          <a:p>
            <a:pPr marL="0" lvl="0">
              <a:lnSpc>
                <a:spcPct val="114000"/>
              </a:lnSpc>
            </a:pPr>
            <a:r>
              <a:rPr lang="zh-CN" altLang="en-US" dirty="1"/>
              <a:t>标题</a:t>
            </a:r>
          </a:p>
        </p:txBody>
      </p:sp>
      <p:sp>
        <p:nvSpPr>
          <p:cNvPr id="1048706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0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0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712" name="矩形 13"/>
          <p:cNvSpPr/>
          <p:nvPr userDrawn="1">
            <p:custDataLst>
              <p:tags r:id="rId8"/>
            </p:custDataLst>
          </p:nvPr>
        </p:nvSpPr>
        <p:spPr>
          <a:xfrm>
            <a:off x="11779270" y="1871981"/>
            <a:ext cx="412730" cy="4249810"/>
          </a:xfrm>
          <a:prstGeom prst="rect"/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节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矩形 11"/>
          <p:cNvSpPr/>
          <p:nvPr userDrawn="1">
            <p:custDataLst>
              <p:tags r:id="rId1"/>
            </p:custDataLst>
          </p:nvPr>
        </p:nvSpPr>
        <p:spPr>
          <a:xfrm>
            <a:off x="0" y="-1"/>
            <a:ext cx="3390264" cy="6856713"/>
          </a:xfrm>
          <a:prstGeom prst="rect"/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16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75613" y="2941823"/>
            <a:ext cx="5330939" cy="759320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zh-CN" altLang="en-US" sz="3000" b="1" i="0" u="none" strike="noStrike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fontAlgn="auto">
              <a:lnSpc>
                <a:spcPct val="83000"/>
              </a:lnSpc>
              <a:buClrTx/>
              <a:buSzTx/>
              <a:buFontTx/>
            </a:pPr>
            <a:r>
              <a:rPr lang="zh-CN" altLang="en-US" b="1" i="0" dirty="1"/>
              <a:t>单击此处编辑母版标题样式</a:t>
            </a:r>
          </a:p>
        </p:txBody>
      </p:sp>
      <p:sp>
        <p:nvSpPr>
          <p:cNvPr id="1048718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75613" y="4065311"/>
            <a:ext cx="5330938" cy="1264219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zh-CN" altLang="en-US" sz="1600" b="1" i="0" u="none" strike="noStrike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57150" marR="0" lvl="0" indent="-285750" fontAlgn="auto">
              <a:lnSpc>
                <a:spcPct val="139000"/>
              </a:lnSpc>
              <a:spcBef>
                <a:spcPct val="0"/>
              </a:spcBef>
              <a:spcAft>
                <a:spcPts val="1000"/>
              </a:spcAft>
              <a:buClrTx/>
              <a:buSzTx/>
            </a:pPr>
            <a:r>
              <a:rPr lang="zh-CN" altLang="en-US" b="1" i="0" dirty="1"/>
              <a:t>单击此处编辑副标题</a:t>
            </a:r>
          </a:p>
        </p:txBody>
      </p:sp>
      <p:sp>
        <p:nvSpPr>
          <p:cNvPr id="1048720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675613" y="740228"/>
            <a:ext cx="5330939" cy="2069197"/>
          </a:xfrm>
        </p:spPr>
        <p:txBody>
          <a:bodyPr vert="horz" wrap="square" rtlCol="0" anchor="b" anchorCtr="0">
            <a:normAutofit fontScale="97500"/>
          </a:bodyPr>
          <a:lstStyle>
            <a:lvl1pPr marL="0" indent="0">
              <a:buFont typeface="Arial" panose="020b0604020202020204" pitchFamily="34" charset="0"/>
              <a:buNone/>
              <a:defRPr lang="zh-CN" altLang="en-US" sz="8000" b="1" i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>
              <a:lnSpc>
                <a:spcPct val="83000"/>
              </a:lnSpc>
            </a:pPr>
            <a:r>
              <a:rPr lang="zh-CN" altLang="en-US" b="1" i="0" dirty="1"/>
              <a:t>节编号</a:t>
            </a:r>
          </a:p>
        </p:txBody>
      </p:sp>
      <p:sp>
        <p:nvSpPr>
          <p:cNvPr id="1048722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24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97157" name="图片 9" descr="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942975" y="1016535"/>
            <a:ext cx="5619069" cy="5004000"/>
          </a:xfrm>
          <a:prstGeom prst="rect"/>
        </p:spPr>
      </p:pic>
      <p:cxnSp>
        <p:nvCxnSpPr>
          <p:cNvPr id="3145729" name="直接连接符 10"/>
          <p:cNvCxnSpPr/>
          <p:nvPr userDrawn="1">
            <p:custDataLst>
              <p:tags r:id="rId10"/>
            </p:custDataLst>
          </p:nvPr>
        </p:nvCxnSpPr>
        <p:spPr>
          <a:xfrm>
            <a:off x="6825342" y="3860799"/>
            <a:ext cx="3628571" cy="0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/>
            </a:lvl1pPr>
          </a:lstStyle>
          <a:p>
            <a:pPr lvl="0"/>
            <a:r>
              <a:rPr lang="zh-CN" altLang="en-US" dirty="1"/>
              <a:t>单击此处编辑母版标题样式</a:t>
            </a:r>
          </a:p>
        </p:txBody>
      </p:sp>
      <p:sp>
        <p:nvSpPr>
          <p:cNvPr id="1048730" name="内容占位符 2"/>
          <p:cNvSpPr>
            <a:spLocks noGrp="1"/>
          </p:cNvSpPr>
          <p:nvPr>
            <p:ph type="obj"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732" name="内容占位符 3"/>
          <p:cNvSpPr>
            <a:spLocks noGrp="1"/>
          </p:cNvSpPr>
          <p:nvPr>
            <p:ph type="obj"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73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3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8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/>
            </a:lvl1pPr>
          </a:lstStyle>
          <a:p>
            <a:pPr lvl="0"/>
            <a:r>
              <a:rPr lang="zh-CN" altLang="en-US" dirty="1"/>
              <a:t>单击此处编辑母版标题样式</a:t>
            </a:r>
          </a:p>
        </p:txBody>
      </p:sp>
      <p:sp>
        <p:nvSpPr>
          <p:cNvPr id="1048742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 dirty="1"/>
              <a:t>单击此处编辑母版文本样式</a:t>
            </a:r>
          </a:p>
        </p:txBody>
      </p:sp>
      <p:sp>
        <p:nvSpPr>
          <p:cNvPr id="1048744" name="内容占位符 3"/>
          <p:cNvSpPr>
            <a:spLocks noGrp="1"/>
          </p:cNvSpPr>
          <p:nvPr>
            <p:ph type="obj"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746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b="1" dirty="1"/>
              <a:t>单击此处编辑母版文本样式</a:t>
            </a:r>
          </a:p>
        </p:txBody>
      </p:sp>
      <p:sp>
        <p:nvSpPr>
          <p:cNvPr id="1048748" name="内容占位符 5"/>
          <p:cNvSpPr>
            <a:spLocks noGrp="1"/>
          </p:cNvSpPr>
          <p:nvPr>
            <p:ph type="obj"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750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52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4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758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60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62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66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68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仅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内容占位符 1"/>
          <p:cNvSpPr>
            <a:spLocks noGrp="1"/>
          </p:cNvSpPr>
          <p:nvPr>
            <p:ph type="obj"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772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7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副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780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b="0" dirty="1"/>
              <a:t>单击此处编辑副标题</a:t>
            </a:r>
          </a:p>
        </p:txBody>
      </p:sp>
      <p:sp>
        <p:nvSpPr>
          <p:cNvPr id="1048782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8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8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末尾幻灯片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image 101" descr="/Users/mac/Desktop/画板 2.png画板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1200" y="695"/>
            <a:ext cx="12189600" cy="6856611"/>
          </a:xfrm>
          <a:prstGeom prst="rect"/>
          <a:ln w="12700">
            <a:miter lim="400000"/>
          </a:ln>
        </p:spPr>
      </p:pic>
      <p:sp>
        <p:nvSpPr>
          <p:cNvPr id="1048788" name="矩形 7"/>
          <p:cNvSpPr/>
          <p:nvPr userDrawn="1">
            <p:custDataLst>
              <p:tags r:id="rId3"/>
            </p:custDataLst>
          </p:nvPr>
        </p:nvSpPr>
        <p:spPr>
          <a:xfrm>
            <a:off x="625158" y="622446"/>
            <a:ext cx="10941684" cy="5613107"/>
          </a:xfrm>
          <a:prstGeom prst="rect"/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90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2050691" y="1630605"/>
            <a:ext cx="8090616" cy="2107640"/>
          </a:xfrm>
          <a:noFill/>
        </p:spPr>
        <p:txBody>
          <a:bodyPr vert="horz" wrap="square" lIns="91440" tIns="45720" rIns="0" bIns="45720" rtlCol="0" anchor="b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kumimoji="0" lang="zh-CN" altLang="en-US" sz="6600" b="1" i="0" u="none" strike="noStrike" cap="none" spc="0" normalizeH="0" baseline="0" noProof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汉仪旗黑-90S" panose="00020600040101010101" charset="-122"/>
              </a:defRPr>
            </a:lvl1pPr>
          </a:lstStyle>
          <a:p>
            <a:pPr marL="0" marR="0" lvl="0" algn="ctr" fontAlgn="auto">
              <a:buClrTx/>
              <a:buSzTx/>
              <a:buFontTx/>
            </a:pPr>
            <a:r>
              <a:rPr lang="zh-CN" altLang="en-US" b="1" i="0" dirty="1"/>
              <a:t>单击编辑母版标题</a:t>
            </a:r>
          </a:p>
        </p:txBody>
      </p:sp>
      <p:sp>
        <p:nvSpPr>
          <p:cNvPr id="1048792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050691" y="3850640"/>
            <a:ext cx="8090616" cy="1229360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kumimoji="0" lang="zh-CN" altLang="en-US" b="1" i="0" u="none" strike="noStrike" cap="none" spc="2500" normalizeH="0" baseline="0" noProof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pPr marL="114300" marR="0" lvl="0" indent="-342900" algn="ctr" fontAlgn="auto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</a:pPr>
            <a:r>
              <a:rPr lang="zh-CN" altLang="en-US" b="1" i="0" dirty="1"/>
              <a:t>单击此处编辑副标题</a:t>
            </a:r>
          </a:p>
        </p:txBody>
      </p:sp>
      <p:sp>
        <p:nvSpPr>
          <p:cNvPr id="104879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796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98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00" name="任意多边形: 形状 10"/>
          <p:cNvSpPr/>
          <p:nvPr userDrawn="1">
            <p:custDataLst>
              <p:tags r:id="rId9"/>
            </p:custDataLst>
          </p:nvPr>
        </p:nvSpPr>
        <p:spPr>
          <a:xfrm>
            <a:off x="984528" y="5603105"/>
            <a:ext cx="1304717" cy="634895"/>
          </a:xfrm>
          <a:custGeom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02" name="任意多边形: 形状 13"/>
          <p:cNvSpPr/>
          <p:nvPr userDrawn="1">
            <p:custDataLst>
              <p:tags r:id="rId10"/>
            </p:custDataLst>
          </p:nvPr>
        </p:nvSpPr>
        <p:spPr>
          <a:xfrm>
            <a:off x="625158" y="5444995"/>
            <a:ext cx="1018554" cy="793006"/>
          </a:xfrm>
          <a:custGeom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04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0399134" y="605445"/>
            <a:ext cx="1113718" cy="516065"/>
          </a:xfrm>
          <a:custGeom>
            <a:gdLst>
              <a:gd name="connsiteX0" fmla="*/ 0 w 1113718"/>
              <a:gd name="connsiteY0" fmla="*/ 0 h 516065"/>
              <a:gd name="connsiteX1" fmla="*/ 1113718 w 1113718"/>
              <a:gd name="connsiteY1" fmla="*/ 0 h 516065"/>
              <a:gd name="connsiteX2" fmla="*/ 626498 w 1113718"/>
              <a:gd name="connsiteY2" fmla="*/ 487220 h 516065"/>
              <a:gd name="connsiteX3" fmla="*/ 556859 w 1113718"/>
              <a:gd name="connsiteY3" fmla="*/ 516065 h 516065"/>
              <a:gd name="connsiteX4" fmla="*/ 487219 w 1113718"/>
              <a:gd name="connsiteY4" fmla="*/ 487220 h 51606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718" h="516065">
                <a:moveTo>
                  <a:pt x="0" y="0"/>
                </a:moveTo>
                <a:lnTo>
                  <a:pt x="1113718" y="0"/>
                </a:lnTo>
                <a:lnTo>
                  <a:pt x="626498" y="487220"/>
                </a:lnTo>
                <a:cubicBezTo>
                  <a:pt x="607268" y="506450"/>
                  <a:pt x="582063" y="516066"/>
                  <a:pt x="556859" y="516065"/>
                </a:cubicBezTo>
                <a:cubicBezTo>
                  <a:pt x="531654" y="516066"/>
                  <a:pt x="506450" y="506450"/>
                  <a:pt x="487219" y="487220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06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0952228" y="605445"/>
            <a:ext cx="614614" cy="644491"/>
          </a:xfrm>
          <a:custGeom>
            <a:gdLst>
              <a:gd name="connsiteX0" fmla="*/ 0 w 614614"/>
              <a:gd name="connsiteY0" fmla="*/ 0 h 644491"/>
              <a:gd name="connsiteX1" fmla="*/ 614614 w 614614"/>
              <a:gd name="connsiteY1" fmla="*/ 0 h 644491"/>
              <a:gd name="connsiteX2" fmla="*/ 614614 w 614614"/>
              <a:gd name="connsiteY2" fmla="*/ 644491 h 644491"/>
              <a:gd name="connsiteX3" fmla="*/ 613673 w 614614"/>
              <a:gd name="connsiteY3" fmla="*/ 643866 h 644491"/>
              <a:gd name="connsiteX4" fmla="*/ 27248 w 614614"/>
              <a:gd name="connsiteY4" fmla="*/ 57440 h 644491"/>
              <a:gd name="connsiteX5" fmla="*/ 4516 w 614614"/>
              <a:gd name="connsiteY5" fmla="*/ 23207 h 64449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4614" h="644491">
                <a:moveTo>
                  <a:pt x="0" y="0"/>
                </a:moveTo>
                <a:lnTo>
                  <a:pt x="614614" y="0"/>
                </a:lnTo>
                <a:lnTo>
                  <a:pt x="614614" y="644491"/>
                </a:lnTo>
                <a:lnTo>
                  <a:pt x="613673" y="643866"/>
                </a:lnTo>
                <a:lnTo>
                  <a:pt x="27248" y="57440"/>
                </a:lnTo>
                <a:cubicBezTo>
                  <a:pt x="17145" y="47337"/>
                  <a:pt x="9567" y="35664"/>
                  <a:pt x="4516" y="23207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986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988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90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4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9096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9098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00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ags" Target="../tags/tag119.xml" /><Relationship Id="rId13" Type="http://schemas.openxmlformats.org/officeDocument/2006/relationships/tags" Target="../tags/tag125.xml" /><Relationship Id="rId14" Type="http://schemas.openxmlformats.org/officeDocument/2006/relationships/tags" Target="../tags/tag27.xml" /><Relationship Id="rId15" Type="http://schemas.openxmlformats.org/officeDocument/2006/relationships/tags" Target="../tags/tag261.xml" /><Relationship Id="rId16" Type="http://schemas.openxmlformats.org/officeDocument/2006/relationships/tags" Target="../tags/tag238.xml" /><Relationship Id="rId17" Type="http://schemas.openxmlformats.org/officeDocument/2006/relationships/tags" Target="../tags/tag240.xml" /><Relationship Id="rId18" Type="http://schemas.openxmlformats.org/officeDocument/2006/relationships/tags" Target="../tags/tag285.xml" /><Relationship Id="rId19" Type="http://schemas.openxmlformats.org/officeDocument/2006/relationships/tags" Target="../tags/tag30.xml" /><Relationship Id="rId2" Type="http://schemas.openxmlformats.org/officeDocument/2006/relationships/slideLayout" Target="../slideLayouts/slideLayout13.xml" /><Relationship Id="rId20" Type="http://schemas.openxmlformats.org/officeDocument/2006/relationships/tags" Target="../tags/tag46.xml" /><Relationship Id="rId21" Type="http://schemas.openxmlformats.org/officeDocument/2006/relationships/tags" Target="../tags/tag211.xml" /><Relationship Id="rId22" Type="http://schemas.openxmlformats.org/officeDocument/2006/relationships/tags" Target="../tags/tag357.xml" /><Relationship Id="rId23" Type="http://schemas.openxmlformats.org/officeDocument/2006/relationships/theme" Target="../theme/theme5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34.xml" /><Relationship Id="rId11" Type="http://schemas.openxmlformats.org/officeDocument/2006/relationships/tags" Target="../tags/tag137.xml" /><Relationship Id="rId12" Type="http://schemas.openxmlformats.org/officeDocument/2006/relationships/tags" Target="../tags/tag120.xml" /><Relationship Id="rId13" Type="http://schemas.openxmlformats.org/officeDocument/2006/relationships/theme" Target="../theme/theme1.xml" /><Relationship Id="rId2" Type="http://schemas.openxmlformats.org/officeDocument/2006/relationships/tags" Target="../tags/tag340.xml" /><Relationship Id="rId3" Type="http://schemas.openxmlformats.org/officeDocument/2006/relationships/tags" Target="../tags/tag213.xml" /><Relationship Id="rId4" Type="http://schemas.openxmlformats.org/officeDocument/2006/relationships/tags" Target="../tags/tag287.xml" /><Relationship Id="rId5" Type="http://schemas.openxmlformats.org/officeDocument/2006/relationships/tags" Target="../tags/tag179.xml" /><Relationship Id="rId6" Type="http://schemas.openxmlformats.org/officeDocument/2006/relationships/tags" Target="../tags/tag297.xml" /><Relationship Id="rId7" Type="http://schemas.openxmlformats.org/officeDocument/2006/relationships/tags" Target="../tags/tag26.xml" /><Relationship Id="rId8" Type="http://schemas.openxmlformats.org/officeDocument/2006/relationships/tags" Target="../tags/tag150.xml" /><Relationship Id="rId9" Type="http://schemas.openxmlformats.org/officeDocument/2006/relationships/tags" Target="../tags/tag48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10" Type="http://schemas.openxmlformats.org/officeDocument/2006/relationships/tags" Target="../tags/tag21.xml" /><Relationship Id="rId11" Type="http://schemas.openxmlformats.org/officeDocument/2006/relationships/tags" Target="../tags/tag366.xml" /><Relationship Id="rId12" Type="http://schemas.openxmlformats.org/officeDocument/2006/relationships/tags" Target="../tags/tag353.xml" /><Relationship Id="rId13" Type="http://schemas.openxmlformats.org/officeDocument/2006/relationships/theme" Target="../theme/theme4.xml" /><Relationship Id="rId2" Type="http://schemas.openxmlformats.org/officeDocument/2006/relationships/tags" Target="../tags/tag188.xml" /><Relationship Id="rId3" Type="http://schemas.openxmlformats.org/officeDocument/2006/relationships/tags" Target="../tags/tag259.xml" /><Relationship Id="rId4" Type="http://schemas.openxmlformats.org/officeDocument/2006/relationships/tags" Target="../tags/tag129.xml" /><Relationship Id="rId5" Type="http://schemas.openxmlformats.org/officeDocument/2006/relationships/tags" Target="../tags/tag69.xml" /><Relationship Id="rId6" Type="http://schemas.openxmlformats.org/officeDocument/2006/relationships/tags" Target="../tags/tag145.xml" /><Relationship Id="rId7" Type="http://schemas.openxmlformats.org/officeDocument/2006/relationships/tags" Target="../tags/tag15.xml" /><Relationship Id="rId8" Type="http://schemas.openxmlformats.org/officeDocument/2006/relationships/tags" Target="../tags/tag222.xml" /><Relationship Id="rId9" Type="http://schemas.openxmlformats.org/officeDocument/2006/relationships/tags" Target="../tags/tag24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1" smtClean="0"/>
              <a:t>单击此处编辑母版标题样式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1" smtClean="0"/>
              <a:t>单击此处编辑母版文本样式</a:t>
            </a:r>
          </a:p>
          <a:p>
            <a:pPr lvl="1"/>
            <a:r>
              <a:rPr lang="zh-CN" altLang="en-US" dirty="1" smtClean="0"/>
              <a:t>第二级</a:t>
            </a:r>
          </a:p>
          <a:p>
            <a:pPr lvl="2"/>
            <a:r>
              <a:rPr lang="zh-CN" altLang="en-US" dirty="1" smtClean="0"/>
              <a:t>第三级</a:t>
            </a:r>
          </a:p>
          <a:p>
            <a:pPr lvl="3"/>
            <a:r>
              <a:rPr lang="zh-CN" altLang="en-US" dirty="1" smtClean="0"/>
              <a:t>第四级</a:t>
            </a:r>
          </a:p>
          <a:p>
            <a:pPr lvl="4"/>
            <a:r>
              <a:rPr lang="zh-CN" altLang="en-US" dirty="1" smtClean="0"/>
              <a:t>第五级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矩形 28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45719"/>
          </a:xfrm>
          <a:prstGeom prst="rect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5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658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/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/>
              <a:t>第二级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660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662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64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66" name="任意多边形: 形状 19"/>
          <p:cNvSpPr/>
          <p:nvPr userDrawn="1">
            <p:custDataLst>
              <p:tags r:id="rId18"/>
            </p:custDataLst>
          </p:nvPr>
        </p:nvSpPr>
        <p:spPr>
          <a:xfrm rot="2700000">
            <a:off x="-80199" y="5734664"/>
            <a:ext cx="332666" cy="332666"/>
          </a:xfrm>
          <a:custGeom>
            <a:gdLst>
              <a:gd name="connsiteX0" fmla="*/ 9730 w 332666"/>
              <a:gd name="connsiteY0" fmla="*/ 9730 h 332666"/>
              <a:gd name="connsiteX1" fmla="*/ 33220 w 332666"/>
              <a:gd name="connsiteY1" fmla="*/ 0 h 332666"/>
              <a:gd name="connsiteX2" fmla="*/ 299446 w 332666"/>
              <a:gd name="connsiteY2" fmla="*/ 0 h 332666"/>
              <a:gd name="connsiteX3" fmla="*/ 332666 w 332666"/>
              <a:gd name="connsiteY3" fmla="*/ 33220 h 332666"/>
              <a:gd name="connsiteX4" fmla="*/ 332666 w 332666"/>
              <a:gd name="connsiteY4" fmla="*/ 299446 h 332666"/>
              <a:gd name="connsiteX5" fmla="*/ 299446 w 332666"/>
              <a:gd name="connsiteY5" fmla="*/ 332666 h 332666"/>
              <a:gd name="connsiteX6" fmla="*/ 210854 w 332666"/>
              <a:gd name="connsiteY6" fmla="*/ 332666 h 332666"/>
              <a:gd name="connsiteX7" fmla="*/ 0 w 332666"/>
              <a:gd name="connsiteY7" fmla="*/ 121812 h 332666"/>
              <a:gd name="connsiteX8" fmla="*/ 0 w 332666"/>
              <a:gd name="connsiteY8" fmla="*/ 33220 h 332666"/>
              <a:gd name="connsiteX9" fmla="*/ 9730 w 332666"/>
              <a:gd name="connsiteY9" fmla="*/ 9730 h 33266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666" h="332666">
                <a:moveTo>
                  <a:pt x="9730" y="9730"/>
                </a:moveTo>
                <a:cubicBezTo>
                  <a:pt x="15742" y="3718"/>
                  <a:pt x="24047" y="0"/>
                  <a:pt x="33220" y="0"/>
                </a:cubicBezTo>
                <a:lnTo>
                  <a:pt x="299446" y="0"/>
                </a:lnTo>
                <a:cubicBezTo>
                  <a:pt x="317793" y="0"/>
                  <a:pt x="332666" y="14873"/>
                  <a:pt x="332666" y="33220"/>
                </a:cubicBezTo>
                <a:lnTo>
                  <a:pt x="332666" y="299446"/>
                </a:lnTo>
                <a:cubicBezTo>
                  <a:pt x="332666" y="317793"/>
                  <a:pt x="317793" y="332666"/>
                  <a:pt x="299446" y="332666"/>
                </a:cubicBezTo>
                <a:lnTo>
                  <a:pt x="210854" y="332666"/>
                </a:lnTo>
                <a:lnTo>
                  <a:pt x="0" y="121812"/>
                </a:lnTo>
                <a:lnTo>
                  <a:pt x="0" y="33220"/>
                </a:lnTo>
                <a:cubicBezTo>
                  <a:pt x="0" y="24047"/>
                  <a:pt x="3718" y="15742"/>
                  <a:pt x="9730" y="9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668" name="任意多边形: 形状 17"/>
          <p:cNvSpPr/>
          <p:nvPr userDrawn="1">
            <p:custDataLst>
              <p:tags r:id="rId19"/>
            </p:custDataLst>
          </p:nvPr>
        </p:nvSpPr>
        <p:spPr>
          <a:xfrm>
            <a:off x="366379" y="6222469"/>
            <a:ext cx="1304717" cy="634895"/>
          </a:xfrm>
          <a:custGeom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670" name="任意多边形: 形状 21"/>
          <p:cNvSpPr/>
          <p:nvPr userDrawn="1">
            <p:custDataLst>
              <p:tags r:id="rId20"/>
            </p:custDataLst>
          </p:nvPr>
        </p:nvSpPr>
        <p:spPr>
          <a:xfrm>
            <a:off x="7009" y="6064359"/>
            <a:ext cx="1018554" cy="793006"/>
          </a:xfrm>
          <a:custGeom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672" name="任意多边形: 形状 35"/>
          <p:cNvSpPr/>
          <p:nvPr userDrawn="1">
            <p:custDataLst>
              <p:tags r:id="rId21"/>
            </p:custDataLst>
          </p:nvPr>
        </p:nvSpPr>
        <p:spPr>
          <a:xfrm>
            <a:off x="11017752" y="0"/>
            <a:ext cx="1167239" cy="517298"/>
          </a:xfrm>
          <a:custGeom>
            <a:gdLst>
              <a:gd name="connsiteX0" fmla="*/ 839552 w 1167239"/>
              <a:gd name="connsiteY0" fmla="*/ 189056 h 517298"/>
              <a:gd name="connsiteX1" fmla="*/ 855602 w 1167239"/>
              <a:gd name="connsiteY1" fmla="*/ 195704 h 517298"/>
              <a:gd name="connsiteX2" fmla="*/ 984236 w 1167239"/>
              <a:gd name="connsiteY2" fmla="*/ 324337 h 517298"/>
              <a:gd name="connsiteX3" fmla="*/ 984236 w 1167239"/>
              <a:gd name="connsiteY3" fmla="*/ 356438 h 517298"/>
              <a:gd name="connsiteX4" fmla="*/ 855602 w 1167239"/>
              <a:gd name="connsiteY4" fmla="*/ 485072 h 517298"/>
              <a:gd name="connsiteX5" fmla="*/ 823501 w 1167239"/>
              <a:gd name="connsiteY5" fmla="*/ 485072 h 517298"/>
              <a:gd name="connsiteX6" fmla="*/ 694868 w 1167239"/>
              <a:gd name="connsiteY6" fmla="*/ 356438 h 517298"/>
              <a:gd name="connsiteX7" fmla="*/ 694868 w 1167239"/>
              <a:gd name="connsiteY7" fmla="*/ 324336 h 517298"/>
              <a:gd name="connsiteX8" fmla="*/ 823501 w 1167239"/>
              <a:gd name="connsiteY8" fmla="*/ 195704 h 517298"/>
              <a:gd name="connsiteX9" fmla="*/ 839552 w 1167239"/>
              <a:gd name="connsiteY9" fmla="*/ 189056 h 517298"/>
              <a:gd name="connsiteX10" fmla="*/ 792602 w 1167239"/>
              <a:gd name="connsiteY10" fmla="*/ 0 h 517298"/>
              <a:gd name="connsiteX11" fmla="*/ 1167239 w 1167239"/>
              <a:gd name="connsiteY11" fmla="*/ 0 h 517298"/>
              <a:gd name="connsiteX12" fmla="*/ 1167239 w 1167239"/>
              <a:gd name="connsiteY12" fmla="*/ 40732 h 517298"/>
              <a:gd name="connsiteX13" fmla="*/ 1035929 w 1167239"/>
              <a:gd name="connsiteY13" fmla="*/ 172042 h 517298"/>
              <a:gd name="connsiteX14" fmla="*/ 964644 w 1167239"/>
              <a:gd name="connsiteY14" fmla="*/ 172042 h 517298"/>
              <a:gd name="connsiteX15" fmla="*/ 160371 w 1167239"/>
              <a:gd name="connsiteY15" fmla="*/ 0 h 517298"/>
              <a:gd name="connsiteX16" fmla="*/ 511724 w 1167239"/>
              <a:gd name="connsiteY16" fmla="*/ 0 h 517298"/>
              <a:gd name="connsiteX17" fmla="*/ 657332 w 1167239"/>
              <a:gd name="connsiteY17" fmla="*/ 145608 h 517298"/>
              <a:gd name="connsiteX18" fmla="*/ 657332 w 1167239"/>
              <a:gd name="connsiteY18" fmla="*/ 216893 h 517298"/>
              <a:gd name="connsiteX19" fmla="*/ 371690 w 1167239"/>
              <a:gd name="connsiteY19" fmla="*/ 502535 h 517298"/>
              <a:gd name="connsiteX20" fmla="*/ 300405 w 1167239"/>
              <a:gd name="connsiteY20" fmla="*/ 502535 h 517298"/>
              <a:gd name="connsiteX21" fmla="*/ 14763 w 1167239"/>
              <a:gd name="connsiteY21" fmla="*/ 216893 h 517298"/>
              <a:gd name="connsiteX22" fmla="*/ 14763 w 1167239"/>
              <a:gd name="connsiteY22" fmla="*/ 145608 h 51729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7239" h="517297">
                <a:moveTo>
                  <a:pt x="839552" y="189056"/>
                </a:moveTo>
                <a:cubicBezTo>
                  <a:pt x="845361" y="189055"/>
                  <a:pt x="851170" y="191272"/>
                  <a:pt x="855602" y="195704"/>
                </a:cubicBezTo>
                <a:lnTo>
                  <a:pt x="984236" y="324337"/>
                </a:lnTo>
                <a:cubicBezTo>
                  <a:pt x="993100" y="333201"/>
                  <a:pt x="993100" y="347574"/>
                  <a:pt x="984236" y="356438"/>
                </a:cubicBezTo>
                <a:lnTo>
                  <a:pt x="855602" y="485072"/>
                </a:lnTo>
                <a:cubicBezTo>
                  <a:pt x="846738" y="493936"/>
                  <a:pt x="832365" y="493936"/>
                  <a:pt x="823501" y="485072"/>
                </a:cubicBezTo>
                <a:lnTo>
                  <a:pt x="694868" y="356438"/>
                </a:lnTo>
                <a:cubicBezTo>
                  <a:pt x="686003" y="347574"/>
                  <a:pt x="686003" y="333201"/>
                  <a:pt x="694868" y="324336"/>
                </a:cubicBezTo>
                <a:lnTo>
                  <a:pt x="823501" y="195704"/>
                </a:lnTo>
                <a:cubicBezTo>
                  <a:pt x="827933" y="191272"/>
                  <a:pt x="833743" y="189056"/>
                  <a:pt x="839552" y="189056"/>
                </a:cubicBezTo>
                <a:close/>
                <a:moveTo>
                  <a:pt x="792602" y="0"/>
                </a:moveTo>
                <a:lnTo>
                  <a:pt x="1167239" y="0"/>
                </a:lnTo>
                <a:lnTo>
                  <a:pt x="1167239" y="40732"/>
                </a:lnTo>
                <a:lnTo>
                  <a:pt x="1035929" y="172042"/>
                </a:lnTo>
                <a:cubicBezTo>
                  <a:pt x="1016244" y="191727"/>
                  <a:pt x="984329" y="191726"/>
                  <a:pt x="964644" y="172042"/>
                </a:cubicBezTo>
                <a:close/>
                <a:moveTo>
                  <a:pt x="160371" y="0"/>
                </a:moveTo>
                <a:lnTo>
                  <a:pt x="511724" y="0"/>
                </a:lnTo>
                <a:lnTo>
                  <a:pt x="657332" y="145608"/>
                </a:lnTo>
                <a:cubicBezTo>
                  <a:pt x="677017" y="165292"/>
                  <a:pt x="677017" y="197209"/>
                  <a:pt x="657332" y="216893"/>
                </a:cubicBezTo>
                <a:lnTo>
                  <a:pt x="371690" y="502535"/>
                </a:lnTo>
                <a:cubicBezTo>
                  <a:pt x="352006" y="522220"/>
                  <a:pt x="320090" y="522220"/>
                  <a:pt x="300405" y="502535"/>
                </a:cubicBezTo>
                <a:lnTo>
                  <a:pt x="14763" y="216893"/>
                </a:lnTo>
                <a:cubicBezTo>
                  <a:pt x="-4921" y="197209"/>
                  <a:pt x="-4921" y="165292"/>
                  <a:pt x="14763" y="1456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674" name="KSO_TEMPLATE" hidden="1"/>
          <p:cNvSpPr/>
          <p:nvPr userDrawn="1">
            <p:custDataLst>
              <p:tags r:id="rId22"/>
            </p:custDataLst>
          </p:nvPr>
        </p:nvSpPr>
        <p:spPr>
          <a:xfrm flipH="1"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 spd="fast"/>
  <p:timing>
    <p:tnLst>
      <p:par>
        <p:cTn id="1" restart="never" nodeType="tmRoot"/>
      </p:par>
    </p:tn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Ref idx="1001">
        <a:schemeClr val="bg1"/>
      </p:bgRef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矩形 2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45719"/>
          </a:xfrm>
          <a:prstGeom prst="rect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64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8966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/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/>
              <a:t>第二级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8968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8970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972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974" name="任意多边形: 形状 19"/>
          <p:cNvSpPr/>
          <p:nvPr userDrawn="1">
            <p:custDataLst>
              <p:tags r:id="rId8"/>
            </p:custDataLst>
          </p:nvPr>
        </p:nvSpPr>
        <p:spPr>
          <a:xfrm rot="2700000">
            <a:off x="-80199" y="5734664"/>
            <a:ext cx="332666" cy="332666"/>
          </a:xfrm>
          <a:custGeom>
            <a:gdLst>
              <a:gd name="connsiteX0" fmla="*/ 9730 w 332666"/>
              <a:gd name="connsiteY0" fmla="*/ 9730 h 332666"/>
              <a:gd name="connsiteX1" fmla="*/ 33220 w 332666"/>
              <a:gd name="connsiteY1" fmla="*/ 0 h 332666"/>
              <a:gd name="connsiteX2" fmla="*/ 299446 w 332666"/>
              <a:gd name="connsiteY2" fmla="*/ 0 h 332666"/>
              <a:gd name="connsiteX3" fmla="*/ 332666 w 332666"/>
              <a:gd name="connsiteY3" fmla="*/ 33220 h 332666"/>
              <a:gd name="connsiteX4" fmla="*/ 332666 w 332666"/>
              <a:gd name="connsiteY4" fmla="*/ 299446 h 332666"/>
              <a:gd name="connsiteX5" fmla="*/ 299446 w 332666"/>
              <a:gd name="connsiteY5" fmla="*/ 332666 h 332666"/>
              <a:gd name="connsiteX6" fmla="*/ 210854 w 332666"/>
              <a:gd name="connsiteY6" fmla="*/ 332666 h 332666"/>
              <a:gd name="connsiteX7" fmla="*/ 0 w 332666"/>
              <a:gd name="connsiteY7" fmla="*/ 121812 h 332666"/>
              <a:gd name="connsiteX8" fmla="*/ 0 w 332666"/>
              <a:gd name="connsiteY8" fmla="*/ 33220 h 332666"/>
              <a:gd name="connsiteX9" fmla="*/ 9730 w 332666"/>
              <a:gd name="connsiteY9" fmla="*/ 9730 h 33266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666" h="332666">
                <a:moveTo>
                  <a:pt x="9730" y="9730"/>
                </a:moveTo>
                <a:cubicBezTo>
                  <a:pt x="15742" y="3718"/>
                  <a:pt x="24047" y="0"/>
                  <a:pt x="33220" y="0"/>
                </a:cubicBezTo>
                <a:lnTo>
                  <a:pt x="299446" y="0"/>
                </a:lnTo>
                <a:cubicBezTo>
                  <a:pt x="317793" y="0"/>
                  <a:pt x="332666" y="14873"/>
                  <a:pt x="332666" y="33220"/>
                </a:cubicBezTo>
                <a:lnTo>
                  <a:pt x="332666" y="299446"/>
                </a:lnTo>
                <a:cubicBezTo>
                  <a:pt x="332666" y="317793"/>
                  <a:pt x="317793" y="332666"/>
                  <a:pt x="299446" y="332666"/>
                </a:cubicBezTo>
                <a:lnTo>
                  <a:pt x="210854" y="332666"/>
                </a:lnTo>
                <a:lnTo>
                  <a:pt x="0" y="121812"/>
                </a:lnTo>
                <a:lnTo>
                  <a:pt x="0" y="33220"/>
                </a:lnTo>
                <a:cubicBezTo>
                  <a:pt x="0" y="24047"/>
                  <a:pt x="3718" y="15742"/>
                  <a:pt x="9730" y="9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976" name="任意多边形: 形状 17"/>
          <p:cNvSpPr/>
          <p:nvPr userDrawn="1">
            <p:custDataLst>
              <p:tags r:id="rId9"/>
            </p:custDataLst>
          </p:nvPr>
        </p:nvSpPr>
        <p:spPr>
          <a:xfrm>
            <a:off x="366379" y="6222469"/>
            <a:ext cx="1304717" cy="634895"/>
          </a:xfrm>
          <a:custGeom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978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7009" y="6064359"/>
            <a:ext cx="1018554" cy="793006"/>
          </a:xfrm>
          <a:custGeom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980" name="任意多边形: 形状 35"/>
          <p:cNvSpPr/>
          <p:nvPr userDrawn="1">
            <p:custDataLst>
              <p:tags r:id="rId11"/>
            </p:custDataLst>
          </p:nvPr>
        </p:nvSpPr>
        <p:spPr>
          <a:xfrm>
            <a:off x="11017752" y="0"/>
            <a:ext cx="1167239" cy="517298"/>
          </a:xfrm>
          <a:custGeom>
            <a:gdLst>
              <a:gd name="connsiteX0" fmla="*/ 839552 w 1167239"/>
              <a:gd name="connsiteY0" fmla="*/ 189056 h 517298"/>
              <a:gd name="connsiteX1" fmla="*/ 855602 w 1167239"/>
              <a:gd name="connsiteY1" fmla="*/ 195704 h 517298"/>
              <a:gd name="connsiteX2" fmla="*/ 984236 w 1167239"/>
              <a:gd name="connsiteY2" fmla="*/ 324337 h 517298"/>
              <a:gd name="connsiteX3" fmla="*/ 984236 w 1167239"/>
              <a:gd name="connsiteY3" fmla="*/ 356438 h 517298"/>
              <a:gd name="connsiteX4" fmla="*/ 855602 w 1167239"/>
              <a:gd name="connsiteY4" fmla="*/ 485072 h 517298"/>
              <a:gd name="connsiteX5" fmla="*/ 823501 w 1167239"/>
              <a:gd name="connsiteY5" fmla="*/ 485072 h 517298"/>
              <a:gd name="connsiteX6" fmla="*/ 694868 w 1167239"/>
              <a:gd name="connsiteY6" fmla="*/ 356438 h 517298"/>
              <a:gd name="connsiteX7" fmla="*/ 694868 w 1167239"/>
              <a:gd name="connsiteY7" fmla="*/ 324336 h 517298"/>
              <a:gd name="connsiteX8" fmla="*/ 823501 w 1167239"/>
              <a:gd name="connsiteY8" fmla="*/ 195704 h 517298"/>
              <a:gd name="connsiteX9" fmla="*/ 839552 w 1167239"/>
              <a:gd name="connsiteY9" fmla="*/ 189056 h 517298"/>
              <a:gd name="connsiteX10" fmla="*/ 792602 w 1167239"/>
              <a:gd name="connsiteY10" fmla="*/ 0 h 517298"/>
              <a:gd name="connsiteX11" fmla="*/ 1167239 w 1167239"/>
              <a:gd name="connsiteY11" fmla="*/ 0 h 517298"/>
              <a:gd name="connsiteX12" fmla="*/ 1167239 w 1167239"/>
              <a:gd name="connsiteY12" fmla="*/ 40732 h 517298"/>
              <a:gd name="connsiteX13" fmla="*/ 1035929 w 1167239"/>
              <a:gd name="connsiteY13" fmla="*/ 172042 h 517298"/>
              <a:gd name="connsiteX14" fmla="*/ 964644 w 1167239"/>
              <a:gd name="connsiteY14" fmla="*/ 172042 h 517298"/>
              <a:gd name="connsiteX15" fmla="*/ 160371 w 1167239"/>
              <a:gd name="connsiteY15" fmla="*/ 0 h 517298"/>
              <a:gd name="connsiteX16" fmla="*/ 511724 w 1167239"/>
              <a:gd name="connsiteY16" fmla="*/ 0 h 517298"/>
              <a:gd name="connsiteX17" fmla="*/ 657332 w 1167239"/>
              <a:gd name="connsiteY17" fmla="*/ 145608 h 517298"/>
              <a:gd name="connsiteX18" fmla="*/ 657332 w 1167239"/>
              <a:gd name="connsiteY18" fmla="*/ 216893 h 517298"/>
              <a:gd name="connsiteX19" fmla="*/ 371690 w 1167239"/>
              <a:gd name="connsiteY19" fmla="*/ 502535 h 517298"/>
              <a:gd name="connsiteX20" fmla="*/ 300405 w 1167239"/>
              <a:gd name="connsiteY20" fmla="*/ 502535 h 517298"/>
              <a:gd name="connsiteX21" fmla="*/ 14763 w 1167239"/>
              <a:gd name="connsiteY21" fmla="*/ 216893 h 517298"/>
              <a:gd name="connsiteX22" fmla="*/ 14763 w 1167239"/>
              <a:gd name="connsiteY22" fmla="*/ 145608 h 51729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7239" h="517297">
                <a:moveTo>
                  <a:pt x="839552" y="189056"/>
                </a:moveTo>
                <a:cubicBezTo>
                  <a:pt x="845361" y="189055"/>
                  <a:pt x="851170" y="191272"/>
                  <a:pt x="855602" y="195704"/>
                </a:cubicBezTo>
                <a:lnTo>
                  <a:pt x="984236" y="324337"/>
                </a:lnTo>
                <a:cubicBezTo>
                  <a:pt x="993100" y="333201"/>
                  <a:pt x="993100" y="347574"/>
                  <a:pt x="984236" y="356438"/>
                </a:cubicBezTo>
                <a:lnTo>
                  <a:pt x="855602" y="485072"/>
                </a:lnTo>
                <a:cubicBezTo>
                  <a:pt x="846738" y="493936"/>
                  <a:pt x="832365" y="493936"/>
                  <a:pt x="823501" y="485072"/>
                </a:cubicBezTo>
                <a:lnTo>
                  <a:pt x="694868" y="356438"/>
                </a:lnTo>
                <a:cubicBezTo>
                  <a:pt x="686003" y="347574"/>
                  <a:pt x="686003" y="333201"/>
                  <a:pt x="694868" y="324336"/>
                </a:cubicBezTo>
                <a:lnTo>
                  <a:pt x="823501" y="195704"/>
                </a:lnTo>
                <a:cubicBezTo>
                  <a:pt x="827933" y="191272"/>
                  <a:pt x="833743" y="189056"/>
                  <a:pt x="839552" y="189056"/>
                </a:cubicBezTo>
                <a:close/>
                <a:moveTo>
                  <a:pt x="792602" y="0"/>
                </a:moveTo>
                <a:lnTo>
                  <a:pt x="1167239" y="0"/>
                </a:lnTo>
                <a:lnTo>
                  <a:pt x="1167239" y="40732"/>
                </a:lnTo>
                <a:lnTo>
                  <a:pt x="1035929" y="172042"/>
                </a:lnTo>
                <a:cubicBezTo>
                  <a:pt x="1016244" y="191727"/>
                  <a:pt x="984329" y="191726"/>
                  <a:pt x="964644" y="172042"/>
                </a:cubicBezTo>
                <a:close/>
                <a:moveTo>
                  <a:pt x="160371" y="0"/>
                </a:moveTo>
                <a:lnTo>
                  <a:pt x="511724" y="0"/>
                </a:lnTo>
                <a:lnTo>
                  <a:pt x="657332" y="145608"/>
                </a:lnTo>
                <a:cubicBezTo>
                  <a:pt x="677017" y="165292"/>
                  <a:pt x="677017" y="197209"/>
                  <a:pt x="657332" y="216893"/>
                </a:cubicBezTo>
                <a:lnTo>
                  <a:pt x="371690" y="502535"/>
                </a:lnTo>
                <a:cubicBezTo>
                  <a:pt x="352006" y="522220"/>
                  <a:pt x="320090" y="522220"/>
                  <a:pt x="300405" y="502535"/>
                </a:cubicBezTo>
                <a:lnTo>
                  <a:pt x="14763" y="216893"/>
                </a:lnTo>
                <a:cubicBezTo>
                  <a:pt x="-4921" y="197209"/>
                  <a:pt x="-4921" y="165292"/>
                  <a:pt x="14763" y="1456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982" name="KSO_TEMPLATE" hidden="1"/>
          <p:cNvSpPr/>
          <p:nvPr userDrawn="1">
            <p:custDataLst>
              <p:tags r:id="rId12"/>
            </p:custDataLst>
          </p:nvPr>
        </p:nvSpPr>
        <p:spPr>
          <a:xfrm flipH="1"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 spd="fast"/>
  <p:timing>
    <p:tnLst>
      <p:par>
        <p:cTn id="1" restart="never" nodeType="tmRoot"/>
      </p:par>
    </p:tn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Ref idx="1001">
        <a:schemeClr val="bg1"/>
      </p:bgRef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2" name="矩形 2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45719"/>
          </a:xfrm>
          <a:prstGeom prst="rect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074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1"/>
              <a:t>单击此处编辑母版标题样式</a:t>
            </a:r>
          </a:p>
        </p:txBody>
      </p:sp>
      <p:sp>
        <p:nvSpPr>
          <p:cNvPr id="1049076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/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1"/>
              <a:t>单击此处编辑母版文本样式</a:t>
            </a:r>
          </a:p>
          <a:p>
            <a:pPr lvl="1"/>
            <a:r>
              <a:rPr lang="zh-CN" altLang="en-US" dirty="1"/>
              <a:t>第二级</a:t>
            </a:r>
          </a:p>
          <a:p>
            <a:pPr lvl="2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三级</a:t>
            </a:r>
          </a:p>
          <a:p>
            <a:pPr lvl="3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四级</a:t>
            </a:r>
          </a:p>
          <a:p>
            <a:pPr lvl="4"/>
            <a:r>
              <a:rPr lang="zh-CN" altLang="en-US" dirty="1">
                <a:sym typeface="+mn-ea"/>
              </a:rPr>
              <a:t>第</a:t>
            </a:r>
            <a:r>
              <a:rPr lang="zh-CN" altLang="en-US" dirty="1"/>
              <a:t>五级</a:t>
            </a:r>
          </a:p>
        </p:txBody>
      </p:sp>
      <p:sp>
        <p:nvSpPr>
          <p:cNvPr id="1049078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049080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9082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9084" name="任意多边形: 形状 19"/>
          <p:cNvSpPr/>
          <p:nvPr userDrawn="1">
            <p:custDataLst>
              <p:tags r:id="rId8"/>
            </p:custDataLst>
          </p:nvPr>
        </p:nvSpPr>
        <p:spPr>
          <a:xfrm rot="2700000">
            <a:off x="-80199" y="5734664"/>
            <a:ext cx="332666" cy="332666"/>
          </a:xfrm>
          <a:custGeom>
            <a:gdLst>
              <a:gd name="connsiteX0" fmla="*/ 9730 w 332666"/>
              <a:gd name="connsiteY0" fmla="*/ 9730 h 332666"/>
              <a:gd name="connsiteX1" fmla="*/ 33220 w 332666"/>
              <a:gd name="connsiteY1" fmla="*/ 0 h 332666"/>
              <a:gd name="connsiteX2" fmla="*/ 299446 w 332666"/>
              <a:gd name="connsiteY2" fmla="*/ 0 h 332666"/>
              <a:gd name="connsiteX3" fmla="*/ 332666 w 332666"/>
              <a:gd name="connsiteY3" fmla="*/ 33220 h 332666"/>
              <a:gd name="connsiteX4" fmla="*/ 332666 w 332666"/>
              <a:gd name="connsiteY4" fmla="*/ 299446 h 332666"/>
              <a:gd name="connsiteX5" fmla="*/ 299446 w 332666"/>
              <a:gd name="connsiteY5" fmla="*/ 332666 h 332666"/>
              <a:gd name="connsiteX6" fmla="*/ 210854 w 332666"/>
              <a:gd name="connsiteY6" fmla="*/ 332666 h 332666"/>
              <a:gd name="connsiteX7" fmla="*/ 0 w 332666"/>
              <a:gd name="connsiteY7" fmla="*/ 121812 h 332666"/>
              <a:gd name="connsiteX8" fmla="*/ 0 w 332666"/>
              <a:gd name="connsiteY8" fmla="*/ 33220 h 332666"/>
              <a:gd name="connsiteX9" fmla="*/ 9730 w 332666"/>
              <a:gd name="connsiteY9" fmla="*/ 9730 h 33266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666" h="332666">
                <a:moveTo>
                  <a:pt x="9730" y="9730"/>
                </a:moveTo>
                <a:cubicBezTo>
                  <a:pt x="15742" y="3718"/>
                  <a:pt x="24047" y="0"/>
                  <a:pt x="33220" y="0"/>
                </a:cubicBezTo>
                <a:lnTo>
                  <a:pt x="299446" y="0"/>
                </a:lnTo>
                <a:cubicBezTo>
                  <a:pt x="317793" y="0"/>
                  <a:pt x="332666" y="14873"/>
                  <a:pt x="332666" y="33220"/>
                </a:cubicBezTo>
                <a:lnTo>
                  <a:pt x="332666" y="299446"/>
                </a:lnTo>
                <a:cubicBezTo>
                  <a:pt x="332666" y="317793"/>
                  <a:pt x="317793" y="332666"/>
                  <a:pt x="299446" y="332666"/>
                </a:cubicBezTo>
                <a:lnTo>
                  <a:pt x="210854" y="332666"/>
                </a:lnTo>
                <a:lnTo>
                  <a:pt x="0" y="121812"/>
                </a:lnTo>
                <a:lnTo>
                  <a:pt x="0" y="33220"/>
                </a:lnTo>
                <a:cubicBezTo>
                  <a:pt x="0" y="24047"/>
                  <a:pt x="3718" y="15742"/>
                  <a:pt x="9730" y="9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086" name="任意多边形: 形状 17"/>
          <p:cNvSpPr/>
          <p:nvPr userDrawn="1">
            <p:custDataLst>
              <p:tags r:id="rId9"/>
            </p:custDataLst>
          </p:nvPr>
        </p:nvSpPr>
        <p:spPr>
          <a:xfrm>
            <a:off x="366379" y="6222469"/>
            <a:ext cx="1304717" cy="634895"/>
          </a:xfrm>
          <a:custGeom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088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7009" y="6064359"/>
            <a:ext cx="1018554" cy="793006"/>
          </a:xfrm>
          <a:custGeom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090" name="任意多边形: 形状 35"/>
          <p:cNvSpPr/>
          <p:nvPr userDrawn="1">
            <p:custDataLst>
              <p:tags r:id="rId11"/>
            </p:custDataLst>
          </p:nvPr>
        </p:nvSpPr>
        <p:spPr>
          <a:xfrm>
            <a:off x="11017752" y="0"/>
            <a:ext cx="1167239" cy="517298"/>
          </a:xfrm>
          <a:custGeom>
            <a:gdLst>
              <a:gd name="connsiteX0" fmla="*/ 839552 w 1167239"/>
              <a:gd name="connsiteY0" fmla="*/ 189056 h 517298"/>
              <a:gd name="connsiteX1" fmla="*/ 855602 w 1167239"/>
              <a:gd name="connsiteY1" fmla="*/ 195704 h 517298"/>
              <a:gd name="connsiteX2" fmla="*/ 984236 w 1167239"/>
              <a:gd name="connsiteY2" fmla="*/ 324337 h 517298"/>
              <a:gd name="connsiteX3" fmla="*/ 984236 w 1167239"/>
              <a:gd name="connsiteY3" fmla="*/ 356438 h 517298"/>
              <a:gd name="connsiteX4" fmla="*/ 855602 w 1167239"/>
              <a:gd name="connsiteY4" fmla="*/ 485072 h 517298"/>
              <a:gd name="connsiteX5" fmla="*/ 823501 w 1167239"/>
              <a:gd name="connsiteY5" fmla="*/ 485072 h 517298"/>
              <a:gd name="connsiteX6" fmla="*/ 694868 w 1167239"/>
              <a:gd name="connsiteY6" fmla="*/ 356438 h 517298"/>
              <a:gd name="connsiteX7" fmla="*/ 694868 w 1167239"/>
              <a:gd name="connsiteY7" fmla="*/ 324336 h 517298"/>
              <a:gd name="connsiteX8" fmla="*/ 823501 w 1167239"/>
              <a:gd name="connsiteY8" fmla="*/ 195704 h 517298"/>
              <a:gd name="connsiteX9" fmla="*/ 839552 w 1167239"/>
              <a:gd name="connsiteY9" fmla="*/ 189056 h 517298"/>
              <a:gd name="connsiteX10" fmla="*/ 792602 w 1167239"/>
              <a:gd name="connsiteY10" fmla="*/ 0 h 517298"/>
              <a:gd name="connsiteX11" fmla="*/ 1167239 w 1167239"/>
              <a:gd name="connsiteY11" fmla="*/ 0 h 517298"/>
              <a:gd name="connsiteX12" fmla="*/ 1167239 w 1167239"/>
              <a:gd name="connsiteY12" fmla="*/ 40732 h 517298"/>
              <a:gd name="connsiteX13" fmla="*/ 1035929 w 1167239"/>
              <a:gd name="connsiteY13" fmla="*/ 172042 h 517298"/>
              <a:gd name="connsiteX14" fmla="*/ 964644 w 1167239"/>
              <a:gd name="connsiteY14" fmla="*/ 172042 h 517298"/>
              <a:gd name="connsiteX15" fmla="*/ 160371 w 1167239"/>
              <a:gd name="connsiteY15" fmla="*/ 0 h 517298"/>
              <a:gd name="connsiteX16" fmla="*/ 511724 w 1167239"/>
              <a:gd name="connsiteY16" fmla="*/ 0 h 517298"/>
              <a:gd name="connsiteX17" fmla="*/ 657332 w 1167239"/>
              <a:gd name="connsiteY17" fmla="*/ 145608 h 517298"/>
              <a:gd name="connsiteX18" fmla="*/ 657332 w 1167239"/>
              <a:gd name="connsiteY18" fmla="*/ 216893 h 517298"/>
              <a:gd name="connsiteX19" fmla="*/ 371690 w 1167239"/>
              <a:gd name="connsiteY19" fmla="*/ 502535 h 517298"/>
              <a:gd name="connsiteX20" fmla="*/ 300405 w 1167239"/>
              <a:gd name="connsiteY20" fmla="*/ 502535 h 517298"/>
              <a:gd name="connsiteX21" fmla="*/ 14763 w 1167239"/>
              <a:gd name="connsiteY21" fmla="*/ 216893 h 517298"/>
              <a:gd name="connsiteX22" fmla="*/ 14763 w 1167239"/>
              <a:gd name="connsiteY22" fmla="*/ 145608 h 51729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7239" h="517297">
                <a:moveTo>
                  <a:pt x="839552" y="189056"/>
                </a:moveTo>
                <a:cubicBezTo>
                  <a:pt x="845361" y="189055"/>
                  <a:pt x="851170" y="191272"/>
                  <a:pt x="855602" y="195704"/>
                </a:cubicBezTo>
                <a:lnTo>
                  <a:pt x="984236" y="324337"/>
                </a:lnTo>
                <a:cubicBezTo>
                  <a:pt x="993100" y="333201"/>
                  <a:pt x="993100" y="347574"/>
                  <a:pt x="984236" y="356438"/>
                </a:cubicBezTo>
                <a:lnTo>
                  <a:pt x="855602" y="485072"/>
                </a:lnTo>
                <a:cubicBezTo>
                  <a:pt x="846738" y="493936"/>
                  <a:pt x="832365" y="493936"/>
                  <a:pt x="823501" y="485072"/>
                </a:cubicBezTo>
                <a:lnTo>
                  <a:pt x="694868" y="356438"/>
                </a:lnTo>
                <a:cubicBezTo>
                  <a:pt x="686003" y="347574"/>
                  <a:pt x="686003" y="333201"/>
                  <a:pt x="694868" y="324336"/>
                </a:cubicBezTo>
                <a:lnTo>
                  <a:pt x="823501" y="195704"/>
                </a:lnTo>
                <a:cubicBezTo>
                  <a:pt x="827933" y="191272"/>
                  <a:pt x="833743" y="189056"/>
                  <a:pt x="839552" y="189056"/>
                </a:cubicBezTo>
                <a:close/>
                <a:moveTo>
                  <a:pt x="792602" y="0"/>
                </a:moveTo>
                <a:lnTo>
                  <a:pt x="1167239" y="0"/>
                </a:lnTo>
                <a:lnTo>
                  <a:pt x="1167239" y="40732"/>
                </a:lnTo>
                <a:lnTo>
                  <a:pt x="1035929" y="172042"/>
                </a:lnTo>
                <a:cubicBezTo>
                  <a:pt x="1016244" y="191727"/>
                  <a:pt x="984329" y="191726"/>
                  <a:pt x="964644" y="172042"/>
                </a:cubicBezTo>
                <a:close/>
                <a:moveTo>
                  <a:pt x="160371" y="0"/>
                </a:moveTo>
                <a:lnTo>
                  <a:pt x="511724" y="0"/>
                </a:lnTo>
                <a:lnTo>
                  <a:pt x="657332" y="145608"/>
                </a:lnTo>
                <a:cubicBezTo>
                  <a:pt x="677017" y="165292"/>
                  <a:pt x="677017" y="197209"/>
                  <a:pt x="657332" y="216893"/>
                </a:cubicBezTo>
                <a:lnTo>
                  <a:pt x="371690" y="502535"/>
                </a:lnTo>
                <a:cubicBezTo>
                  <a:pt x="352006" y="522220"/>
                  <a:pt x="320090" y="522220"/>
                  <a:pt x="300405" y="502535"/>
                </a:cubicBezTo>
                <a:lnTo>
                  <a:pt x="14763" y="216893"/>
                </a:lnTo>
                <a:cubicBezTo>
                  <a:pt x="-4921" y="197209"/>
                  <a:pt x="-4921" y="165292"/>
                  <a:pt x="14763" y="1456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092" name="KSO_TEMPLATE" hidden="1"/>
          <p:cNvSpPr/>
          <p:nvPr userDrawn="1">
            <p:custDataLst>
              <p:tags r:id="rId12"/>
            </p:custDataLst>
          </p:nvPr>
        </p:nvSpPr>
        <p:spPr>
          <a:xfrm flipH="1"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 spd="fast"/>
  <p:timing>
    <p:tnLst>
      <p:par>
        <p:cTn id="1" restart="never" nodeType="tmRoot"/>
      </p:par>
    </p:tn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91.xml" /><Relationship Id="rId3" Type="http://schemas.openxmlformats.org/officeDocument/2006/relationships/tags" Target="../tags/tag75.xml" /><Relationship Id="rId4" Type="http://schemas.openxmlformats.org/officeDocument/2006/relationships/tags" Target="../tags/tag104.xml" /><Relationship Id="rId5" Type="http://schemas.openxmlformats.org/officeDocument/2006/relationships/tags" Target="../tags/tag245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10" Type="http://schemas.openxmlformats.org/officeDocument/2006/relationships/tags" Target="../tags/tag279.xml" /><Relationship Id="rId11" Type="http://schemas.openxmlformats.org/officeDocument/2006/relationships/tags" Target="../tags/tag6.xml" /><Relationship Id="rId12" Type="http://schemas.openxmlformats.org/officeDocument/2006/relationships/tags" Target="../tags/tag374.xml" /><Relationship Id="rId13" Type="http://schemas.openxmlformats.org/officeDocument/2006/relationships/tags" Target="../tags/tag260.xml" /><Relationship Id="rId2" Type="http://schemas.openxmlformats.org/officeDocument/2006/relationships/tags" Target="../tags/tag313.xml" /><Relationship Id="rId3" Type="http://schemas.openxmlformats.org/officeDocument/2006/relationships/tags" Target="../tags/tag155.xml" /><Relationship Id="rId4" Type="http://schemas.openxmlformats.org/officeDocument/2006/relationships/tags" Target="../tags/tag187.xml" /><Relationship Id="rId5" Type="http://schemas.openxmlformats.org/officeDocument/2006/relationships/tags" Target="../tags/tag212.xml" /><Relationship Id="rId6" Type="http://schemas.openxmlformats.org/officeDocument/2006/relationships/tags" Target="../tags/tag379.xml" /><Relationship Id="rId7" Type="http://schemas.openxmlformats.org/officeDocument/2006/relationships/tags" Target="../tags/tag283.xml" /><Relationship Id="rId8" Type="http://schemas.openxmlformats.org/officeDocument/2006/relationships/tags" Target="../tags/tag182.xml" /><Relationship Id="rId9" Type="http://schemas.openxmlformats.org/officeDocument/2006/relationships/tags" Target="../tags/tag1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tags" Target="../tags/tag12.xml" /><Relationship Id="rId3" Type="http://schemas.openxmlformats.org/officeDocument/2006/relationships/tags" Target="../tags/tag113.xml" /><Relationship Id="rId4" Type="http://schemas.openxmlformats.org/officeDocument/2006/relationships/tags" Target="../tags/tag128.xml" /><Relationship Id="rId5" Type="http://schemas.openxmlformats.org/officeDocument/2006/relationships/tags" Target="../tags/tag12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32.xml" /><Relationship Id="rId11" Type="http://schemas.openxmlformats.org/officeDocument/2006/relationships/tags" Target="../tags/tag185.xml" /><Relationship Id="rId12" Type="http://schemas.openxmlformats.org/officeDocument/2006/relationships/image" Target="../media/image30.jpeg" /><Relationship Id="rId13" Type="http://schemas.openxmlformats.org/officeDocument/2006/relationships/tags" Target="../tags/tag8.xml" /><Relationship Id="rId14" Type="http://schemas.openxmlformats.org/officeDocument/2006/relationships/tags" Target="../tags/tag369.xml" /><Relationship Id="rId15" Type="http://schemas.openxmlformats.org/officeDocument/2006/relationships/tags" Target="../tags/tag44.xml" /><Relationship Id="rId16" Type="http://schemas.openxmlformats.org/officeDocument/2006/relationships/tags" Target="../tags/tag86.xml" /><Relationship Id="rId2" Type="http://schemas.openxmlformats.org/officeDocument/2006/relationships/notesSlide" Target="../notesSlides/notesSlide1.xml" /><Relationship Id="rId3" Type="http://schemas.openxmlformats.org/officeDocument/2006/relationships/tags" Target="../tags/tag384.xml" /><Relationship Id="rId4" Type="http://schemas.openxmlformats.org/officeDocument/2006/relationships/image" Target="../media/image31.jpeg" /><Relationship Id="rId5" Type="http://schemas.openxmlformats.org/officeDocument/2006/relationships/tags" Target="../tags/tag106.xml" /><Relationship Id="rId6" Type="http://schemas.openxmlformats.org/officeDocument/2006/relationships/tags" Target="../tags/tag116.xml" /><Relationship Id="rId7" Type="http://schemas.openxmlformats.org/officeDocument/2006/relationships/tags" Target="../tags/tag291.xml" /><Relationship Id="rId8" Type="http://schemas.openxmlformats.org/officeDocument/2006/relationships/image" Target="../media/image32.jpeg" /><Relationship Id="rId9" Type="http://schemas.openxmlformats.org/officeDocument/2006/relationships/tags" Target="../tags/tag26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151.xml" /><Relationship Id="rId11" Type="http://schemas.openxmlformats.org/officeDocument/2006/relationships/tags" Target="../tags/tag95.xml" /><Relationship Id="rId12" Type="http://schemas.openxmlformats.org/officeDocument/2006/relationships/tags" Target="../tags/tag304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3.jpeg" /><Relationship Id="rId4" Type="http://schemas.openxmlformats.org/officeDocument/2006/relationships/tags" Target="../tags/tag341.xml" /><Relationship Id="rId5" Type="http://schemas.openxmlformats.org/officeDocument/2006/relationships/tags" Target="../tags/tag316.xml" /><Relationship Id="rId6" Type="http://schemas.openxmlformats.org/officeDocument/2006/relationships/tags" Target="../tags/tag173.xml" /><Relationship Id="rId7" Type="http://schemas.openxmlformats.org/officeDocument/2006/relationships/tags" Target="../tags/tag122.xml" /><Relationship Id="rId8" Type="http://schemas.openxmlformats.org/officeDocument/2006/relationships/tags" Target="../tags/tag208.xml" /><Relationship Id="rId9" Type="http://schemas.openxmlformats.org/officeDocument/2006/relationships/tags" Target="../tags/tag10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10" Type="http://schemas.openxmlformats.org/officeDocument/2006/relationships/image" Target="../media/image34.jpeg" /><Relationship Id="rId11" Type="http://schemas.openxmlformats.org/officeDocument/2006/relationships/tags" Target="../tags/tag338.xml" /><Relationship Id="rId12" Type="http://schemas.openxmlformats.org/officeDocument/2006/relationships/tags" Target="../tags/tag19.xml" /><Relationship Id="rId13" Type="http://schemas.openxmlformats.org/officeDocument/2006/relationships/tags" Target="../tags/tag135.xml" /><Relationship Id="rId14" Type="http://schemas.openxmlformats.org/officeDocument/2006/relationships/tags" Target="../tags/tag90.xml" /><Relationship Id="rId15" Type="http://schemas.openxmlformats.org/officeDocument/2006/relationships/tags" Target="../tags/tag192.xml" /><Relationship Id="rId16" Type="http://schemas.openxmlformats.org/officeDocument/2006/relationships/tags" Target="../tags/tag334.xml" /><Relationship Id="rId17" Type="http://schemas.openxmlformats.org/officeDocument/2006/relationships/tags" Target="../tags/tag28.xml" /><Relationship Id="rId18" Type="http://schemas.openxmlformats.org/officeDocument/2006/relationships/tags" Target="../tags/tag170.xml" /><Relationship Id="rId2" Type="http://schemas.openxmlformats.org/officeDocument/2006/relationships/tags" Target="../tags/tag214.xml" /><Relationship Id="rId3" Type="http://schemas.openxmlformats.org/officeDocument/2006/relationships/tags" Target="../tags/tag82.xml" /><Relationship Id="rId4" Type="http://schemas.openxmlformats.org/officeDocument/2006/relationships/tags" Target="../tags/tag268.xml" /><Relationship Id="rId5" Type="http://schemas.openxmlformats.org/officeDocument/2006/relationships/tags" Target="../tags/tag250.xml" /><Relationship Id="rId6" Type="http://schemas.openxmlformats.org/officeDocument/2006/relationships/image" Target="../media/image35.jpeg" /><Relationship Id="rId7" Type="http://schemas.openxmlformats.org/officeDocument/2006/relationships/tags" Target="../tags/tag93.xml" /><Relationship Id="rId8" Type="http://schemas.openxmlformats.org/officeDocument/2006/relationships/image" Target="../media/image36.jpeg" /><Relationship Id="rId9" Type="http://schemas.openxmlformats.org/officeDocument/2006/relationships/tags" Target="../tags/tag31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373.xml" /><Relationship Id="rId11" Type="http://schemas.openxmlformats.org/officeDocument/2006/relationships/tags" Target="../tags/tag257.xml" /><Relationship Id="rId12" Type="http://schemas.openxmlformats.org/officeDocument/2006/relationships/tags" Target="../tags/tag34.xml" /><Relationship Id="rId13" Type="http://schemas.openxmlformats.org/officeDocument/2006/relationships/tags" Target="../tags/tag218.xml" /><Relationship Id="rId14" Type="http://schemas.openxmlformats.org/officeDocument/2006/relationships/tags" Target="../tags/tag29.xml" /><Relationship Id="rId15" Type="http://schemas.openxmlformats.org/officeDocument/2006/relationships/tags" Target="../tags/tag64.xml" /><Relationship Id="rId16" Type="http://schemas.openxmlformats.org/officeDocument/2006/relationships/tags" Target="../tags/tag71.xml" /><Relationship Id="rId17" Type="http://schemas.openxmlformats.org/officeDocument/2006/relationships/tags" Target="../tags/tag197.xml" /><Relationship Id="rId18" Type="http://schemas.openxmlformats.org/officeDocument/2006/relationships/tags" Target="../tags/tag247.xml" /><Relationship Id="rId19" Type="http://schemas.openxmlformats.org/officeDocument/2006/relationships/tags" Target="../tags/tag343.xml" /><Relationship Id="rId2" Type="http://schemas.openxmlformats.org/officeDocument/2006/relationships/notesSlide" Target="../notesSlides/notesSlide3.xml" /><Relationship Id="rId20" Type="http://schemas.openxmlformats.org/officeDocument/2006/relationships/tags" Target="../tags/tag54.xml" /><Relationship Id="rId21" Type="http://schemas.openxmlformats.org/officeDocument/2006/relationships/tags" Target="../tags/tag286.xml" /><Relationship Id="rId22" Type="http://schemas.openxmlformats.org/officeDocument/2006/relationships/tags" Target="../tags/tag140.xml" /><Relationship Id="rId23" Type="http://schemas.openxmlformats.org/officeDocument/2006/relationships/tags" Target="../tags/tag169.xml" /><Relationship Id="rId24" Type="http://schemas.openxmlformats.org/officeDocument/2006/relationships/tags" Target="../tags/tag352.xml" /><Relationship Id="rId3" Type="http://schemas.openxmlformats.org/officeDocument/2006/relationships/tags" Target="../tags/tag274.xml" /><Relationship Id="rId4" Type="http://schemas.openxmlformats.org/officeDocument/2006/relationships/tags" Target="../tags/tag255.xml" /><Relationship Id="rId5" Type="http://schemas.openxmlformats.org/officeDocument/2006/relationships/tags" Target="../tags/tag180.xml" /><Relationship Id="rId6" Type="http://schemas.openxmlformats.org/officeDocument/2006/relationships/tags" Target="../tags/tag328.xml" /><Relationship Id="rId7" Type="http://schemas.openxmlformats.org/officeDocument/2006/relationships/tags" Target="../tags/tag243.xml" /><Relationship Id="rId8" Type="http://schemas.openxmlformats.org/officeDocument/2006/relationships/tags" Target="../tags/tag200.xml" /><Relationship Id="rId9" Type="http://schemas.openxmlformats.org/officeDocument/2006/relationships/tags" Target="../tags/tag33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tags" Target="../tags/tag131.xml" /><Relationship Id="rId3" Type="http://schemas.openxmlformats.org/officeDocument/2006/relationships/tags" Target="../tags/tag97.xml" /><Relationship Id="rId4" Type="http://schemas.openxmlformats.org/officeDocument/2006/relationships/tags" Target="../tags/tag89.xml" /><Relationship Id="rId5" Type="http://schemas.openxmlformats.org/officeDocument/2006/relationships/tags" Target="../tags/tag16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53.xml" /><Relationship Id="rId11" Type="http://schemas.openxmlformats.org/officeDocument/2006/relationships/tags" Target="../tags/tag56.xml" /><Relationship Id="rId12" Type="http://schemas.openxmlformats.org/officeDocument/2006/relationships/tags" Target="../tags/tag231.xml" /><Relationship Id="rId13" Type="http://schemas.openxmlformats.org/officeDocument/2006/relationships/tags" Target="../tags/tag20.xml" /><Relationship Id="rId14" Type="http://schemas.openxmlformats.org/officeDocument/2006/relationships/tags" Target="../tags/tag335.xml" /><Relationship Id="rId2" Type="http://schemas.openxmlformats.org/officeDocument/2006/relationships/notesSlide" Target="../notesSlides/notesSlide4.xml" /><Relationship Id="rId3" Type="http://schemas.openxmlformats.org/officeDocument/2006/relationships/tags" Target="../tags/tag67.xml" /><Relationship Id="rId4" Type="http://schemas.openxmlformats.org/officeDocument/2006/relationships/image" Target="../media/image37.jpeg" /><Relationship Id="rId5" Type="http://schemas.openxmlformats.org/officeDocument/2006/relationships/tags" Target="../tags/tag270.xml" /><Relationship Id="rId6" Type="http://schemas.openxmlformats.org/officeDocument/2006/relationships/image" Target="../media/image38.jpeg" /><Relationship Id="rId7" Type="http://schemas.openxmlformats.org/officeDocument/2006/relationships/tags" Target="../tags/tag115.xml" /><Relationship Id="rId8" Type="http://schemas.openxmlformats.org/officeDocument/2006/relationships/tags" Target="../tags/tag59.xml" /><Relationship Id="rId9" Type="http://schemas.openxmlformats.org/officeDocument/2006/relationships/tags" Target="../tags/tag111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49.xml" /><Relationship Id="rId11" Type="http://schemas.openxmlformats.org/officeDocument/2006/relationships/image" Target="../media/image5.png" /><Relationship Id="rId12" Type="http://schemas.openxmlformats.org/officeDocument/2006/relationships/tags" Target="../tags/tag134.xml" /><Relationship Id="rId13" Type="http://schemas.openxmlformats.org/officeDocument/2006/relationships/image" Target="../media/image6.png" /><Relationship Id="rId14" Type="http://schemas.openxmlformats.org/officeDocument/2006/relationships/tags" Target="../tags/tag226.xml" /><Relationship Id="rId15" Type="http://schemas.openxmlformats.org/officeDocument/2006/relationships/tags" Target="../tags/tag52.xml" /><Relationship Id="rId2" Type="http://schemas.openxmlformats.org/officeDocument/2006/relationships/tags" Target="../tags/tag210.xml" /><Relationship Id="rId3" Type="http://schemas.openxmlformats.org/officeDocument/2006/relationships/tags" Target="../tags/tag273.xml" /><Relationship Id="rId4" Type="http://schemas.openxmlformats.org/officeDocument/2006/relationships/tags" Target="../tags/tag181.xml" /><Relationship Id="rId5" Type="http://schemas.openxmlformats.org/officeDocument/2006/relationships/tags" Target="../tags/tag156.xml" /><Relationship Id="rId6" Type="http://schemas.openxmlformats.org/officeDocument/2006/relationships/tags" Target="../tags/tag162.xml" /><Relationship Id="rId7" Type="http://schemas.openxmlformats.org/officeDocument/2006/relationships/tags" Target="../tags/tag302.xml" /><Relationship Id="rId8" Type="http://schemas.openxmlformats.org/officeDocument/2006/relationships/tags" Target="../tags/tag142.xml" /><Relationship Id="rId9" Type="http://schemas.openxmlformats.org/officeDocument/2006/relationships/tags" Target="../tags/tag381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81.xml" /><Relationship Id="rId11" Type="http://schemas.openxmlformats.org/officeDocument/2006/relationships/image" Target="../media/image7.jpeg" /><Relationship Id="rId12" Type="http://schemas.openxmlformats.org/officeDocument/2006/relationships/tags" Target="../tags/tag141.xml" /><Relationship Id="rId13" Type="http://schemas.openxmlformats.org/officeDocument/2006/relationships/tags" Target="../tags/tag79.xml" /><Relationship Id="rId2" Type="http://schemas.openxmlformats.org/officeDocument/2006/relationships/tags" Target="../tags/tag303.xml" /><Relationship Id="rId3" Type="http://schemas.openxmlformats.org/officeDocument/2006/relationships/tags" Target="../tags/tag31.xml" /><Relationship Id="rId4" Type="http://schemas.openxmlformats.org/officeDocument/2006/relationships/tags" Target="../tags/tag84.xml" /><Relationship Id="rId5" Type="http://schemas.openxmlformats.org/officeDocument/2006/relationships/tags" Target="../tags/tag205.xml" /><Relationship Id="rId6" Type="http://schemas.openxmlformats.org/officeDocument/2006/relationships/tags" Target="../tags/tag269.xml" /><Relationship Id="rId7" Type="http://schemas.openxmlformats.org/officeDocument/2006/relationships/tags" Target="../tags/tag323.xml" /><Relationship Id="rId8" Type="http://schemas.openxmlformats.org/officeDocument/2006/relationships/tags" Target="../tags/tag258.xml" /><Relationship Id="rId9" Type="http://schemas.openxmlformats.org/officeDocument/2006/relationships/image" Target="../media/image8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tags" Target="../tags/tag306.xml" /><Relationship Id="rId3" Type="http://schemas.openxmlformats.org/officeDocument/2006/relationships/tags" Target="../tags/tag346.xml" /><Relationship Id="rId4" Type="http://schemas.openxmlformats.org/officeDocument/2006/relationships/tags" Target="../tags/tag356.xml" /><Relationship Id="rId5" Type="http://schemas.openxmlformats.org/officeDocument/2006/relationships/tags" Target="../tags/tag10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36.xml" /><Relationship Id="rId11" Type="http://schemas.openxmlformats.org/officeDocument/2006/relationships/tags" Target="../tags/tag47.xml" /><Relationship Id="rId12" Type="http://schemas.openxmlformats.org/officeDocument/2006/relationships/tags" Target="../tags/tag139.xml" /><Relationship Id="rId13" Type="http://schemas.openxmlformats.org/officeDocument/2006/relationships/tags" Target="../tags/tag312.xml" /><Relationship Id="rId14" Type="http://schemas.openxmlformats.org/officeDocument/2006/relationships/tags" Target="../tags/tag326.xml" /><Relationship Id="rId2" Type="http://schemas.openxmlformats.org/officeDocument/2006/relationships/notesSlide" Target="../notesSlides/notesSlide5.xml" /><Relationship Id="rId3" Type="http://schemas.openxmlformats.org/officeDocument/2006/relationships/tags" Target="../tags/tag363.xml" /><Relationship Id="rId4" Type="http://schemas.openxmlformats.org/officeDocument/2006/relationships/image" Target="../media/image9.jpeg" /><Relationship Id="rId5" Type="http://schemas.openxmlformats.org/officeDocument/2006/relationships/tags" Target="../tags/tag364.xml" /><Relationship Id="rId6" Type="http://schemas.openxmlformats.org/officeDocument/2006/relationships/tags" Target="../tags/tag307.xml" /><Relationship Id="rId7" Type="http://schemas.openxmlformats.org/officeDocument/2006/relationships/tags" Target="../tags/tag216.xml" /><Relationship Id="rId8" Type="http://schemas.openxmlformats.org/officeDocument/2006/relationships/tags" Target="../tags/tag265.xml" /><Relationship Id="rId9" Type="http://schemas.openxmlformats.org/officeDocument/2006/relationships/tags" Target="../tags/tag99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image" Target="../media/image10.jpeg" /><Relationship Id="rId11" Type="http://schemas.openxmlformats.org/officeDocument/2006/relationships/tags" Target="../tags/tag121.xml" /><Relationship Id="rId12" Type="http://schemas.openxmlformats.org/officeDocument/2006/relationships/tags" Target="../tags/tag280.xml" /><Relationship Id="rId13" Type="http://schemas.openxmlformats.org/officeDocument/2006/relationships/tags" Target="../tags/tag22.xml" /><Relationship Id="rId14" Type="http://schemas.openxmlformats.org/officeDocument/2006/relationships/tags" Target="../tags/tag18.xml" /><Relationship Id="rId15" Type="http://schemas.openxmlformats.org/officeDocument/2006/relationships/tags" Target="../tags/tag252.xml" /><Relationship Id="rId2" Type="http://schemas.openxmlformats.org/officeDocument/2006/relationships/tags" Target="../tags/tag5.xml" /><Relationship Id="rId3" Type="http://schemas.openxmlformats.org/officeDocument/2006/relationships/tags" Target="../tags/tag207.xml" /><Relationship Id="rId4" Type="http://schemas.openxmlformats.org/officeDocument/2006/relationships/image" Target="../media/image11.jpeg" /><Relationship Id="rId5" Type="http://schemas.openxmlformats.org/officeDocument/2006/relationships/tags" Target="../tags/tag153.xml" /><Relationship Id="rId6" Type="http://schemas.openxmlformats.org/officeDocument/2006/relationships/tags" Target="../tags/tag319.xml" /><Relationship Id="rId7" Type="http://schemas.openxmlformats.org/officeDocument/2006/relationships/tags" Target="../tags/tag278.xml" /><Relationship Id="rId8" Type="http://schemas.openxmlformats.org/officeDocument/2006/relationships/tags" Target="../tags/tag39.xml" /><Relationship Id="rId9" Type="http://schemas.openxmlformats.org/officeDocument/2006/relationships/tags" Target="../tags/tag272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92.xml" /><Relationship Id="rId11" Type="http://schemas.openxmlformats.org/officeDocument/2006/relationships/tags" Target="../tags/tag267.xml" /><Relationship Id="rId12" Type="http://schemas.openxmlformats.org/officeDocument/2006/relationships/tags" Target="../tags/tag183.xml" /><Relationship Id="rId13" Type="http://schemas.openxmlformats.org/officeDocument/2006/relationships/tags" Target="../tags/tag370.xml" /><Relationship Id="rId14" Type="http://schemas.openxmlformats.org/officeDocument/2006/relationships/tags" Target="../tags/tag81.xml" /><Relationship Id="rId15" Type="http://schemas.openxmlformats.org/officeDocument/2006/relationships/tags" Target="../tags/tag193.xml" /><Relationship Id="rId16" Type="http://schemas.openxmlformats.org/officeDocument/2006/relationships/tags" Target="../tags/tag40.xml" /><Relationship Id="rId17" Type="http://schemas.openxmlformats.org/officeDocument/2006/relationships/tags" Target="../tags/tag329.xml" /><Relationship Id="rId18" Type="http://schemas.openxmlformats.org/officeDocument/2006/relationships/tags" Target="../tags/tag45.xml" /><Relationship Id="rId19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20" Type="http://schemas.openxmlformats.org/officeDocument/2006/relationships/tags" Target="../tags/tag382.xml" /><Relationship Id="rId21" Type="http://schemas.openxmlformats.org/officeDocument/2006/relationships/image" Target="../media/image13.png" /><Relationship Id="rId22" Type="http://schemas.openxmlformats.org/officeDocument/2006/relationships/tags" Target="../tags/tag221.xml" /><Relationship Id="rId23" Type="http://schemas.openxmlformats.org/officeDocument/2006/relationships/image" Target="../media/image14.png" /><Relationship Id="rId24" Type="http://schemas.openxmlformats.org/officeDocument/2006/relationships/tags" Target="../tags/tag51.xml" /><Relationship Id="rId25" Type="http://schemas.openxmlformats.org/officeDocument/2006/relationships/tags" Target="../tags/tag83.xml" /><Relationship Id="rId3" Type="http://schemas.openxmlformats.org/officeDocument/2006/relationships/tags" Target="../tags/tag299.xml" /><Relationship Id="rId4" Type="http://schemas.openxmlformats.org/officeDocument/2006/relationships/tags" Target="../tags/tag318.xml" /><Relationship Id="rId5" Type="http://schemas.openxmlformats.org/officeDocument/2006/relationships/tags" Target="../tags/tag23.xml" /><Relationship Id="rId6" Type="http://schemas.openxmlformats.org/officeDocument/2006/relationships/tags" Target="../tags/tag254.xml" /><Relationship Id="rId7" Type="http://schemas.openxmlformats.org/officeDocument/2006/relationships/tags" Target="../tags/tag87.xml" /><Relationship Id="rId8" Type="http://schemas.openxmlformats.org/officeDocument/2006/relationships/tags" Target="../tags/tag70.xml" /><Relationship Id="rId9" Type="http://schemas.openxmlformats.org/officeDocument/2006/relationships/tags" Target="../tags/tag194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130.xml" /><Relationship Id="rId11" Type="http://schemas.openxmlformats.org/officeDocument/2006/relationships/image" Target="../media/image15.jpeg" /><Relationship Id="rId12" Type="http://schemas.openxmlformats.org/officeDocument/2006/relationships/tags" Target="../tags/tag198.xml" /><Relationship Id="rId13" Type="http://schemas.openxmlformats.org/officeDocument/2006/relationships/tags" Target="../tags/tag386.xml" /><Relationship Id="rId14" Type="http://schemas.openxmlformats.org/officeDocument/2006/relationships/tags" Target="../tags/tag133.xml" /><Relationship Id="rId2" Type="http://schemas.openxmlformats.org/officeDocument/2006/relationships/notesSlide" Target="../notesSlides/notesSlide7.xml" /><Relationship Id="rId3" Type="http://schemas.openxmlformats.org/officeDocument/2006/relationships/tags" Target="../tags/tag295.xml" /><Relationship Id="rId4" Type="http://schemas.openxmlformats.org/officeDocument/2006/relationships/tags" Target="../tags/tag309.xml" /><Relationship Id="rId5" Type="http://schemas.openxmlformats.org/officeDocument/2006/relationships/tags" Target="../tags/tag126.xml" /><Relationship Id="rId6" Type="http://schemas.openxmlformats.org/officeDocument/2006/relationships/tags" Target="../tags/tag321.xml" /><Relationship Id="rId7" Type="http://schemas.openxmlformats.org/officeDocument/2006/relationships/image" Target="../media/image16.jpeg" /><Relationship Id="rId8" Type="http://schemas.openxmlformats.org/officeDocument/2006/relationships/tags" Target="../tags/tag78.xml" /><Relationship Id="rId9" Type="http://schemas.openxmlformats.org/officeDocument/2006/relationships/tags" Target="../tags/tag17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337.xml" /><Relationship Id="rId11" Type="http://schemas.openxmlformats.org/officeDocument/2006/relationships/tags" Target="../tags/tag320.xml" /><Relationship Id="rId12" Type="http://schemas.openxmlformats.org/officeDocument/2006/relationships/tags" Target="../tags/tag333.xml" /><Relationship Id="rId13" Type="http://schemas.openxmlformats.org/officeDocument/2006/relationships/tags" Target="../tags/tag232.xml" /><Relationship Id="rId14" Type="http://schemas.openxmlformats.org/officeDocument/2006/relationships/tags" Target="../tags/tag293.xml" /><Relationship Id="rId15" Type="http://schemas.openxmlformats.org/officeDocument/2006/relationships/tags" Target="../tags/tag378.xml" /><Relationship Id="rId16" Type="http://schemas.openxmlformats.org/officeDocument/2006/relationships/tags" Target="../tags/tag167.xml" /><Relationship Id="rId2" Type="http://schemas.openxmlformats.org/officeDocument/2006/relationships/tags" Target="../tags/tag361.xml" /><Relationship Id="rId3" Type="http://schemas.openxmlformats.org/officeDocument/2006/relationships/tags" Target="../tags/tag175.xml" /><Relationship Id="rId4" Type="http://schemas.openxmlformats.org/officeDocument/2006/relationships/tags" Target="../tags/tag344.xml" /><Relationship Id="rId5" Type="http://schemas.openxmlformats.org/officeDocument/2006/relationships/tags" Target="../tags/tag290.xml" /><Relationship Id="rId6" Type="http://schemas.openxmlformats.org/officeDocument/2006/relationships/tags" Target="../tags/tag190.xml" /><Relationship Id="rId7" Type="http://schemas.openxmlformats.org/officeDocument/2006/relationships/tags" Target="../tags/tag168.xml" /><Relationship Id="rId8" Type="http://schemas.openxmlformats.org/officeDocument/2006/relationships/tags" Target="../tags/tag277.xml" /><Relationship Id="rId9" Type="http://schemas.openxmlformats.org/officeDocument/2006/relationships/tags" Target="../tags/tag380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tags" Target="../tags/tag4.xml" /><Relationship Id="rId3" Type="http://schemas.openxmlformats.org/officeDocument/2006/relationships/tags" Target="../tags/tag148.xml" /><Relationship Id="rId4" Type="http://schemas.openxmlformats.org/officeDocument/2006/relationships/tags" Target="../tags/tag191.xml" /><Relationship Id="rId5" Type="http://schemas.openxmlformats.org/officeDocument/2006/relationships/tags" Target="../tags/tag2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10" Type="http://schemas.openxmlformats.org/officeDocument/2006/relationships/tags" Target="../tags/tag220.xml" /><Relationship Id="rId11" Type="http://schemas.openxmlformats.org/officeDocument/2006/relationships/image" Target="../media/image17.jpeg" /><Relationship Id="rId12" Type="http://schemas.openxmlformats.org/officeDocument/2006/relationships/tags" Target="../tags/tag219.xml" /><Relationship Id="rId13" Type="http://schemas.openxmlformats.org/officeDocument/2006/relationships/image" Target="../media/image18.jpeg" /><Relationship Id="rId14" Type="http://schemas.openxmlformats.org/officeDocument/2006/relationships/tags" Target="../tags/tag345.xml" /><Relationship Id="rId15" Type="http://schemas.openxmlformats.org/officeDocument/2006/relationships/tags" Target="../tags/tag310.xml" /><Relationship Id="rId16" Type="http://schemas.openxmlformats.org/officeDocument/2006/relationships/tags" Target="../tags/tag73.xml" /><Relationship Id="rId17" Type="http://schemas.openxmlformats.org/officeDocument/2006/relationships/tags" Target="../tags/tag311.xml" /><Relationship Id="rId18" Type="http://schemas.openxmlformats.org/officeDocument/2006/relationships/tags" Target="../tags/tag85.xml" /><Relationship Id="rId2" Type="http://schemas.openxmlformats.org/officeDocument/2006/relationships/tags" Target="../tags/tag350.xml" /><Relationship Id="rId3" Type="http://schemas.openxmlformats.org/officeDocument/2006/relationships/tags" Target="../tags/tag98.xml" /><Relationship Id="rId4" Type="http://schemas.openxmlformats.org/officeDocument/2006/relationships/tags" Target="../tags/tag17.xml" /><Relationship Id="rId5" Type="http://schemas.openxmlformats.org/officeDocument/2006/relationships/tags" Target="../tags/tag355.xml" /><Relationship Id="rId6" Type="http://schemas.openxmlformats.org/officeDocument/2006/relationships/tags" Target="../tags/tag375.xml" /><Relationship Id="rId7" Type="http://schemas.openxmlformats.org/officeDocument/2006/relationships/tags" Target="../tags/tag96.xml" /><Relationship Id="rId8" Type="http://schemas.openxmlformats.org/officeDocument/2006/relationships/tags" Target="../tags/tag105.xml" /><Relationship Id="rId9" Type="http://schemas.openxmlformats.org/officeDocument/2006/relationships/image" Target="../media/image19.jpe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09.xml" /><Relationship Id="rId11" Type="http://schemas.openxmlformats.org/officeDocument/2006/relationships/tags" Target="../tags/tag76.xml" /><Relationship Id="rId12" Type="http://schemas.openxmlformats.org/officeDocument/2006/relationships/tags" Target="../tags/tag202.xml" /><Relationship Id="rId2" Type="http://schemas.openxmlformats.org/officeDocument/2006/relationships/tags" Target="../tags/tag94.xml" /><Relationship Id="rId3" Type="http://schemas.openxmlformats.org/officeDocument/2006/relationships/tags" Target="../tags/tag275.xml" /><Relationship Id="rId4" Type="http://schemas.openxmlformats.org/officeDocument/2006/relationships/tags" Target="../tags/tag229.xml" /><Relationship Id="rId5" Type="http://schemas.openxmlformats.org/officeDocument/2006/relationships/tags" Target="../tags/tag196.xml" /><Relationship Id="rId6" Type="http://schemas.openxmlformats.org/officeDocument/2006/relationships/tags" Target="../tags/tag327.xml" /><Relationship Id="rId7" Type="http://schemas.openxmlformats.org/officeDocument/2006/relationships/tags" Target="../tags/tag58.xml" /><Relationship Id="rId8" Type="http://schemas.openxmlformats.org/officeDocument/2006/relationships/tags" Target="../tags/tag368.xml" /><Relationship Id="rId9" Type="http://schemas.openxmlformats.org/officeDocument/2006/relationships/tags" Target="../tags/tag184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25.xml" /><Relationship Id="rId11" Type="http://schemas.openxmlformats.org/officeDocument/2006/relationships/tags" Target="../tags/tag301.xml" /><Relationship Id="rId12" Type="http://schemas.openxmlformats.org/officeDocument/2006/relationships/tags" Target="../tags/tag217.xml" /><Relationship Id="rId13" Type="http://schemas.openxmlformats.org/officeDocument/2006/relationships/tags" Target="../tags/tag294.xml" /><Relationship Id="rId14" Type="http://schemas.openxmlformats.org/officeDocument/2006/relationships/tags" Target="../tags/tag224.xml" /><Relationship Id="rId2" Type="http://schemas.openxmlformats.org/officeDocument/2006/relationships/notesSlide" Target="../notesSlides/notesSlide8.xml" /><Relationship Id="rId3" Type="http://schemas.openxmlformats.org/officeDocument/2006/relationships/tags" Target="../tags/tag77.xml" /><Relationship Id="rId4" Type="http://schemas.openxmlformats.org/officeDocument/2006/relationships/image" Target="../media/image20.jpeg" /><Relationship Id="rId5" Type="http://schemas.openxmlformats.org/officeDocument/2006/relationships/tags" Target="../tags/tag118.xml" /><Relationship Id="rId6" Type="http://schemas.openxmlformats.org/officeDocument/2006/relationships/image" Target="../media/image21.jpeg" /><Relationship Id="rId7" Type="http://schemas.openxmlformats.org/officeDocument/2006/relationships/tags" Target="../tags/tag158.xml" /><Relationship Id="rId8" Type="http://schemas.openxmlformats.org/officeDocument/2006/relationships/tags" Target="../tags/tag367.xml" /><Relationship Id="rId9" Type="http://schemas.openxmlformats.org/officeDocument/2006/relationships/tags" Target="../tags/tag296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tags" Target="../tags/tag66.xml" /><Relationship Id="rId3" Type="http://schemas.openxmlformats.org/officeDocument/2006/relationships/tags" Target="../tags/tag189.xml" /><Relationship Id="rId4" Type="http://schemas.openxmlformats.org/officeDocument/2006/relationships/tags" Target="../tags/tag251.xml" /><Relationship Id="rId5" Type="http://schemas.openxmlformats.org/officeDocument/2006/relationships/tags" Target="../tags/tag3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107.xml" /><Relationship Id="rId11" Type="http://schemas.openxmlformats.org/officeDocument/2006/relationships/tags" Target="../tags/tag160.xml" /><Relationship Id="rId12" Type="http://schemas.openxmlformats.org/officeDocument/2006/relationships/tags" Target="../tags/tag282.xml" /><Relationship Id="rId2" Type="http://schemas.openxmlformats.org/officeDocument/2006/relationships/image" Target="../media/image22.jpeg" /><Relationship Id="rId3" Type="http://schemas.openxmlformats.org/officeDocument/2006/relationships/tags" Target="../tags/tag385.xml" /><Relationship Id="rId4" Type="http://schemas.openxmlformats.org/officeDocument/2006/relationships/tags" Target="../tags/tag110.xml" /><Relationship Id="rId5" Type="http://schemas.openxmlformats.org/officeDocument/2006/relationships/tags" Target="../tags/tag143.xml" /><Relationship Id="rId6" Type="http://schemas.openxmlformats.org/officeDocument/2006/relationships/tags" Target="../tags/tag354.xml" /><Relationship Id="rId7" Type="http://schemas.openxmlformats.org/officeDocument/2006/relationships/tags" Target="../tags/tag174.xml" /><Relationship Id="rId8" Type="http://schemas.openxmlformats.org/officeDocument/2006/relationships/tags" Target="../tags/tag63.xml" /><Relationship Id="rId9" Type="http://schemas.openxmlformats.org/officeDocument/2006/relationships/tags" Target="../tags/tag230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157.xml" /><Relationship Id="rId11" Type="http://schemas.openxmlformats.org/officeDocument/2006/relationships/tags" Target="../tags/tag65.xml" /><Relationship Id="rId12" Type="http://schemas.openxmlformats.org/officeDocument/2006/relationships/image" Target="../media/image23.jpeg" /><Relationship Id="rId13" Type="http://schemas.openxmlformats.org/officeDocument/2006/relationships/tags" Target="../tags/tag362.xml" /><Relationship Id="rId14" Type="http://schemas.openxmlformats.org/officeDocument/2006/relationships/tags" Target="../tags/tag347.xml" /><Relationship Id="rId15" Type="http://schemas.openxmlformats.org/officeDocument/2006/relationships/tags" Target="../tags/tag256.xml" /><Relationship Id="rId16" Type="http://schemas.openxmlformats.org/officeDocument/2006/relationships/tags" Target="../tags/tag43.xml" /><Relationship Id="rId2" Type="http://schemas.openxmlformats.org/officeDocument/2006/relationships/notesSlide" Target="../notesSlides/notesSlide9.xml" /><Relationship Id="rId3" Type="http://schemas.openxmlformats.org/officeDocument/2006/relationships/tags" Target="../tags/tag49.xml" /><Relationship Id="rId4" Type="http://schemas.openxmlformats.org/officeDocument/2006/relationships/image" Target="../media/image24.jpeg" /><Relationship Id="rId5" Type="http://schemas.openxmlformats.org/officeDocument/2006/relationships/tags" Target="../tags/tag305.xml" /><Relationship Id="rId6" Type="http://schemas.openxmlformats.org/officeDocument/2006/relationships/tags" Target="../tags/tag289.xml" /><Relationship Id="rId7" Type="http://schemas.openxmlformats.org/officeDocument/2006/relationships/tags" Target="../tags/tag276.xml" /><Relationship Id="rId8" Type="http://schemas.openxmlformats.org/officeDocument/2006/relationships/image" Target="../media/image25.jpeg" /><Relationship Id="rId9" Type="http://schemas.openxmlformats.org/officeDocument/2006/relationships/tags" Target="../tags/tag103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tags" Target="../tags/tag25.xml" /><Relationship Id="rId11" Type="http://schemas.openxmlformats.org/officeDocument/2006/relationships/tags" Target="../tags/tag300.xml" /><Relationship Id="rId12" Type="http://schemas.openxmlformats.org/officeDocument/2006/relationships/tags" Target="../tags/tag324.xml" /><Relationship Id="rId13" Type="http://schemas.openxmlformats.org/officeDocument/2006/relationships/tags" Target="../tags/tag330.xml" /><Relationship Id="rId14" Type="http://schemas.openxmlformats.org/officeDocument/2006/relationships/tags" Target="../tags/tag288.xml" /><Relationship Id="rId15" Type="http://schemas.openxmlformats.org/officeDocument/2006/relationships/tags" Target="../tags/tag114.xml" /><Relationship Id="rId16" Type="http://schemas.openxmlformats.org/officeDocument/2006/relationships/tags" Target="../tags/tag50.xml" /><Relationship Id="rId17" Type="http://schemas.openxmlformats.org/officeDocument/2006/relationships/tags" Target="../tags/tag33.xml" /><Relationship Id="rId18" Type="http://schemas.openxmlformats.org/officeDocument/2006/relationships/image" Target="../media/image26.png" /><Relationship Id="rId19" Type="http://schemas.openxmlformats.org/officeDocument/2006/relationships/tags" Target="../tags/tag72.xml" /><Relationship Id="rId2" Type="http://schemas.openxmlformats.org/officeDocument/2006/relationships/tags" Target="../tags/tag166.xml" /><Relationship Id="rId20" Type="http://schemas.openxmlformats.org/officeDocument/2006/relationships/image" Target="../media/image27.png" /><Relationship Id="rId21" Type="http://schemas.openxmlformats.org/officeDocument/2006/relationships/tags" Target="../tags/tag371.xml" /><Relationship Id="rId22" Type="http://schemas.openxmlformats.org/officeDocument/2006/relationships/image" Target="../media/image28.png" /><Relationship Id="rId23" Type="http://schemas.openxmlformats.org/officeDocument/2006/relationships/tags" Target="../tags/tag136.xml" /><Relationship Id="rId24" Type="http://schemas.openxmlformats.org/officeDocument/2006/relationships/tags" Target="../tags/tag223.xml" /><Relationship Id="rId25" Type="http://schemas.openxmlformats.org/officeDocument/2006/relationships/image" Target="../media/image29.png" /><Relationship Id="rId26" Type="http://schemas.openxmlformats.org/officeDocument/2006/relationships/tags" Target="../tags/tag204.xml" /><Relationship Id="rId27" Type="http://schemas.openxmlformats.org/officeDocument/2006/relationships/tags" Target="../tags/tag109.xml" /><Relationship Id="rId3" Type="http://schemas.openxmlformats.org/officeDocument/2006/relationships/tags" Target="../tags/tag1.xml" /><Relationship Id="rId4" Type="http://schemas.openxmlformats.org/officeDocument/2006/relationships/tags" Target="../tags/tag298.xml" /><Relationship Id="rId5" Type="http://schemas.openxmlformats.org/officeDocument/2006/relationships/tags" Target="../tags/tag215.xml" /><Relationship Id="rId6" Type="http://schemas.openxmlformats.org/officeDocument/2006/relationships/tags" Target="../tags/tag13.xml" /><Relationship Id="rId7" Type="http://schemas.openxmlformats.org/officeDocument/2006/relationships/tags" Target="../tags/tag62.xml" /><Relationship Id="rId8" Type="http://schemas.openxmlformats.org/officeDocument/2006/relationships/tags" Target="../tags/tag241.xml" /><Relationship Id="rId9" Type="http://schemas.openxmlformats.org/officeDocument/2006/relationships/tags" Target="../tags/tag117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tags" Target="../tags/tag239.xml" /><Relationship Id="rId3" Type="http://schemas.openxmlformats.org/officeDocument/2006/relationships/tags" Target="../tags/tag9.xml" /><Relationship Id="rId4" Type="http://schemas.openxmlformats.org/officeDocument/2006/relationships/tags" Target="../tags/tag22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1"/>
              <a:t>商务蓝绿色关系可视化图表集PPT模板</a:t>
            </a:r>
          </a:p>
        </p:txBody>
      </p:sp>
      <p:sp>
        <p:nvSpPr>
          <p:cNvPr id="1048650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单击此处添加副标题</a:t>
            </a:r>
          </a:p>
        </p:txBody>
      </p:sp>
      <p:sp>
        <p:nvSpPr>
          <p:cNvPr id="1048652" name="年份"/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 dirty="1"/>
              <a:t>20XX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1"/>
              <a:t>CONTENTS</a:t>
            </a:r>
          </a:p>
        </p:txBody>
      </p:sp>
      <p:sp>
        <p:nvSpPr>
          <p:cNvPr id="1048826" name="序号"/>
          <p:cNvSpPr txBox="1"/>
          <p:nvPr>
            <p:custDataLst>
              <p:tags r:id="rId3"/>
            </p:custDataLst>
          </p:nvPr>
        </p:nvSpPr>
        <p:spPr>
          <a:xfrm>
            <a:off x="362857" y="3003924"/>
            <a:ext cx="838109" cy="747493"/>
          </a:xfrm>
          <a:prstGeom prst="rect"/>
        </p:spPr>
        <p:txBody>
          <a:bodyPr vert="horz" wrap="square" lIns="0" tIns="0" rIns="0" bIns="0" rtlCol="0" anchor="ctr" anchorCtr="0">
            <a:normAutofit fontScale="97500" lnSpcReduction="10000"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b="1" dirty="1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1048828" name="项标题"/>
          <p:cNvSpPr txBox="1"/>
          <p:nvPr>
            <p:custDataLst>
              <p:tags r:id="rId4"/>
            </p:custDataLst>
          </p:nvPr>
        </p:nvSpPr>
        <p:spPr>
          <a:xfrm>
            <a:off x="1323340" y="3064510"/>
            <a:ext cx="2211070" cy="625475"/>
          </a:xfrm>
          <a:prstGeom prst="rect"/>
          <a:noFill/>
        </p:spPr>
        <p:txBody>
          <a:bodyPr wrap="square" lIns="0" tIns="0" rIns="0" bIns="0" rtlCol="0" anchor="ctr">
            <a:normAutofit fontScale="97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rPr>
              <a:t>模板的设计特点</a:t>
            </a:r>
          </a:p>
        </p:txBody>
      </p:sp>
      <p:sp>
        <p:nvSpPr>
          <p:cNvPr id="1048830" name="序号"/>
          <p:cNvSpPr txBox="1"/>
          <p:nvPr>
            <p:custDataLst>
              <p:tags r:id="rId5"/>
            </p:custDataLst>
          </p:nvPr>
        </p:nvSpPr>
        <p:spPr>
          <a:xfrm>
            <a:off x="3686628" y="3003924"/>
            <a:ext cx="838109" cy="747493"/>
          </a:xfrm>
          <a:prstGeom prst="rect"/>
        </p:spPr>
        <p:txBody>
          <a:bodyPr vert="horz" wrap="square" lIns="0" tIns="0" rIns="0" bIns="0" rtlCol="0" anchor="ctr" anchorCtr="0">
            <a:normAutofit fontScale="97500" lnSpcReduction="10000"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b="1" dirty="1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1048832" name="项标题"/>
          <p:cNvSpPr txBox="1"/>
          <p:nvPr>
            <p:custDataLst>
              <p:tags r:id="rId6"/>
            </p:custDataLst>
          </p:nvPr>
        </p:nvSpPr>
        <p:spPr>
          <a:xfrm>
            <a:off x="4647565" y="3064510"/>
            <a:ext cx="2211070" cy="625475"/>
          </a:xfrm>
          <a:prstGeom prst="rect"/>
          <a:noFill/>
        </p:spPr>
        <p:txBody>
          <a:bodyPr wrap="square" lIns="0" tIns="0" rIns="0" bIns="0" rtlCol="0" anchor="ctr">
            <a:normAutofit fontScale="97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rPr>
              <a:t>模板的适用场景</a:t>
            </a:r>
          </a:p>
        </p:txBody>
      </p:sp>
      <p:sp>
        <p:nvSpPr>
          <p:cNvPr id="1048834" name="序号"/>
          <p:cNvSpPr txBox="1"/>
          <p:nvPr>
            <p:custDataLst>
              <p:tags r:id="rId7"/>
            </p:custDataLst>
          </p:nvPr>
        </p:nvSpPr>
        <p:spPr>
          <a:xfrm>
            <a:off x="362857" y="3990896"/>
            <a:ext cx="838109" cy="747493"/>
          </a:xfrm>
          <a:prstGeom prst="rect"/>
        </p:spPr>
        <p:txBody>
          <a:bodyPr vert="horz" wrap="square" lIns="0" tIns="0" rIns="0" bIns="0" rtlCol="0" anchor="ctr" anchorCtr="0">
            <a:normAutofit fontScale="97500" lnSpcReduction="10000"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b="1" dirty="1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1048836" name="项标题"/>
          <p:cNvSpPr txBox="1"/>
          <p:nvPr>
            <p:custDataLst>
              <p:tags r:id="rId8"/>
            </p:custDataLst>
          </p:nvPr>
        </p:nvSpPr>
        <p:spPr>
          <a:xfrm>
            <a:off x="1323340" y="4051935"/>
            <a:ext cx="2211070" cy="625475"/>
          </a:xfrm>
          <a:prstGeom prst="rect"/>
          <a:noFill/>
        </p:spPr>
        <p:txBody>
          <a:bodyPr wrap="square" lIns="0" tIns="0" rIns="0" bIns="0" rtlCol="0" anchor="ctr">
            <a:normAutofit fontScale="97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rPr>
              <a:t>模板的图表类型</a:t>
            </a:r>
          </a:p>
        </p:txBody>
      </p:sp>
      <p:sp>
        <p:nvSpPr>
          <p:cNvPr id="1048838" name="序号"/>
          <p:cNvSpPr txBox="1"/>
          <p:nvPr>
            <p:custDataLst>
              <p:tags r:id="rId9"/>
            </p:custDataLst>
          </p:nvPr>
        </p:nvSpPr>
        <p:spPr>
          <a:xfrm>
            <a:off x="3686628" y="3990896"/>
            <a:ext cx="838109" cy="747493"/>
          </a:xfrm>
          <a:prstGeom prst="rect"/>
        </p:spPr>
        <p:txBody>
          <a:bodyPr vert="horz" wrap="square" lIns="0" tIns="0" rIns="0" bIns="0" rtlCol="0" anchor="ctr" anchorCtr="0">
            <a:normAutofit fontScale="97500" lnSpcReduction="10000"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b="1" dirty="1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1048840" name="项标题"/>
          <p:cNvSpPr txBox="1"/>
          <p:nvPr>
            <p:custDataLst>
              <p:tags r:id="rId10"/>
            </p:custDataLst>
          </p:nvPr>
        </p:nvSpPr>
        <p:spPr>
          <a:xfrm>
            <a:off x="4647565" y="4051935"/>
            <a:ext cx="2211070" cy="625475"/>
          </a:xfrm>
          <a:prstGeom prst="rect"/>
          <a:noFill/>
        </p:spPr>
        <p:txBody>
          <a:bodyPr wrap="square" lIns="0" tIns="0" rIns="0" bIns="0" rtlCol="0" anchor="ctr">
            <a:normAutofit fontScale="97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rPr>
              <a:t>模板的使用方法</a:t>
            </a:r>
          </a:p>
        </p:txBody>
      </p:sp>
      <p:sp>
        <p:nvSpPr>
          <p:cNvPr id="1048842" name="序号"/>
          <p:cNvSpPr txBox="1"/>
          <p:nvPr>
            <p:custDataLst>
              <p:tags r:id="rId11"/>
            </p:custDataLst>
          </p:nvPr>
        </p:nvSpPr>
        <p:spPr>
          <a:xfrm>
            <a:off x="362857" y="4977867"/>
            <a:ext cx="838109" cy="747493"/>
          </a:xfrm>
          <a:prstGeom prst="rect"/>
        </p:spPr>
        <p:txBody>
          <a:bodyPr vert="horz" wrap="square" lIns="0" tIns="0" rIns="0" bIns="0" rtlCol="0" anchor="ctr" anchorCtr="0">
            <a:normAutofit fontScale="97500" lnSpcReduction="10000"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b="1" dirty="1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1048844" name="项标题"/>
          <p:cNvSpPr txBox="1"/>
          <p:nvPr>
            <p:custDataLst>
              <p:tags r:id="rId12"/>
            </p:custDataLst>
          </p:nvPr>
        </p:nvSpPr>
        <p:spPr>
          <a:xfrm>
            <a:off x="1323340" y="5038725"/>
            <a:ext cx="2211070" cy="625475"/>
          </a:xfrm>
          <a:prstGeom prst="rect"/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rPr>
              <a:t>模板的优势</a:t>
            </a:r>
          </a:p>
        </p:txBody>
      </p:sp>
    </p:spTree>
    <p:custDataLst>
      <p:tags r:id="rId13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模板的设计特点</a:t>
            </a:r>
          </a:p>
        </p:txBody>
      </p:sp>
      <p:sp>
        <p:nvSpPr>
          <p:cNvPr id="1048894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章节副标题</a:t>
            </a:r>
          </a:p>
        </p:txBody>
      </p:sp>
      <p:sp>
        <p:nvSpPr>
          <p:cNvPr id="1048896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1"/>
              <a:t>01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色彩搭配</a:t>
            </a:r>
          </a:p>
        </p:txBody>
      </p:sp>
      <p:pic>
        <p:nvPicPr>
          <p:cNvPr id="2097171" name="图片 9" descr="/data/temp/ea079f31-2e40-11f0-888e-fe12b53a8e9e.jpg@base@tag=imgScale&amp;m=1&amp;w=689&amp;h=735&amp;q=95ea079f31-2e40-11f0-888e-fe12b53a8e9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t="10011" b="10011"/>
          <a:stretch>
            <a:fillRect/>
          </a:stretch>
        </p:blipFill>
        <p:spPr>
          <a:xfrm>
            <a:off x="1223056" y="1799464"/>
            <a:ext cx="2593474" cy="2766634"/>
          </a:xfrm>
          <a:custGeom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8950" name="矩形 10"/>
          <p:cNvSpPr/>
          <p:nvPr>
            <p:custDataLst>
              <p:tags r:id="rId6"/>
            </p:custDataLst>
          </p:nvPr>
        </p:nvSpPr>
        <p:spPr>
          <a:xfrm>
            <a:off x="1243610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蓝绿色调的搭配给人以清新、专业的感觉，适合商务场合，易于阅读。</a:t>
            </a:r>
          </a:p>
        </p:txBody>
      </p:sp>
      <p:sp>
        <p:nvSpPr>
          <p:cNvPr id="1048952" name="矩形 12"/>
          <p:cNvSpPr/>
          <p:nvPr>
            <p:custDataLst>
              <p:tags r:id="rId7"/>
            </p:custDataLst>
          </p:nvPr>
        </p:nvSpPr>
        <p:spPr>
          <a:xfrm>
            <a:off x="1243610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和谐的蓝绿色调</a:t>
            </a:r>
          </a:p>
        </p:txBody>
      </p:sp>
      <p:pic>
        <p:nvPicPr>
          <p:cNvPr id="2097173" name="图片 15" descr="/data/temp/ea079f47-2e40-11f0-888e-fe12b53a8e9e.jpg@base@tag=imgScale&amp;m=1&amp;w=689&amp;h=735&amp;q=95ea079f47-2e40-11f0-888e-fe12b53a8e9e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xmlns:r="http://schemas.openxmlformats.org/officeDocument/2006/relationships" r:embed="rId8"/>
          <a:srcRect l="14889" r="14889"/>
          <a:stretch>
            <a:fillRect/>
          </a:stretch>
        </p:blipFill>
        <p:spPr>
          <a:xfrm>
            <a:off x="4793521" y="1799464"/>
            <a:ext cx="2593055" cy="2766634"/>
          </a:xfrm>
          <a:custGeom>
            <a:gdLst>
              <a:gd name="connsiteX0" fmla="*/ 1241500 w 2483399"/>
              <a:gd name="connsiteY0" fmla="*/ 0 h 2649637"/>
              <a:gd name="connsiteX1" fmla="*/ 1241502 w 2483399"/>
              <a:gd name="connsiteY1" fmla="*/ 0 h 2649637"/>
              <a:gd name="connsiteX2" fmla="*/ 1281827 w 2483399"/>
              <a:gd name="connsiteY2" fmla="*/ 4783 h 2649637"/>
              <a:gd name="connsiteX3" fmla="*/ 1321025 w 2483399"/>
              <a:gd name="connsiteY3" fmla="*/ 19130 h 2649637"/>
              <a:gd name="connsiteX4" fmla="*/ 2385119 w 2483399"/>
              <a:gd name="connsiteY4" fmla="*/ 551178 h 2649637"/>
              <a:gd name="connsiteX5" fmla="*/ 2483399 w 2483399"/>
              <a:gd name="connsiteY5" fmla="*/ 710202 h 2649637"/>
              <a:gd name="connsiteX6" fmla="*/ 2483399 w 2483399"/>
              <a:gd name="connsiteY6" fmla="*/ 1939377 h 2649637"/>
              <a:gd name="connsiteX7" fmla="*/ 2385116 w 2483399"/>
              <a:gd name="connsiteY7" fmla="*/ 2098463 h 2649637"/>
              <a:gd name="connsiteX8" fmla="*/ 1321020 w 2483399"/>
              <a:gd name="connsiteY8" fmla="*/ 2630510 h 2649637"/>
              <a:gd name="connsiteX9" fmla="*/ 1161973 w 2483399"/>
              <a:gd name="connsiteY9" fmla="*/ 2630508 h 2649637"/>
              <a:gd name="connsiteX10" fmla="*/ 97878 w 2483399"/>
              <a:gd name="connsiteY10" fmla="*/ 2098461 h 2649637"/>
              <a:gd name="connsiteX11" fmla="*/ 6251 w 2483399"/>
              <a:gd name="connsiteY11" fmla="*/ 1989128 h 2649637"/>
              <a:gd name="connsiteX12" fmla="*/ 0 w 2483399"/>
              <a:gd name="connsiteY12" fmla="*/ 1942433 h 2649637"/>
              <a:gd name="connsiteX13" fmla="*/ 0 w 2483399"/>
              <a:gd name="connsiteY13" fmla="*/ 707266 h 2649637"/>
              <a:gd name="connsiteX14" fmla="*/ 6251 w 2483399"/>
              <a:gd name="connsiteY14" fmla="*/ 660560 h 2649637"/>
              <a:gd name="connsiteX15" fmla="*/ 97882 w 2483399"/>
              <a:gd name="connsiteY15" fmla="*/ 551176 h 2649637"/>
              <a:gd name="connsiteX16" fmla="*/ 1161977 w 2483399"/>
              <a:gd name="connsiteY16" fmla="*/ 19128 h 2649637"/>
              <a:gd name="connsiteX17" fmla="*/ 1201175 w 2483399"/>
              <a:gd name="connsiteY17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83399" h="2649637">
                <a:moveTo>
                  <a:pt x="1241500" y="0"/>
                </a:moveTo>
                <a:lnTo>
                  <a:pt x="1241502" y="0"/>
                </a:lnTo>
                <a:lnTo>
                  <a:pt x="1281827" y="4783"/>
                </a:lnTo>
                <a:cubicBezTo>
                  <a:pt x="1295144" y="7971"/>
                  <a:pt x="1308273" y="12754"/>
                  <a:pt x="1321025" y="19130"/>
                </a:cubicBezTo>
                <a:cubicBezTo>
                  <a:pt x="1372034" y="44635"/>
                  <a:pt x="2323220" y="520228"/>
                  <a:pt x="2385119" y="551178"/>
                </a:cubicBezTo>
                <a:cubicBezTo>
                  <a:pt x="2447019" y="582128"/>
                  <a:pt x="2483399" y="640996"/>
                  <a:pt x="2483399" y="710202"/>
                </a:cubicBezTo>
                <a:cubicBezTo>
                  <a:pt x="2483399" y="779408"/>
                  <a:pt x="2483399" y="1870171"/>
                  <a:pt x="2483399" y="1939377"/>
                </a:cubicBezTo>
                <a:cubicBezTo>
                  <a:pt x="2483399" y="2008583"/>
                  <a:pt x="2447016" y="2067513"/>
                  <a:pt x="2385116" y="2098463"/>
                </a:cubicBezTo>
                <a:cubicBezTo>
                  <a:pt x="2323216" y="2129413"/>
                  <a:pt x="1372030" y="2605005"/>
                  <a:pt x="1321020" y="2630510"/>
                </a:cubicBezTo>
                <a:cubicBezTo>
                  <a:pt x="1270011" y="2656015"/>
                  <a:pt x="1212983" y="2656012"/>
                  <a:pt x="1161973" y="2630508"/>
                </a:cubicBezTo>
                <a:cubicBezTo>
                  <a:pt x="1110964" y="2605002"/>
                  <a:pt x="159778" y="2129409"/>
                  <a:pt x="97878" y="2098461"/>
                </a:cubicBezTo>
                <a:cubicBezTo>
                  <a:pt x="51453" y="2075248"/>
                  <a:pt x="19384" y="2036331"/>
                  <a:pt x="6251" y="1989128"/>
                </a:cubicBezTo>
                <a:lnTo>
                  <a:pt x="0" y="1942433"/>
                </a:lnTo>
                <a:lnTo>
                  <a:pt x="0" y="707266"/>
                </a:lnTo>
                <a:lnTo>
                  <a:pt x="6251" y="660560"/>
                </a:lnTo>
                <a:cubicBezTo>
                  <a:pt x="19386" y="613339"/>
                  <a:pt x="51458" y="574388"/>
                  <a:pt x="97882" y="551176"/>
                </a:cubicBezTo>
                <a:cubicBezTo>
                  <a:pt x="159782" y="520225"/>
                  <a:pt x="1110967" y="44632"/>
                  <a:pt x="1161977" y="19128"/>
                </a:cubicBezTo>
                <a:cubicBezTo>
                  <a:pt x="1174730" y="12752"/>
                  <a:pt x="1187858" y="7969"/>
                  <a:pt x="1201175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8954" name="矩形 13"/>
          <p:cNvSpPr/>
          <p:nvPr>
            <p:custDataLst>
              <p:tags r:id="rId10"/>
            </p:custDataLst>
          </p:nvPr>
        </p:nvSpPr>
        <p:spPr>
          <a:xfrm>
            <a:off x="4820705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通过深浅不一的蓝绿色对比，增强图表的层次感，突出关键数据。</a:t>
            </a:r>
          </a:p>
        </p:txBody>
      </p:sp>
      <p:sp>
        <p:nvSpPr>
          <p:cNvPr id="1048956" name="矩形 14"/>
          <p:cNvSpPr/>
          <p:nvPr>
            <p:custDataLst>
              <p:tags r:id="rId11"/>
            </p:custDataLst>
          </p:nvPr>
        </p:nvSpPr>
        <p:spPr>
          <a:xfrm>
            <a:off x="4820705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色彩对比与层次感</a:t>
            </a:r>
          </a:p>
        </p:txBody>
      </p:sp>
      <p:pic>
        <p:nvPicPr>
          <p:cNvPr id="2097175" name="图片 16" descr="/data/temp/ea079f3c-2e40-11f0-888e-fe12b53a8e9e.jpg@base@tag=imgScale&amp;m=1&amp;w=689&amp;h=735&amp;q=95ea079f3c-2e40-11f0-888e-fe12b53a8e9e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xmlns:r="http://schemas.openxmlformats.org/officeDocument/2006/relationships" r:embed="rId12"/>
          <a:srcRect l="12432" r="12432"/>
          <a:stretch>
            <a:fillRect/>
          </a:stretch>
        </p:blipFill>
        <p:spPr>
          <a:xfrm>
            <a:off x="8371279" y="1799464"/>
            <a:ext cx="2593474" cy="2766634"/>
          </a:xfrm>
          <a:custGeom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8958" name="矩形 20"/>
          <p:cNvSpPr/>
          <p:nvPr>
            <p:custDataLst>
              <p:tags r:id="rId14"/>
            </p:custDataLst>
          </p:nvPr>
        </p:nvSpPr>
        <p:spPr>
          <a:xfrm>
            <a:off x="8397800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蓝绿色象征着信任与成长，使用在商务图表中，可传递积极的商业信息。</a:t>
            </a:r>
          </a:p>
        </p:txBody>
      </p:sp>
      <p:sp>
        <p:nvSpPr>
          <p:cNvPr id="1048960" name="矩形 21"/>
          <p:cNvSpPr/>
          <p:nvPr>
            <p:custDataLst>
              <p:tags r:id="rId15"/>
            </p:custDataLst>
          </p:nvPr>
        </p:nvSpPr>
        <p:spPr>
          <a:xfrm>
            <a:off x="8397800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色彩的象征意义</a:t>
            </a:r>
          </a:p>
        </p:txBody>
      </p:sp>
    </p:spTree>
    <p:custDataLst>
      <p:tags r:id="rId16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图片 1" descr="/data/temp/f1acb428-2e40-11f0-9214-7e0c63d9a9b2.jpg@base@tag=imgScale&amp;m=1&amp;w=2998&amp;h=831&amp;q=95f1acb428-2e40-11f0-9214-7e0c63d9a9b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xmlns:r="http://schemas.openxmlformats.org/officeDocument/2006/relationships" r:embed="rId3"/>
          <a:srcRect r="9801"/>
          <a:stretch>
            <a:fillRect/>
          </a:stretch>
        </p:blipFill>
        <p:spPr>
          <a:xfrm>
            <a:off x="696595" y="1411605"/>
            <a:ext cx="10800080" cy="2993390"/>
          </a:xfrm>
          <a:prstGeom prst="rect"/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000" name="矩形 2"/>
          <p:cNvSpPr/>
          <p:nvPr>
            <p:custDataLst>
              <p:tags r:id="rId5"/>
            </p:custDataLst>
          </p:nvPr>
        </p:nvSpPr>
        <p:spPr>
          <a:xfrm>
            <a:off x="10301605" y="4163098"/>
            <a:ext cx="1195070" cy="735965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002" name="标题 3"/>
          <p:cNvSpPr>
            <a:spLocks noGrp="1"/>
          </p:cNvSpPr>
          <p:nvPr>
            <p:custDataLst>
              <p:tags r:id="rId6"/>
            </p:custDataLst>
          </p:nvPr>
        </p:nvSpPr>
        <p:spPr>
          <a:xfrm rot="10800000">
            <a:off x="10639743" y="4330738"/>
            <a:ext cx="531495" cy="400685"/>
          </a:xfrm>
          <a:custGeom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1" h="985">
                <a:moveTo>
                  <a:pt x="1262" y="0"/>
                </a:moveTo>
                <a:lnTo>
                  <a:pt x="1351" y="188"/>
                </a:lnTo>
                <a:cubicBezTo>
                  <a:pt x="1260" y="218"/>
                  <a:pt x="1195" y="260"/>
                  <a:pt x="1155" y="314"/>
                </a:cubicBezTo>
                <a:cubicBezTo>
                  <a:pt x="1116" y="369"/>
                  <a:pt x="1095" y="440"/>
                  <a:pt x="1093" y="530"/>
                </a:cubicBezTo>
                <a:lnTo>
                  <a:pt x="1314" y="530"/>
                </a:lnTo>
                <a:lnTo>
                  <a:pt x="1314" y="986"/>
                </a:lnTo>
                <a:lnTo>
                  <a:pt x="858" y="986"/>
                </a:lnTo>
                <a:lnTo>
                  <a:pt x="858" y="660"/>
                </a:lnTo>
                <a:cubicBezTo>
                  <a:pt x="858" y="528"/>
                  <a:pt x="870" y="424"/>
                  <a:pt x="893" y="348"/>
                </a:cubicBezTo>
                <a:cubicBezTo>
                  <a:pt x="916" y="272"/>
                  <a:pt x="959" y="203"/>
                  <a:pt x="1022" y="143"/>
                </a:cubicBezTo>
                <a:cubicBezTo>
                  <a:pt x="1084" y="82"/>
                  <a:pt x="1164" y="35"/>
                  <a:pt x="1262" y="0"/>
                </a:cubicBezTo>
                <a:close/>
                <a:moveTo>
                  <a:pt x="404" y="0"/>
                </a:moveTo>
                <a:lnTo>
                  <a:pt x="493" y="188"/>
                </a:lnTo>
                <a:cubicBezTo>
                  <a:pt x="402" y="218"/>
                  <a:pt x="337" y="260"/>
                  <a:pt x="297" y="314"/>
                </a:cubicBezTo>
                <a:cubicBezTo>
                  <a:pt x="258" y="369"/>
                  <a:pt x="237" y="440"/>
                  <a:pt x="235" y="530"/>
                </a:cubicBezTo>
                <a:lnTo>
                  <a:pt x="456" y="530"/>
                </a:lnTo>
                <a:lnTo>
                  <a:pt x="456" y="986"/>
                </a:lnTo>
                <a:lnTo>
                  <a:pt x="0" y="986"/>
                </a:lnTo>
                <a:lnTo>
                  <a:pt x="0" y="660"/>
                </a:lnTo>
                <a:cubicBezTo>
                  <a:pt x="0" y="528"/>
                  <a:pt x="12" y="424"/>
                  <a:pt x="35" y="348"/>
                </a:cubicBezTo>
                <a:cubicBezTo>
                  <a:pt x="58" y="272"/>
                  <a:pt x="101" y="203"/>
                  <a:pt x="164" y="143"/>
                </a:cubicBezTo>
                <a:cubicBezTo>
                  <a:pt x="226" y="82"/>
                  <a:pt x="306" y="35"/>
                  <a:pt x="404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effectLst/>
        </p:spPr>
        <p:txBody>
          <a:bodyPr vert="horz" wrap="square" lIns="90000" tIns="46800" rIns="90000" bIns="46800" rtlCol="0" anchor="ctr" anchorCtr="0">
            <a:noAutofit/>
          </a:bodyPr>
          <a:lstStyle>
            <a:lvl1pPr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16600" b="1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  <p:sp>
        <p:nvSpPr>
          <p:cNvPr id="1049004" name="标题 6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dirty="1"/>
              <a:t>布局结构</a:t>
            </a:r>
          </a:p>
        </p:txBody>
      </p:sp>
      <p:sp>
        <p:nvSpPr>
          <p:cNvPr id="1049006" name="矩形 4"/>
          <p:cNvSpPr/>
          <p:nvPr>
            <p:custDataLst>
              <p:tags r:id="rId8"/>
            </p:custDataLst>
          </p:nvPr>
        </p:nvSpPr>
        <p:spPr>
          <a:xfrm>
            <a:off x="6210300" y="5215573"/>
            <a:ext cx="3959860" cy="1218565"/>
          </a:xfrm>
          <a:prstGeom prst="rect"/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通过颜色和形状的对比，模板强调了信息的层次感，使数据展示更为直观。</a:t>
            </a:r>
          </a:p>
        </p:txBody>
      </p:sp>
      <p:sp>
        <p:nvSpPr>
          <p:cNvPr id="1049008" name="矩形 5"/>
          <p:cNvSpPr/>
          <p:nvPr>
            <p:custDataLst>
              <p:tags r:id="rId9"/>
            </p:custDataLst>
          </p:nvPr>
        </p:nvSpPr>
        <p:spPr>
          <a:xfrm>
            <a:off x="6210300" y="4755833"/>
            <a:ext cx="3959860" cy="34925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清晰的视觉层次</a:t>
            </a:r>
          </a:p>
        </p:txBody>
      </p:sp>
      <p:sp>
        <p:nvSpPr>
          <p:cNvPr id="1049010" name="矩形 7"/>
          <p:cNvSpPr/>
          <p:nvPr>
            <p:custDataLst>
              <p:tags r:id="rId10"/>
            </p:custDataLst>
          </p:nvPr>
        </p:nvSpPr>
        <p:spPr>
          <a:xfrm>
            <a:off x="695960" y="5215573"/>
            <a:ext cx="3959860" cy="1218565"/>
          </a:xfrm>
          <a:prstGeom prst="rect"/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模板采用模块化设计，便于用户根据需要自由组合和调整图表布局。</a:t>
            </a:r>
          </a:p>
        </p:txBody>
      </p:sp>
      <p:sp>
        <p:nvSpPr>
          <p:cNvPr id="1049012" name="矩形 8"/>
          <p:cNvSpPr/>
          <p:nvPr>
            <p:custDataLst>
              <p:tags r:id="rId11"/>
            </p:custDataLst>
          </p:nvPr>
        </p:nvSpPr>
        <p:spPr>
          <a:xfrm>
            <a:off x="695960" y="4755833"/>
            <a:ext cx="3959860" cy="34925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模块化设计</a:t>
            </a:r>
          </a:p>
        </p:txBody>
      </p:sp>
    </p:spTree>
    <p:custDataLst>
      <p:tags r:id="rId12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2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字体选择</a:t>
            </a:r>
          </a:p>
        </p:txBody>
      </p:sp>
      <p:sp>
        <p:nvSpPr>
          <p:cNvPr id="1049054" name="矩形 1"/>
          <p:cNvSpPr/>
          <p:nvPr>
            <p:custDataLst>
              <p:tags r:id="rId3"/>
            </p:custDataLst>
          </p:nvPr>
        </p:nvSpPr>
        <p:spPr>
          <a:xfrm>
            <a:off x="695960" y="1416072"/>
            <a:ext cx="3358599" cy="4643712"/>
          </a:xfrm>
          <a:prstGeom prst="rect"/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049056" name="矩形 3"/>
          <p:cNvSpPr/>
          <p:nvPr>
            <p:custDataLst>
              <p:tags r:id="rId4"/>
            </p:custDataLst>
          </p:nvPr>
        </p:nvSpPr>
        <p:spPr>
          <a:xfrm>
            <a:off x="4417279" y="1416072"/>
            <a:ext cx="3358599" cy="4643712"/>
          </a:xfrm>
          <a:prstGeom prst="rect"/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049058" name="矩形 4"/>
          <p:cNvSpPr/>
          <p:nvPr>
            <p:custDataLst>
              <p:tags r:id="rId5"/>
            </p:custDataLst>
          </p:nvPr>
        </p:nvSpPr>
        <p:spPr>
          <a:xfrm>
            <a:off x="8137963" y="1416072"/>
            <a:ext cx="3358599" cy="4643712"/>
          </a:xfrm>
          <a:prstGeom prst="rect"/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2097179" name="图片 8" descr="/data/temp/f09bc7d3-2e40-11f0-8e02-4a679891df00.jpg@base@tag=imgScale&amp;m=1&amp;w=932&amp;h=529&amp;q=95f09bc7d3-2e40-11f0-8e02-4a679891df0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xmlns:r="http://schemas.openxmlformats.org/officeDocument/2006/relationships" r:embed="rId6"/>
          <a:srcRect l="479" r="479"/>
          <a:stretch>
            <a:fillRect/>
          </a:stretch>
        </p:blipFill>
        <p:spPr>
          <a:xfrm>
            <a:off x="8137963" y="1416072"/>
            <a:ext cx="3358599" cy="1906365"/>
          </a:xfrm>
          <a:custGeom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181" name="图片 18" descr="/data/temp/f09bc866-2e40-11f0-8e02-4a679891df00.jpg@base@tag=imgScale&amp;m=1&amp;w=932&amp;h=529&amp;q=95f09bc866-2e40-11f0-8e02-4a679891df0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xmlns:r="http://schemas.openxmlformats.org/officeDocument/2006/relationships" r:embed="rId8"/>
          <a:srcRect t="2413" b="2413"/>
          <a:stretch>
            <a:fillRect/>
          </a:stretch>
        </p:blipFill>
        <p:spPr>
          <a:xfrm>
            <a:off x="4417279" y="1416072"/>
            <a:ext cx="3358599" cy="1906365"/>
          </a:xfrm>
          <a:custGeom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097183" name="图片 19" descr="/data/temp/f09bc759-2e40-11f0-8e02-4a679891df00.jpg@base@tag=imgScale&amp;m=1&amp;w=932&amp;h=529&amp;q=95f09bc759-2e40-11f0-8e02-4a679891df0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xmlns:r="http://schemas.openxmlformats.org/officeDocument/2006/relationships" r:embed="rId10"/>
          <a:srcRect t="6169" b="6169"/>
          <a:stretch>
            <a:fillRect/>
          </a:stretch>
        </p:blipFill>
        <p:spPr>
          <a:xfrm>
            <a:off x="695960" y="1416072"/>
            <a:ext cx="3358599" cy="1906365"/>
          </a:xfrm>
          <a:custGeom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060" name="矩形 20"/>
          <p:cNvSpPr/>
          <p:nvPr>
            <p:custDataLst>
              <p:tags r:id="rId12"/>
            </p:custDataLst>
          </p:nvPr>
        </p:nvSpPr>
        <p:spPr>
          <a:xfrm>
            <a:off x="1052851" y="3505980"/>
            <a:ext cx="2661228" cy="532781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专业性与可读性</a:t>
            </a:r>
          </a:p>
        </p:txBody>
      </p:sp>
      <p:sp>
        <p:nvSpPr>
          <p:cNvPr id="1049062" name="矩形 21"/>
          <p:cNvSpPr/>
          <p:nvPr>
            <p:custDataLst>
              <p:tags r:id="rId13"/>
            </p:custDataLst>
          </p:nvPr>
        </p:nvSpPr>
        <p:spPr>
          <a:xfrm>
            <a:off x="1052216" y="4139112"/>
            <a:ext cx="2661864" cy="183508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选择清晰易读的字体，确保信息传达的专业性和效率。</a:t>
            </a:r>
          </a:p>
        </p:txBody>
      </p:sp>
      <p:sp>
        <p:nvSpPr>
          <p:cNvPr id="1049064" name="矩形 22"/>
          <p:cNvSpPr/>
          <p:nvPr>
            <p:custDataLst>
              <p:tags r:id="rId14"/>
            </p:custDataLst>
          </p:nvPr>
        </p:nvSpPr>
        <p:spPr>
          <a:xfrm>
            <a:off x="4774170" y="3505980"/>
            <a:ext cx="2659955" cy="532782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rgbClr val="FFFFFF"/>
                </a:solidFill>
                <a:latin typeface="+mn-ea"/>
                <a:cs typeface="+mn-ea"/>
              </a:rPr>
              <a:t>颜色搭配</a:t>
            </a:r>
          </a:p>
        </p:txBody>
      </p:sp>
      <p:sp>
        <p:nvSpPr>
          <p:cNvPr id="1049066" name="矩形 23"/>
          <p:cNvSpPr/>
          <p:nvPr>
            <p:custDataLst>
              <p:tags r:id="rId15"/>
            </p:custDataLst>
          </p:nvPr>
        </p:nvSpPr>
        <p:spPr>
          <a:xfrm>
            <a:off x="4773535" y="4139112"/>
            <a:ext cx="2661864" cy="183508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solidFill>
                  <a:srgbClr val="FFFFFF"/>
                </a:solidFill>
                <a:latin typeface="+mn-ea"/>
                <a:cs typeface="+mn-ea"/>
              </a:rPr>
              <a:t>字体颜色与背景色形成对比，增强视觉效果，避免阅读疲劳。</a:t>
            </a:r>
          </a:p>
        </p:txBody>
      </p:sp>
      <p:sp>
        <p:nvSpPr>
          <p:cNvPr id="1049068" name="矩形 24"/>
          <p:cNvSpPr/>
          <p:nvPr>
            <p:custDataLst>
              <p:tags r:id="rId16"/>
            </p:custDataLst>
          </p:nvPr>
        </p:nvSpPr>
        <p:spPr>
          <a:xfrm>
            <a:off x="8496124" y="3505980"/>
            <a:ext cx="2658049" cy="532782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风格一致性</a:t>
            </a:r>
          </a:p>
        </p:txBody>
      </p:sp>
      <p:sp>
        <p:nvSpPr>
          <p:cNvPr id="1049070" name="矩形 25"/>
          <p:cNvSpPr/>
          <p:nvPr>
            <p:custDataLst>
              <p:tags r:id="rId17"/>
            </p:custDataLst>
          </p:nvPr>
        </p:nvSpPr>
        <p:spPr>
          <a:xfrm>
            <a:off x="8494219" y="4139112"/>
            <a:ext cx="2661864" cy="183508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整个模板中使用统一风格的字体，保持整体设计的协调性和专业感。</a:t>
            </a:r>
          </a:p>
        </p:txBody>
      </p:sp>
    </p:spTree>
    <p:custDataLst>
      <p:tags r:id="rId18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0" name="标题 8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图表风格</a:t>
            </a:r>
          </a:p>
        </p:txBody>
      </p:sp>
      <p:sp>
        <p:nvSpPr>
          <p:cNvPr id="1049112" name="矩形: 圆角 2"/>
          <p:cNvSpPr/>
          <p:nvPr>
            <p:custDataLst>
              <p:tags r:id="rId4"/>
            </p:custDataLst>
          </p:nvPr>
        </p:nvSpPr>
        <p:spPr>
          <a:xfrm>
            <a:off x="696595" y="2412309"/>
            <a:ext cx="2495360" cy="3110454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49114" name="矩形 3"/>
          <p:cNvSpPr/>
          <p:nvPr>
            <p:custDataLst>
              <p:tags r:id="rId5"/>
            </p:custDataLst>
          </p:nvPr>
        </p:nvSpPr>
        <p:spPr>
          <a:xfrm>
            <a:off x="961842" y="3540723"/>
            <a:ext cx="1995397" cy="17625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采用清晰的线条和颜色，确保信息传达直观易懂，避免视觉干扰。</a:t>
            </a:r>
          </a:p>
        </p:txBody>
      </p:sp>
      <p:sp>
        <p:nvSpPr>
          <p:cNvPr id="1049116" name="圆角矩形 9"/>
          <p:cNvSpPr/>
          <p:nvPr>
            <p:custDataLst>
              <p:tags r:id="rId6"/>
            </p:custDataLst>
          </p:nvPr>
        </p:nvSpPr>
        <p:spPr>
          <a:xfrm>
            <a:off x="961842" y="1974683"/>
            <a:ext cx="695240" cy="68124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1049118" name="矩形: 圆角 2"/>
          <p:cNvSpPr/>
          <p:nvPr>
            <p:custDataLst>
              <p:tags r:id="rId7"/>
            </p:custDataLst>
          </p:nvPr>
        </p:nvSpPr>
        <p:spPr>
          <a:xfrm>
            <a:off x="3464835" y="2412309"/>
            <a:ext cx="2495360" cy="3110454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49120" name="矩形 11"/>
          <p:cNvSpPr/>
          <p:nvPr>
            <p:custDataLst>
              <p:tags r:id="rId8"/>
            </p:custDataLst>
          </p:nvPr>
        </p:nvSpPr>
        <p:spPr>
          <a:xfrm>
            <a:off x="3730083" y="3544539"/>
            <a:ext cx="1995397" cy="17625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使用蓝绿色调，营造专业稳重的商务氛围，同时不失活力。</a:t>
            </a:r>
          </a:p>
        </p:txBody>
      </p:sp>
      <p:sp>
        <p:nvSpPr>
          <p:cNvPr id="1049122" name="圆角矩形 12"/>
          <p:cNvSpPr/>
          <p:nvPr>
            <p:custDataLst>
              <p:tags r:id="rId9"/>
            </p:custDataLst>
          </p:nvPr>
        </p:nvSpPr>
        <p:spPr>
          <a:xfrm>
            <a:off x="3730083" y="1974683"/>
            <a:ext cx="695240" cy="68124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1049124" name="矩形: 圆角 2"/>
          <p:cNvSpPr/>
          <p:nvPr>
            <p:custDataLst>
              <p:tags r:id="rId10"/>
            </p:custDataLst>
          </p:nvPr>
        </p:nvSpPr>
        <p:spPr>
          <a:xfrm>
            <a:off x="6233076" y="2412309"/>
            <a:ext cx="2495360" cy="3110454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49126" name="矩形 13"/>
          <p:cNvSpPr/>
          <p:nvPr>
            <p:custDataLst>
              <p:tags r:id="rId11"/>
            </p:custDataLst>
          </p:nvPr>
        </p:nvSpPr>
        <p:spPr>
          <a:xfrm>
            <a:off x="6498323" y="3540723"/>
            <a:ext cx="1995397" cy="17625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集成动态图表和交互式元素，使数据展示更加生动，增强用户体验。</a:t>
            </a:r>
          </a:p>
        </p:txBody>
      </p:sp>
      <p:sp>
        <p:nvSpPr>
          <p:cNvPr id="1049128" name="圆角矩形 64"/>
          <p:cNvSpPr/>
          <p:nvPr>
            <p:custDataLst>
              <p:tags r:id="rId12"/>
            </p:custDataLst>
          </p:nvPr>
        </p:nvSpPr>
        <p:spPr>
          <a:xfrm>
            <a:off x="6498323" y="1974683"/>
            <a:ext cx="695240" cy="68124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1049130" name="矩形: 圆角 2"/>
          <p:cNvSpPr/>
          <p:nvPr>
            <p:custDataLst>
              <p:tags r:id="rId13"/>
            </p:custDataLst>
          </p:nvPr>
        </p:nvSpPr>
        <p:spPr>
          <a:xfrm>
            <a:off x="9001316" y="2412309"/>
            <a:ext cx="2495360" cy="3110454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49132" name="矩形 14"/>
          <p:cNvSpPr/>
          <p:nvPr>
            <p:custDataLst>
              <p:tags r:id="rId14"/>
            </p:custDataLst>
          </p:nvPr>
        </p:nvSpPr>
        <p:spPr>
          <a:xfrm>
            <a:off x="9266563" y="3544539"/>
            <a:ext cx="1995397" cy="17625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图表设计采用模块化，便于用户根据需要自由组合和调整，提高灵活性。</a:t>
            </a:r>
          </a:p>
        </p:txBody>
      </p:sp>
      <p:sp>
        <p:nvSpPr>
          <p:cNvPr id="1049134" name="圆角矩形 70"/>
          <p:cNvSpPr/>
          <p:nvPr>
            <p:custDataLst>
              <p:tags r:id="rId15"/>
            </p:custDataLst>
          </p:nvPr>
        </p:nvSpPr>
        <p:spPr>
          <a:xfrm>
            <a:off x="9266563" y="1974683"/>
            <a:ext cx="695240" cy="68124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</a:p>
        </p:txBody>
      </p:sp>
      <p:cxnSp>
        <p:nvCxnSpPr>
          <p:cNvPr id="3145735" name="直接连接符 15"/>
          <p:cNvCxnSpPr/>
          <p:nvPr>
            <p:custDataLst>
              <p:tags r:id="rId16"/>
            </p:custDataLst>
          </p:nvPr>
        </p:nvCxnSpPr>
        <p:spPr>
          <a:xfrm flipV="1">
            <a:off x="882332" y="3391879"/>
            <a:ext cx="2128263" cy="0"/>
          </a:xfrm>
          <a:prstGeom prst="line"/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37" name="直接连接符 16"/>
          <p:cNvCxnSpPr/>
          <p:nvPr>
            <p:custDataLst>
              <p:tags r:id="rId17"/>
            </p:custDataLst>
          </p:nvPr>
        </p:nvCxnSpPr>
        <p:spPr>
          <a:xfrm flipV="1">
            <a:off x="3650572" y="3391879"/>
            <a:ext cx="2128263" cy="0"/>
          </a:xfrm>
          <a:prstGeom prst="line"/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39" name="直接连接符 74"/>
          <p:cNvCxnSpPr/>
          <p:nvPr>
            <p:custDataLst>
              <p:tags r:id="rId18"/>
            </p:custDataLst>
          </p:nvPr>
        </p:nvCxnSpPr>
        <p:spPr>
          <a:xfrm flipV="1">
            <a:off x="6418812" y="3391879"/>
            <a:ext cx="2128263" cy="0"/>
          </a:xfrm>
          <a:prstGeom prst="line"/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5741" name="直接连接符 75"/>
          <p:cNvCxnSpPr/>
          <p:nvPr>
            <p:custDataLst>
              <p:tags r:id="rId19"/>
            </p:custDataLst>
          </p:nvPr>
        </p:nvCxnSpPr>
        <p:spPr>
          <a:xfrm flipV="1">
            <a:off x="9187053" y="3391879"/>
            <a:ext cx="2128263" cy="0"/>
          </a:xfrm>
          <a:prstGeom prst="line"/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9136" name="矩形 17"/>
          <p:cNvSpPr/>
          <p:nvPr>
            <p:custDataLst>
              <p:tags r:id="rId20"/>
            </p:custDataLst>
          </p:nvPr>
        </p:nvSpPr>
        <p:spPr>
          <a:xfrm>
            <a:off x="965023" y="2802229"/>
            <a:ext cx="1995711" cy="443351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1">
                <a:solidFill>
                  <a:schemeClr val="accent1"/>
                </a:solidFill>
                <a:latin typeface="+mn-ea"/>
                <a:cs typeface="+mn-ea"/>
              </a:rPr>
              <a:t>简洁明了的视觉效果</a:t>
            </a:r>
          </a:p>
        </p:txBody>
      </p:sp>
      <p:sp>
        <p:nvSpPr>
          <p:cNvPr id="1049138" name="矩形 18"/>
          <p:cNvSpPr/>
          <p:nvPr>
            <p:custDataLst>
              <p:tags r:id="rId21"/>
            </p:custDataLst>
          </p:nvPr>
        </p:nvSpPr>
        <p:spPr>
          <a:xfrm>
            <a:off x="3735807" y="2803501"/>
            <a:ext cx="1995711" cy="443351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1">
                <a:solidFill>
                  <a:schemeClr val="accent1"/>
                </a:solidFill>
                <a:latin typeface="+mn-ea"/>
                <a:cs typeface="+mn-ea"/>
              </a:rPr>
              <a:t>专业商务色彩搭配</a:t>
            </a:r>
          </a:p>
        </p:txBody>
      </p:sp>
      <p:sp>
        <p:nvSpPr>
          <p:cNvPr id="1049140" name="矩形 19"/>
          <p:cNvSpPr/>
          <p:nvPr>
            <p:custDataLst>
              <p:tags r:id="rId22"/>
            </p:custDataLst>
          </p:nvPr>
        </p:nvSpPr>
        <p:spPr>
          <a:xfrm>
            <a:off x="6498323" y="2802229"/>
            <a:ext cx="1995711" cy="443351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1">
                <a:solidFill>
                  <a:schemeClr val="accent1"/>
                </a:solidFill>
                <a:latin typeface="+mn-ea"/>
                <a:cs typeface="+mn-ea"/>
              </a:rPr>
              <a:t>动态交互式元素</a:t>
            </a:r>
          </a:p>
        </p:txBody>
      </p:sp>
      <p:sp>
        <p:nvSpPr>
          <p:cNvPr id="1049142" name="矩形 20"/>
          <p:cNvSpPr/>
          <p:nvPr>
            <p:custDataLst>
              <p:tags r:id="rId23"/>
            </p:custDataLst>
          </p:nvPr>
        </p:nvSpPr>
        <p:spPr>
          <a:xfrm>
            <a:off x="9266563" y="2803501"/>
            <a:ext cx="1995711" cy="443351"/>
          </a:xfrm>
          <a:prstGeom prst="rect"/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1">
                <a:solidFill>
                  <a:schemeClr val="accent1"/>
                </a:solidFill>
                <a:latin typeface="+mn-ea"/>
                <a:cs typeface="+mn-ea"/>
              </a:rPr>
              <a:t>模块化设计</a:t>
            </a:r>
          </a:p>
        </p:txBody>
      </p:sp>
    </p:spTree>
    <p:custDataLst>
      <p:tags r:id="rId2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模板的适用场景</a:t>
            </a:r>
          </a:p>
        </p:txBody>
      </p:sp>
      <p:sp>
        <p:nvSpPr>
          <p:cNvPr id="1049184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章节副标题</a:t>
            </a:r>
          </a:p>
        </p:txBody>
      </p:sp>
      <p:sp>
        <p:nvSpPr>
          <p:cNvPr id="1049186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1"/>
              <a:t>02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8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商务报告</a:t>
            </a:r>
          </a:p>
        </p:txBody>
      </p:sp>
      <p:pic>
        <p:nvPicPr>
          <p:cNvPr id="2097189" name="图片 3" descr="/data/temp/f07dad1e-2e40-11f0-888e-fe12b53a8e9e.jpg@base@tag=imgScale&amp;m=1&amp;w=1182&amp;h=546&amp;q=95f07dad1e-2e40-11f0-888e-fe12b53a8e9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l="3529" r="3529"/>
          <a:stretch>
            <a:fillRect/>
          </a:stretch>
        </p:blipFill>
        <p:spPr>
          <a:xfrm>
            <a:off x="695326" y="4048671"/>
            <a:ext cx="4259186" cy="1965513"/>
          </a:xfrm>
          <a:custGeom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1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191" name="图片 9" descr="/data/temp/f07daaaa-2e40-11f0-888e-fe12b53a8e9e.jpg@base@tag=imgScale&amp;m=1&amp;w=1182&amp;h=546&amp;q=95f07daaaa-2e40-11f0-888e-fe12b53a8e9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xmlns:r="http://schemas.openxmlformats.org/officeDocument/2006/relationships" r:embed="rId6"/>
          <a:srcRect t="11544" b="11544"/>
          <a:stretch>
            <a:fillRect/>
          </a:stretch>
        </p:blipFill>
        <p:spPr>
          <a:xfrm>
            <a:off x="695326" y="1587284"/>
            <a:ext cx="4259186" cy="1965513"/>
          </a:xfrm>
          <a:custGeom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1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240" name="矩形 10"/>
          <p:cNvSpPr/>
          <p:nvPr>
            <p:custDataLst>
              <p:tags r:id="rId8"/>
            </p:custDataLst>
          </p:nvPr>
        </p:nvSpPr>
        <p:spPr>
          <a:xfrm>
            <a:off x="6004834" y="2188025"/>
            <a:ext cx="5491047" cy="973528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利用图表展示市场趋势、竞争对手分析，帮助决策者快速把握市场动态。</a:t>
            </a:r>
          </a:p>
        </p:txBody>
      </p:sp>
      <p:sp>
        <p:nvSpPr>
          <p:cNvPr id="1049242" name="矩形 11"/>
          <p:cNvSpPr/>
          <p:nvPr>
            <p:custDataLst>
              <p:tags r:id="rId9"/>
            </p:custDataLst>
          </p:nvPr>
        </p:nvSpPr>
        <p:spPr>
          <a:xfrm>
            <a:off x="6004834" y="1742232"/>
            <a:ext cx="5491048" cy="3693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200" b="1" dirty="1">
                <a:solidFill>
                  <a:schemeClr val="accent1"/>
                </a:solidFill>
                <a:latin typeface="+mn-ea"/>
                <a:cs typeface="+mn-ea"/>
              </a:rPr>
              <a:t>市场分析报告</a:t>
            </a:r>
          </a:p>
        </p:txBody>
      </p:sp>
      <p:sp>
        <p:nvSpPr>
          <p:cNvPr id="1049244" name="矩形 12"/>
          <p:cNvSpPr/>
          <p:nvPr>
            <p:custDataLst>
              <p:tags r:id="rId10"/>
            </p:custDataLst>
          </p:nvPr>
        </p:nvSpPr>
        <p:spPr>
          <a:xfrm>
            <a:off x="5474582" y="1742232"/>
            <a:ext cx="477140" cy="369351"/>
          </a:xfrm>
          <a:prstGeom prst="rect"/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</a:p>
        </p:txBody>
      </p:sp>
      <p:sp>
        <p:nvSpPr>
          <p:cNvPr id="1049246" name="矩形 13"/>
          <p:cNvSpPr/>
          <p:nvPr>
            <p:custDataLst>
              <p:tags r:id="rId11"/>
            </p:custDataLst>
          </p:nvPr>
        </p:nvSpPr>
        <p:spPr>
          <a:xfrm>
            <a:off x="6004834" y="4649412"/>
            <a:ext cx="5491047" cy="973528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通过可视化数据呈现公司的财务健康状况，包括收入、支出和利润等关键指标。</a:t>
            </a:r>
          </a:p>
        </p:txBody>
      </p:sp>
      <p:sp>
        <p:nvSpPr>
          <p:cNvPr id="1049248" name="矩形 14"/>
          <p:cNvSpPr/>
          <p:nvPr>
            <p:custDataLst>
              <p:tags r:id="rId12"/>
            </p:custDataLst>
          </p:nvPr>
        </p:nvSpPr>
        <p:spPr>
          <a:xfrm>
            <a:off x="6004834" y="4203619"/>
            <a:ext cx="5491048" cy="3693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200" b="1" dirty="1">
                <a:solidFill>
                  <a:schemeClr val="accent1"/>
                </a:solidFill>
                <a:latin typeface="+mn-ea"/>
                <a:cs typeface="+mn-ea"/>
              </a:rPr>
              <a:t>财务状况报告</a:t>
            </a:r>
          </a:p>
        </p:txBody>
      </p:sp>
      <p:sp>
        <p:nvSpPr>
          <p:cNvPr id="1049250" name="矩形 15"/>
          <p:cNvSpPr/>
          <p:nvPr>
            <p:custDataLst>
              <p:tags r:id="rId13"/>
            </p:custDataLst>
          </p:nvPr>
        </p:nvSpPr>
        <p:spPr>
          <a:xfrm>
            <a:off x="5474582" y="4203619"/>
            <a:ext cx="477140" cy="369351"/>
          </a:xfrm>
          <a:prstGeom prst="rect"/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</a:rPr>
              <a:t>02</a:t>
            </a:r>
          </a:p>
        </p:txBody>
      </p:sp>
    </p:spTree>
    <p:custDataLst>
      <p:tags r:id="rId1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0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数据分析</a:t>
            </a:r>
          </a:p>
        </p:txBody>
      </p:sp>
      <p:sp>
        <p:nvSpPr>
          <p:cNvPr id="1049292" name="任意多边形 3"/>
          <p:cNvSpPr/>
          <p:nvPr>
            <p:custDataLst>
              <p:tags r:id="rId3"/>
            </p:custDataLst>
          </p:nvPr>
        </p:nvSpPr>
        <p:spPr>
          <a:xfrm>
            <a:off x="1458609" y="3533575"/>
            <a:ext cx="4637713" cy="360882"/>
          </a:xfrm>
          <a:custGeom>
            <a:gdLst>
              <a:gd name="connsiteX0" fmla="*/ 0 w 4602480"/>
              <a:gd name="connsiteY0" fmla="*/ 89535 h 358140"/>
              <a:gd name="connsiteX1" fmla="*/ 1882695 w 4602480"/>
              <a:gd name="connsiteY1" fmla="*/ 89535 h 358140"/>
              <a:gd name="connsiteX2" fmla="*/ 1881795 w 4602480"/>
              <a:gd name="connsiteY2" fmla="*/ 92434 h 358140"/>
              <a:gd name="connsiteX3" fmla="*/ 1873093 w 4602480"/>
              <a:gd name="connsiteY3" fmla="*/ 178753 h 358140"/>
              <a:gd name="connsiteX4" fmla="*/ 1881795 w 4602480"/>
              <a:gd name="connsiteY4" fmla="*/ 265072 h 358140"/>
              <a:gd name="connsiteX5" fmla="*/ 1882892 w 4602480"/>
              <a:gd name="connsiteY5" fmla="*/ 268605 h 358140"/>
              <a:gd name="connsiteX6" fmla="*/ 0 w 4602480"/>
              <a:gd name="connsiteY6" fmla="*/ 268605 h 358140"/>
              <a:gd name="connsiteX7" fmla="*/ 89535 w 4602480"/>
              <a:gd name="connsiteY7" fmla="*/ 179070 h 358140"/>
              <a:gd name="connsiteX8" fmla="*/ 4423410 w 4602480"/>
              <a:gd name="connsiteY8" fmla="*/ 0 h 358140"/>
              <a:gd name="connsiteX9" fmla="*/ 4602480 w 4602480"/>
              <a:gd name="connsiteY9" fmla="*/ 179070 h 358140"/>
              <a:gd name="connsiteX10" fmla="*/ 4423410 w 4602480"/>
              <a:gd name="connsiteY10" fmla="*/ 358140 h 358140"/>
              <a:gd name="connsiteX11" fmla="*/ 4423410 w 4602480"/>
              <a:gd name="connsiteY11" fmla="*/ 268605 h 358140"/>
              <a:gd name="connsiteX12" fmla="*/ 2719909 w 4602480"/>
              <a:gd name="connsiteY12" fmla="*/ 268605 h 358140"/>
              <a:gd name="connsiteX13" fmla="*/ 2721006 w 4602480"/>
              <a:gd name="connsiteY13" fmla="*/ 265072 h 358140"/>
              <a:gd name="connsiteX14" fmla="*/ 2729707 w 4602480"/>
              <a:gd name="connsiteY14" fmla="*/ 178753 h 358140"/>
              <a:gd name="connsiteX15" fmla="*/ 2721006 w 4602480"/>
              <a:gd name="connsiteY15" fmla="*/ 92434 h 358140"/>
              <a:gd name="connsiteX16" fmla="*/ 2720106 w 4602480"/>
              <a:gd name="connsiteY16" fmla="*/ 89535 h 358140"/>
              <a:gd name="connsiteX17" fmla="*/ 4423410 w 4602480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02480" h="358140">
                <a:moveTo>
                  <a:pt x="0" y="89535"/>
                </a:moveTo>
                <a:lnTo>
                  <a:pt x="1882695" y="89535"/>
                </a:lnTo>
                <a:lnTo>
                  <a:pt x="1881795" y="92434"/>
                </a:lnTo>
                <a:cubicBezTo>
                  <a:pt x="1876089" y="120316"/>
                  <a:pt x="1873093" y="149185"/>
                  <a:pt x="1873093" y="178753"/>
                </a:cubicBezTo>
                <a:cubicBezTo>
                  <a:pt x="1873093" y="208322"/>
                  <a:pt x="1876089" y="237190"/>
                  <a:pt x="1881795" y="265072"/>
                </a:cubicBezTo>
                <a:lnTo>
                  <a:pt x="1882892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4423410" y="0"/>
                </a:moveTo>
                <a:lnTo>
                  <a:pt x="4602480" y="179070"/>
                </a:lnTo>
                <a:lnTo>
                  <a:pt x="4423410" y="358140"/>
                </a:lnTo>
                <a:lnTo>
                  <a:pt x="4423410" y="268605"/>
                </a:lnTo>
                <a:lnTo>
                  <a:pt x="2719909" y="268605"/>
                </a:lnTo>
                <a:lnTo>
                  <a:pt x="2721006" y="265072"/>
                </a:lnTo>
                <a:cubicBezTo>
                  <a:pt x="2726711" y="237190"/>
                  <a:pt x="2729707" y="208322"/>
                  <a:pt x="2729707" y="178753"/>
                </a:cubicBezTo>
                <a:cubicBezTo>
                  <a:pt x="2729707" y="149185"/>
                  <a:pt x="2726711" y="120316"/>
                  <a:pt x="2721006" y="92434"/>
                </a:cubicBezTo>
                <a:lnTo>
                  <a:pt x="2720106" y="89535"/>
                </a:lnTo>
                <a:lnTo>
                  <a:pt x="4423410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294" name="任意多边形 4"/>
          <p:cNvSpPr/>
          <p:nvPr>
            <p:custDataLst>
              <p:tags r:id="rId4"/>
            </p:custDataLst>
          </p:nvPr>
        </p:nvSpPr>
        <p:spPr>
          <a:xfrm>
            <a:off x="6096322" y="3533575"/>
            <a:ext cx="4637713" cy="360882"/>
          </a:xfrm>
          <a:custGeom>
            <a:gdLst>
              <a:gd name="connsiteX0" fmla="*/ 0 w 4602480"/>
              <a:gd name="connsiteY0" fmla="*/ 89535 h 358140"/>
              <a:gd name="connsiteX1" fmla="*/ 1882695 w 4602480"/>
              <a:gd name="connsiteY1" fmla="*/ 89535 h 358140"/>
              <a:gd name="connsiteX2" fmla="*/ 1881795 w 4602480"/>
              <a:gd name="connsiteY2" fmla="*/ 92434 h 358140"/>
              <a:gd name="connsiteX3" fmla="*/ 1873093 w 4602480"/>
              <a:gd name="connsiteY3" fmla="*/ 178753 h 358140"/>
              <a:gd name="connsiteX4" fmla="*/ 1881795 w 4602480"/>
              <a:gd name="connsiteY4" fmla="*/ 265072 h 358140"/>
              <a:gd name="connsiteX5" fmla="*/ 1882892 w 4602480"/>
              <a:gd name="connsiteY5" fmla="*/ 268605 h 358140"/>
              <a:gd name="connsiteX6" fmla="*/ 0 w 4602480"/>
              <a:gd name="connsiteY6" fmla="*/ 268605 h 358140"/>
              <a:gd name="connsiteX7" fmla="*/ 89535 w 4602480"/>
              <a:gd name="connsiteY7" fmla="*/ 179070 h 358140"/>
              <a:gd name="connsiteX8" fmla="*/ 4423410 w 4602480"/>
              <a:gd name="connsiteY8" fmla="*/ 0 h 358140"/>
              <a:gd name="connsiteX9" fmla="*/ 4602480 w 4602480"/>
              <a:gd name="connsiteY9" fmla="*/ 179070 h 358140"/>
              <a:gd name="connsiteX10" fmla="*/ 4423410 w 4602480"/>
              <a:gd name="connsiteY10" fmla="*/ 358140 h 358140"/>
              <a:gd name="connsiteX11" fmla="*/ 4423410 w 4602480"/>
              <a:gd name="connsiteY11" fmla="*/ 268605 h 358140"/>
              <a:gd name="connsiteX12" fmla="*/ 2719909 w 4602480"/>
              <a:gd name="connsiteY12" fmla="*/ 268605 h 358140"/>
              <a:gd name="connsiteX13" fmla="*/ 2721005 w 4602480"/>
              <a:gd name="connsiteY13" fmla="*/ 265072 h 358140"/>
              <a:gd name="connsiteX14" fmla="*/ 2729707 w 4602480"/>
              <a:gd name="connsiteY14" fmla="*/ 178753 h 358140"/>
              <a:gd name="connsiteX15" fmla="*/ 2721005 w 4602480"/>
              <a:gd name="connsiteY15" fmla="*/ 92434 h 358140"/>
              <a:gd name="connsiteX16" fmla="*/ 2720105 w 4602480"/>
              <a:gd name="connsiteY16" fmla="*/ 89535 h 358140"/>
              <a:gd name="connsiteX17" fmla="*/ 4423410 w 4602480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02480" h="358140">
                <a:moveTo>
                  <a:pt x="0" y="89535"/>
                </a:moveTo>
                <a:lnTo>
                  <a:pt x="1882695" y="89535"/>
                </a:lnTo>
                <a:lnTo>
                  <a:pt x="1881795" y="92434"/>
                </a:lnTo>
                <a:cubicBezTo>
                  <a:pt x="1876090" y="120316"/>
                  <a:pt x="1873093" y="149185"/>
                  <a:pt x="1873093" y="178753"/>
                </a:cubicBezTo>
                <a:cubicBezTo>
                  <a:pt x="1873093" y="208322"/>
                  <a:pt x="1876090" y="237190"/>
                  <a:pt x="1881795" y="265072"/>
                </a:cubicBezTo>
                <a:lnTo>
                  <a:pt x="1882892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4423410" y="0"/>
                </a:moveTo>
                <a:lnTo>
                  <a:pt x="4602480" y="179070"/>
                </a:lnTo>
                <a:lnTo>
                  <a:pt x="4423410" y="358140"/>
                </a:lnTo>
                <a:lnTo>
                  <a:pt x="4423410" y="268605"/>
                </a:lnTo>
                <a:lnTo>
                  <a:pt x="2719909" y="268605"/>
                </a:lnTo>
                <a:lnTo>
                  <a:pt x="2721005" y="265072"/>
                </a:lnTo>
                <a:cubicBezTo>
                  <a:pt x="2726711" y="237190"/>
                  <a:pt x="2729707" y="208322"/>
                  <a:pt x="2729707" y="178753"/>
                </a:cubicBezTo>
                <a:cubicBezTo>
                  <a:pt x="2729707" y="149185"/>
                  <a:pt x="2726711" y="120316"/>
                  <a:pt x="2721005" y="92434"/>
                </a:cubicBezTo>
                <a:lnTo>
                  <a:pt x="2720105" y="89535"/>
                </a:lnTo>
                <a:lnTo>
                  <a:pt x="4423410" y="8953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9296" name="矩形 5"/>
          <p:cNvSpPr/>
          <p:nvPr>
            <p:custDataLst>
              <p:tags r:id="rId5"/>
            </p:custDataLst>
          </p:nvPr>
        </p:nvSpPr>
        <p:spPr>
          <a:xfrm>
            <a:off x="1187308" y="1428433"/>
            <a:ext cx="5180955" cy="1051992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模板采用模块化设计，便于用户根据需求自由组合图表，实现信息的清晰展示。</a:t>
            </a:r>
          </a:p>
        </p:txBody>
      </p:sp>
      <p:sp>
        <p:nvSpPr>
          <p:cNvPr id="1049298" name="矩形 7"/>
          <p:cNvSpPr/>
          <p:nvPr>
            <p:custDataLst>
              <p:tags r:id="rId6"/>
            </p:custDataLst>
          </p:nvPr>
        </p:nvSpPr>
        <p:spPr>
          <a:xfrm>
            <a:off x="2212366" y="2593620"/>
            <a:ext cx="3130840" cy="3186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模块化设计</a:t>
            </a:r>
          </a:p>
        </p:txBody>
      </p:sp>
      <p:sp>
        <p:nvSpPr>
          <p:cNvPr id="1049300" name="矩形 8"/>
          <p:cNvSpPr/>
          <p:nvPr>
            <p:custDataLst>
              <p:tags r:id="rId7"/>
            </p:custDataLst>
          </p:nvPr>
        </p:nvSpPr>
        <p:spPr>
          <a:xfrm>
            <a:off x="5825021" y="4890081"/>
            <a:ext cx="5179675" cy="1051992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图表集中的信息层次分明，通过颜色和空间的合理分配，确保视觉上的舒适和信息的易读性。</a:t>
            </a:r>
          </a:p>
        </p:txBody>
      </p:sp>
      <p:sp>
        <p:nvSpPr>
          <p:cNvPr id="1049302" name="矩形 23"/>
          <p:cNvSpPr/>
          <p:nvPr>
            <p:custDataLst>
              <p:tags r:id="rId8"/>
            </p:custDataLst>
          </p:nvPr>
        </p:nvSpPr>
        <p:spPr>
          <a:xfrm>
            <a:off x="6904467" y="4513843"/>
            <a:ext cx="3130200" cy="3186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层次分明的布局</a:t>
            </a:r>
          </a:p>
        </p:txBody>
      </p:sp>
      <p:sp>
        <p:nvSpPr>
          <p:cNvPr id="1049304" name="椭圆 24"/>
          <p:cNvSpPr/>
          <p:nvPr>
            <p:custDataLst>
              <p:tags r:id="rId9"/>
            </p:custDataLst>
          </p:nvPr>
        </p:nvSpPr>
        <p:spPr>
          <a:xfrm>
            <a:off x="3377553" y="3313463"/>
            <a:ext cx="800466" cy="800466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306" name="椭圆 25"/>
          <p:cNvSpPr/>
          <p:nvPr>
            <p:custDataLst>
              <p:tags r:id="rId10"/>
            </p:custDataLst>
          </p:nvPr>
        </p:nvSpPr>
        <p:spPr>
          <a:xfrm>
            <a:off x="8015266" y="3313463"/>
            <a:ext cx="800466" cy="800466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93" name="图片 21" descr="32313538333935363b32313538333935353bb3a4c6aab6c1cee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xmlns:r="http://schemas.openxmlformats.org/officeDocument/2006/relationships" r:embed="rId11"/>
          <a:srcRect/>
          <a:stretch>
            <a:fillRect/>
          </a:stretch>
        </p:blipFill>
        <p:spPr>
          <a:xfrm>
            <a:off x="3614301" y="3550212"/>
            <a:ext cx="326480" cy="326480"/>
          </a:xfrm>
          <a:prstGeom prst="rect"/>
        </p:spPr>
      </p:pic>
      <p:pic>
        <p:nvPicPr>
          <p:cNvPr id="2097195" name="图片 13" descr="32313538333935363b32313538333934373bcec4bcfebcd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xmlns:r="http://schemas.openxmlformats.org/officeDocument/2006/relationships" r:embed="rId13"/>
          <a:srcRect/>
          <a:stretch>
            <a:fillRect/>
          </a:stretch>
        </p:blipFill>
        <p:spPr>
          <a:xfrm>
            <a:off x="8252014" y="3550212"/>
            <a:ext cx="326480" cy="326480"/>
          </a:xfrm>
          <a:prstGeom prst="rect"/>
        </p:spPr>
      </p:pic>
    </p:spTree>
    <p:custDataLst>
      <p:tags r:id="rId1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6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项目展示</a:t>
            </a:r>
          </a:p>
        </p:txBody>
      </p:sp>
      <p:sp>
        <p:nvSpPr>
          <p:cNvPr id="1049348" name="椭圆 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371892" y="2276848"/>
            <a:ext cx="4032022" cy="4032022"/>
          </a:xfrm>
          <a:prstGeom prst="ellipse"/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350" name="矩形 8"/>
          <p:cNvSpPr/>
          <p:nvPr>
            <p:custDataLst>
              <p:tags r:id="rId4"/>
            </p:custDataLst>
          </p:nvPr>
        </p:nvSpPr>
        <p:spPr>
          <a:xfrm>
            <a:off x="1935775" y="3816731"/>
            <a:ext cx="2905141" cy="1577472"/>
          </a:xfrm>
          <a:prstGeom prst="rect"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利用图表展示市场趋势、竞争对手分析，帮助决策者快速把握市场动态。</a:t>
            </a:r>
          </a:p>
        </p:txBody>
      </p:sp>
      <p:sp>
        <p:nvSpPr>
          <p:cNvPr id="1049352" name="矩形 9"/>
          <p:cNvSpPr/>
          <p:nvPr>
            <p:custDataLst>
              <p:tags r:id="rId5"/>
            </p:custDataLst>
          </p:nvPr>
        </p:nvSpPr>
        <p:spPr>
          <a:xfrm>
            <a:off x="1935775" y="3351274"/>
            <a:ext cx="2905141" cy="368302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kern="0" dirty="1">
                <a:solidFill>
                  <a:schemeClr val="accent1"/>
                </a:solidFill>
                <a:latin typeface="+mn-ea"/>
                <a:cs typeface="+mn-ea"/>
              </a:rPr>
              <a:t>市场分析报告</a:t>
            </a:r>
          </a:p>
        </p:txBody>
      </p:sp>
      <p:sp>
        <p:nvSpPr>
          <p:cNvPr id="1049354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470335" y="2276848"/>
            <a:ext cx="4032022" cy="4032022"/>
          </a:xfrm>
          <a:prstGeom prst="ellipse"/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356" name="矩形 11"/>
          <p:cNvSpPr/>
          <p:nvPr>
            <p:custDataLst>
              <p:tags r:id="rId7"/>
            </p:custDataLst>
          </p:nvPr>
        </p:nvSpPr>
        <p:spPr>
          <a:xfrm>
            <a:off x="7034218" y="3816731"/>
            <a:ext cx="2905141" cy="1577472"/>
          </a:xfrm>
          <a:prstGeom prst="rect"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通过图表清晰呈现公司的财务健康状况，包括收入、支出和利润等关键指标。</a:t>
            </a:r>
          </a:p>
        </p:txBody>
      </p:sp>
      <p:sp>
        <p:nvSpPr>
          <p:cNvPr id="1049358" name="矩形 13"/>
          <p:cNvSpPr/>
          <p:nvPr>
            <p:custDataLst>
              <p:tags r:id="rId8"/>
            </p:custDataLst>
          </p:nvPr>
        </p:nvSpPr>
        <p:spPr>
          <a:xfrm>
            <a:off x="7034218" y="3351274"/>
            <a:ext cx="2905141" cy="368302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kern="0" dirty="1">
                <a:solidFill>
                  <a:schemeClr val="accent1"/>
                </a:solidFill>
                <a:latin typeface="+mn-ea"/>
                <a:cs typeface="+mn-ea"/>
              </a:rPr>
              <a:t>财务状况报告</a:t>
            </a:r>
          </a:p>
        </p:txBody>
      </p:sp>
      <p:pic>
        <p:nvPicPr>
          <p:cNvPr id="2097197" name="图片 14" descr="/data/temp/f0c016d4-2e40-11f0-8593-ba9d7b6b2361.jpg@base@tag=imgScale&amp;m=1&amp;w=471&amp;h=471&amp;q=95f0c016d4-2e40-11f0-8593-ba9d7b6b236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xmlns:r="http://schemas.openxmlformats.org/officeDocument/2006/relationships" r:embed="rId9"/>
          <a:srcRect l="3181" r="3181"/>
          <a:stretch>
            <a:fillRect/>
          </a:stretch>
        </p:blipFill>
        <p:spPr>
          <a:xfrm>
            <a:off x="9124649" y="1587869"/>
            <a:ext cx="1695723" cy="1695723"/>
          </a:xfrm>
          <a:custGeom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199" name="图片 16" descr="/data/temp/f0c015d8-2e40-11f0-8593-ba9d7b6b2361.jpg@base@tag=imgScale&amp;m=1&amp;w=471&amp;h=471&amp;q=95f0c015d8-2e40-11f0-8593-ba9d7b6b236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xmlns:r="http://schemas.openxmlformats.org/officeDocument/2006/relationships" r:embed="rId11"/>
          <a:srcRect/>
          <a:stretch>
            <a:fillRect/>
          </a:stretch>
        </p:blipFill>
        <p:spPr>
          <a:xfrm>
            <a:off x="4026206" y="1587869"/>
            <a:ext cx="1695723" cy="1695723"/>
          </a:xfrm>
          <a:custGeom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3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8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模板的图表类型</a:t>
            </a:r>
          </a:p>
        </p:txBody>
      </p:sp>
      <p:sp>
        <p:nvSpPr>
          <p:cNvPr id="1049400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章节副标题</a:t>
            </a:r>
          </a:p>
        </p:txBody>
      </p:sp>
      <p:sp>
        <p:nvSpPr>
          <p:cNvPr id="1049402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1"/>
              <a:t>03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4" name="任意多边形: 形状 17"/>
          <p:cNvSpPr/>
          <p:nvPr>
            <p:custDataLst>
              <p:tags r:id="rId3"/>
            </p:custDataLst>
          </p:nvPr>
        </p:nvSpPr>
        <p:spPr>
          <a:xfrm rot="21342100">
            <a:off x="7469116" y="1289275"/>
            <a:ext cx="3626875" cy="4563048"/>
          </a:xfrm>
          <a:custGeom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4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r="2700000" dist="381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205" name="图片 16" descr="/data/temp/f0ccfcff-2e40-11f0-80b8-1ab25010afc6.jpg@base@tag=imgScale&amp;m=1&amp;w=964&amp;h=1226&amp;q=95f0ccfcff-2e40-11f0-80b8-1ab25010afc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l="19169" r="19169"/>
          <a:stretch>
            <a:fillRect/>
          </a:stretch>
        </p:blipFill>
        <p:spPr>
          <a:xfrm rot="157750">
            <a:off x="7545194" y="1431901"/>
            <a:ext cx="3474720" cy="4417255"/>
          </a:xfrm>
          <a:custGeom>
            <a:gdLst>
              <a:gd name="connsiteX0" fmla="*/ 0 w 3474720"/>
              <a:gd name="connsiteY0" fmla="*/ 0 h 4417255"/>
              <a:gd name="connsiteX1" fmla="*/ 3474720 w 3474720"/>
              <a:gd name="connsiteY1" fmla="*/ 0 h 4417255"/>
              <a:gd name="connsiteX2" fmla="*/ 3474720 w 3474720"/>
              <a:gd name="connsiteY2" fmla="*/ 4417255 h 4417255"/>
              <a:gd name="connsiteX3" fmla="*/ 0 w 3474720"/>
              <a:gd name="connsiteY3" fmla="*/ 4417255 h 441725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720" h="4417255">
                <a:moveTo>
                  <a:pt x="0" y="0"/>
                </a:moveTo>
                <a:lnTo>
                  <a:pt x="3474720" y="0"/>
                </a:lnTo>
                <a:lnTo>
                  <a:pt x="3474720" y="4417255"/>
                </a:lnTo>
                <a:lnTo>
                  <a:pt x="0" y="441725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456" name="标题 5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103313" y="1165300"/>
            <a:ext cx="4989512" cy="1223570"/>
          </a:xfrm>
        </p:spPr>
        <p:txBody>
          <a:bodyPr lIns="0" tIns="0" rIns="0" bIns="0" anchor="b" anchorCtr="0">
            <a:normAutofit/>
          </a:bodyPr>
          <a:lstStyle/>
          <a:p>
            <a:pPr algn="l"/>
            <a:r>
              <a:rPr lang="zh-CN" altLang="en-US" dirty="1"/>
              <a:t>关系图</a:t>
            </a:r>
          </a:p>
        </p:txBody>
      </p:sp>
      <p:sp>
        <p:nvSpPr>
          <p:cNvPr id="1049458" name="任意多边形: 形状 6"/>
          <p:cNvSpPr/>
          <p:nvPr>
            <p:custDataLst>
              <p:tags r:id="rId7"/>
            </p:custDataLst>
          </p:nvPr>
        </p:nvSpPr>
        <p:spPr>
          <a:xfrm rot="157750">
            <a:off x="7469117" y="1359003"/>
            <a:ext cx="3626875" cy="4563048"/>
          </a:xfrm>
          <a:custGeom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4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r="2700000" dist="381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460" name="矩形 7"/>
          <p:cNvSpPr/>
          <p:nvPr>
            <p:custDataLst>
              <p:tags r:id="rId8"/>
            </p:custDataLst>
          </p:nvPr>
        </p:nvSpPr>
        <p:spPr>
          <a:xfrm>
            <a:off x="1188262" y="3294619"/>
            <a:ext cx="5039000" cy="475329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选择清晰易读的字体，确保商务图表的专业感和信息的快速传达。</a:t>
            </a:r>
          </a:p>
        </p:txBody>
      </p:sp>
      <p:sp>
        <p:nvSpPr>
          <p:cNvPr id="1049462" name="矩形 8"/>
          <p:cNvSpPr/>
          <p:nvPr>
            <p:custDataLst>
              <p:tags r:id="rId9"/>
            </p:custDataLst>
          </p:nvPr>
        </p:nvSpPr>
        <p:spPr>
          <a:xfrm>
            <a:off x="1188262" y="2766475"/>
            <a:ext cx="5035818" cy="4753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</a:rPr>
              <a:t>专业性与可读性</a:t>
            </a:r>
          </a:p>
        </p:txBody>
      </p:sp>
      <p:sp>
        <p:nvSpPr>
          <p:cNvPr id="1049464" name="矩形 9"/>
          <p:cNvSpPr/>
          <p:nvPr>
            <p:custDataLst>
              <p:tags r:id="rId10"/>
            </p:custDataLst>
          </p:nvPr>
        </p:nvSpPr>
        <p:spPr>
          <a:xfrm>
            <a:off x="1188262" y="4326090"/>
            <a:ext cx="5039000" cy="475329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字体颜色与图表背景色形成对比，增强视觉效果，避免阅读疲劳。</a:t>
            </a:r>
          </a:p>
        </p:txBody>
      </p:sp>
      <p:sp>
        <p:nvSpPr>
          <p:cNvPr id="1049466" name="矩形 10"/>
          <p:cNvSpPr/>
          <p:nvPr>
            <p:custDataLst>
              <p:tags r:id="rId11"/>
            </p:custDataLst>
          </p:nvPr>
        </p:nvSpPr>
        <p:spPr>
          <a:xfrm>
            <a:off x="1188262" y="3797946"/>
            <a:ext cx="5035818" cy="4753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</a:rPr>
              <a:t>颜色搭配</a:t>
            </a:r>
          </a:p>
        </p:txBody>
      </p:sp>
      <p:sp>
        <p:nvSpPr>
          <p:cNvPr id="1049468" name="矩形 11"/>
          <p:cNvSpPr/>
          <p:nvPr>
            <p:custDataLst>
              <p:tags r:id="rId12"/>
            </p:custDataLst>
          </p:nvPr>
        </p:nvSpPr>
        <p:spPr>
          <a:xfrm>
            <a:off x="1188262" y="5358197"/>
            <a:ext cx="5039000" cy="475329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整个PPT模板中使用统一风格的字体，保持整体设计的协调性和专业性。</a:t>
            </a:r>
          </a:p>
        </p:txBody>
      </p:sp>
      <p:sp>
        <p:nvSpPr>
          <p:cNvPr id="1049470" name="矩形 18"/>
          <p:cNvSpPr/>
          <p:nvPr>
            <p:custDataLst>
              <p:tags r:id="rId13"/>
            </p:custDataLst>
          </p:nvPr>
        </p:nvSpPr>
        <p:spPr>
          <a:xfrm>
            <a:off x="1188262" y="4829417"/>
            <a:ext cx="5035818" cy="4753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</a:rPr>
              <a:t>风格一致性</a:t>
            </a:r>
          </a:p>
        </p:txBody>
      </p:sp>
    </p:spTree>
    <p:custDataLst>
      <p:tags r:id="rId1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流程图</a:t>
            </a:r>
          </a:p>
        </p:txBody>
      </p:sp>
      <p:cxnSp>
        <p:nvCxnSpPr>
          <p:cNvPr id="3145751" name="直接连接符 6"/>
          <p:cNvCxnSpPr/>
          <p:nvPr>
            <p:custDataLst>
              <p:tags r:id="rId3"/>
            </p:custDataLst>
          </p:nvPr>
        </p:nvCxnSpPr>
        <p:spPr>
          <a:xfrm>
            <a:off x="701204" y="4497704"/>
            <a:ext cx="5078095" cy="0"/>
          </a:xfrm>
          <a:prstGeom prst="line"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207" name="图片" descr="/data/temp/f10ca022-2e40-11f0-adac-fe6ba2ec7e31.jpg@base@tag=imgScale&amp;m=1&amp;w=1406&amp;h=663&amp;q=95f10ca022-2e40-11f0-adac-fe6ba2ec7e3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t="8074" b="8074"/>
          <a:stretch>
            <a:fillRect/>
          </a:stretch>
        </p:blipFill>
        <p:spPr>
          <a:xfrm>
            <a:off x="701204" y="1342390"/>
            <a:ext cx="5064760" cy="2388235"/>
          </a:xfrm>
          <a:prstGeom prst="roundRect">
            <a:avLst>
              <a:gd name="adj" fmla="val 9726"/>
            </a:avLst>
          </a:pr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512" name="矩形 14"/>
          <p:cNvSpPr/>
          <p:nvPr>
            <p:custDataLst>
              <p:tags r:id="rId6"/>
            </p:custDataLst>
          </p:nvPr>
        </p:nvSpPr>
        <p:spPr>
          <a:xfrm>
            <a:off x="701204" y="4629149"/>
            <a:ext cx="5064760" cy="164465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模板采用模块化设计，便于用户根据需要自由组合和调整图表布局。</a:t>
            </a:r>
          </a:p>
        </p:txBody>
      </p:sp>
      <p:sp>
        <p:nvSpPr>
          <p:cNvPr id="1049514" name="矩形 15"/>
          <p:cNvSpPr/>
          <p:nvPr>
            <p:custDataLst>
              <p:tags r:id="rId7"/>
            </p:custDataLst>
          </p:nvPr>
        </p:nvSpPr>
        <p:spPr>
          <a:xfrm>
            <a:off x="701204" y="3874134"/>
            <a:ext cx="4525645" cy="610235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模块化设计</a:t>
            </a:r>
          </a:p>
        </p:txBody>
      </p:sp>
      <p:sp>
        <p:nvSpPr>
          <p:cNvPr id="1049516" name="矩形 17"/>
          <p:cNvSpPr/>
          <p:nvPr>
            <p:custDataLst>
              <p:tags r:id="rId8"/>
            </p:custDataLst>
          </p:nvPr>
        </p:nvSpPr>
        <p:spPr>
          <a:xfrm>
            <a:off x="5129059" y="3874134"/>
            <a:ext cx="637540" cy="610235"/>
          </a:xfrm>
          <a:prstGeom prst="rect"/>
          <a:noFill/>
        </p:spPr>
        <p:txBody>
          <a:bodyPr wrap="none" lIns="0" tIns="0" rIns="0" bIns="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cxnSp>
        <p:nvCxnSpPr>
          <p:cNvPr id="3145753" name="直接连接符 18"/>
          <p:cNvCxnSpPr/>
          <p:nvPr>
            <p:custDataLst>
              <p:tags r:id="rId9"/>
            </p:custDataLst>
          </p:nvPr>
        </p:nvCxnSpPr>
        <p:spPr>
          <a:xfrm>
            <a:off x="6433984" y="4497704"/>
            <a:ext cx="5066030" cy="0"/>
          </a:xfrm>
          <a:prstGeom prst="line"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209" name="图片" descr="/data/temp/f10c9f9b-2e40-11f0-adac-fe6ba2ec7e31.jpg@base@tag=imgScale&amp;m=1&amp;w=1406&amp;h=663&amp;q=95f10c9f9b-2e40-11f0-adac-fe6ba2ec7e3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xmlns:r="http://schemas.openxmlformats.org/officeDocument/2006/relationships" r:embed="rId10"/>
          <a:srcRect t="8084" b="8084"/>
          <a:stretch>
            <a:fillRect/>
          </a:stretch>
        </p:blipFill>
        <p:spPr>
          <a:xfrm>
            <a:off x="6433984" y="1342390"/>
            <a:ext cx="5066030" cy="2388235"/>
          </a:xfrm>
          <a:prstGeom prst="roundRect">
            <a:avLst>
              <a:gd name="adj" fmla="val 9726"/>
            </a:avLst>
          </a:pr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518" name="矩形 20"/>
          <p:cNvSpPr/>
          <p:nvPr>
            <p:custDataLst>
              <p:tags r:id="rId12"/>
            </p:custDataLst>
          </p:nvPr>
        </p:nvSpPr>
        <p:spPr>
          <a:xfrm>
            <a:off x="6433984" y="4629149"/>
            <a:ext cx="5066030" cy="164465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图表集中的信息层次分明，确保观众能迅速抓住数据的关键点。</a:t>
            </a:r>
          </a:p>
        </p:txBody>
      </p:sp>
      <p:sp>
        <p:nvSpPr>
          <p:cNvPr id="1049520" name="矩形 21"/>
          <p:cNvSpPr/>
          <p:nvPr>
            <p:custDataLst>
              <p:tags r:id="rId13"/>
            </p:custDataLst>
          </p:nvPr>
        </p:nvSpPr>
        <p:spPr>
          <a:xfrm>
            <a:off x="6433984" y="3874134"/>
            <a:ext cx="4526915" cy="610235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清晰的信息层次</a:t>
            </a:r>
          </a:p>
        </p:txBody>
      </p:sp>
      <p:sp>
        <p:nvSpPr>
          <p:cNvPr id="1049522" name="矩形 22"/>
          <p:cNvSpPr/>
          <p:nvPr>
            <p:custDataLst>
              <p:tags r:id="rId14"/>
            </p:custDataLst>
          </p:nvPr>
        </p:nvSpPr>
        <p:spPr>
          <a:xfrm>
            <a:off x="10862474" y="3874134"/>
            <a:ext cx="637540" cy="610235"/>
          </a:xfrm>
          <a:prstGeom prst="rect"/>
          <a:noFill/>
        </p:spPr>
        <p:txBody>
          <a:bodyPr wrap="none" lIns="0" tIns="0" rIns="0" bIns="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</p:spTree>
    <p:custDataLst>
      <p:tags r:id="rId1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2" name="标题 4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r>
              <a:rPr lang="zh-CN" altLang="en-US" dirty="1"/>
              <a:t>柱状图</a:t>
            </a:r>
          </a:p>
        </p:txBody>
      </p:sp>
      <p:sp>
        <p:nvSpPr>
          <p:cNvPr id="1049564" name="任意形状 2"/>
          <p:cNvSpPr/>
          <p:nvPr>
            <p:custDataLst>
              <p:tags r:id="rId4"/>
            </p:custDataLst>
          </p:nvPr>
        </p:nvSpPr>
        <p:spPr>
          <a:xfrm>
            <a:off x="248" y="1543467"/>
            <a:ext cx="12191753" cy="5314831"/>
          </a:xfrm>
          <a:custGeom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1049566" name="任意形状 1"/>
          <p:cNvSpPr/>
          <p:nvPr>
            <p:custDataLst>
              <p:tags r:id="rId5"/>
            </p:custDataLst>
          </p:nvPr>
        </p:nvSpPr>
        <p:spPr>
          <a:xfrm>
            <a:off x="248" y="1608236"/>
            <a:ext cx="12191753" cy="5249987"/>
          </a:xfrm>
          <a:custGeom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/>
              </a:gs>
            </a:gsLst>
            <a:lin ang="216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1049568" name="任意多边形: 形状 20"/>
          <p:cNvSpPr/>
          <p:nvPr>
            <p:custDataLst>
              <p:tags r:id="rId6"/>
            </p:custDataLst>
          </p:nvPr>
        </p:nvSpPr>
        <p:spPr>
          <a:xfrm>
            <a:off x="-4197" y="1648240"/>
            <a:ext cx="12188501" cy="5214028"/>
          </a:xfrm>
          <a:custGeom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latin typeface="+mj-ea"/>
              <a:ea typeface="+mj-ea"/>
            </a:endParaRPr>
          </a:p>
        </p:txBody>
      </p:sp>
      <p:sp>
        <p:nvSpPr>
          <p:cNvPr id="1049570" name="椭圆 7"/>
          <p:cNvSpPr/>
          <p:nvPr>
            <p:custDataLst>
              <p:tags r:id="rId7"/>
            </p:custDataLst>
          </p:nvPr>
        </p:nvSpPr>
        <p:spPr>
          <a:xfrm>
            <a:off x="1733128" y="2791217"/>
            <a:ext cx="1034696" cy="1034696"/>
          </a:xfrm>
          <a:prstGeom prst="ellipse"/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1049572" name="矩形 9"/>
          <p:cNvSpPr/>
          <p:nvPr>
            <p:custDataLst>
              <p:tags r:id="rId8"/>
            </p:custDataLst>
          </p:nvPr>
        </p:nvSpPr>
        <p:spPr>
          <a:xfrm>
            <a:off x="1675979" y="4037062"/>
            <a:ext cx="1148784" cy="475605"/>
          </a:xfrm>
          <a:prstGeom prst="rect"/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</a:p>
        </p:txBody>
      </p:sp>
      <p:sp>
        <p:nvSpPr>
          <p:cNvPr id="1049574" name="矩形 14"/>
          <p:cNvSpPr/>
          <p:nvPr>
            <p:custDataLst>
              <p:tags r:id="rId9"/>
            </p:custDataLst>
          </p:nvPr>
        </p:nvSpPr>
        <p:spPr>
          <a:xfrm>
            <a:off x="962253" y="5002242"/>
            <a:ext cx="2575932" cy="1462375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蓝绿色调给人以平静和专业感，适合商务场合，易于阅读和视觉舒适。</a:t>
            </a:r>
          </a:p>
        </p:txBody>
      </p:sp>
      <p:sp>
        <p:nvSpPr>
          <p:cNvPr id="1049576" name="椭圆 16"/>
          <p:cNvSpPr/>
          <p:nvPr>
            <p:custDataLst>
              <p:tags r:id="rId10"/>
            </p:custDataLst>
          </p:nvPr>
        </p:nvSpPr>
        <p:spPr>
          <a:xfrm>
            <a:off x="5600834" y="2791217"/>
            <a:ext cx="1034696" cy="1034696"/>
          </a:xfrm>
          <a:prstGeom prst="ellipse"/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1049578" name="矩形 17"/>
          <p:cNvSpPr/>
          <p:nvPr>
            <p:custDataLst>
              <p:tags r:id="rId11"/>
            </p:custDataLst>
          </p:nvPr>
        </p:nvSpPr>
        <p:spPr>
          <a:xfrm>
            <a:off x="5543686" y="4028807"/>
            <a:ext cx="1148784" cy="475605"/>
          </a:xfrm>
          <a:prstGeom prst="rect"/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</a:p>
        </p:txBody>
      </p:sp>
      <p:sp>
        <p:nvSpPr>
          <p:cNvPr id="1049580" name="矩形 33"/>
          <p:cNvSpPr/>
          <p:nvPr>
            <p:custDataLst>
              <p:tags r:id="rId12"/>
            </p:custDataLst>
          </p:nvPr>
        </p:nvSpPr>
        <p:spPr>
          <a:xfrm>
            <a:off x="4830595" y="4993988"/>
            <a:ext cx="2575932" cy="1462375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通过色彩明暗对比和饱和度调整，增强图表的层次感，突出关键数据。</a:t>
            </a:r>
          </a:p>
        </p:txBody>
      </p:sp>
      <p:sp>
        <p:nvSpPr>
          <p:cNvPr id="1049582" name="椭圆 34"/>
          <p:cNvSpPr/>
          <p:nvPr>
            <p:custDataLst>
              <p:tags r:id="rId13"/>
            </p:custDataLst>
          </p:nvPr>
        </p:nvSpPr>
        <p:spPr>
          <a:xfrm>
            <a:off x="9469176" y="2791217"/>
            <a:ext cx="1034696" cy="1034696"/>
          </a:xfrm>
          <a:prstGeom prst="ellipse"/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1049584" name="矩形 35"/>
          <p:cNvSpPr/>
          <p:nvPr>
            <p:custDataLst>
              <p:tags r:id="rId14"/>
            </p:custDataLst>
          </p:nvPr>
        </p:nvSpPr>
        <p:spPr>
          <a:xfrm>
            <a:off x="9412027" y="4028807"/>
            <a:ext cx="1148785" cy="475605"/>
          </a:xfrm>
          <a:prstGeom prst="rect"/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</a:p>
        </p:txBody>
      </p:sp>
      <p:sp>
        <p:nvSpPr>
          <p:cNvPr id="1049586" name="矩形 36"/>
          <p:cNvSpPr/>
          <p:nvPr>
            <p:custDataLst>
              <p:tags r:id="rId15"/>
            </p:custDataLst>
          </p:nvPr>
        </p:nvSpPr>
        <p:spPr>
          <a:xfrm>
            <a:off x="8698302" y="4993988"/>
            <a:ext cx="2575932" cy="1462375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蓝绿色系象征着信任和成长，适合表达商务合作和持续发展的主题。</a:t>
            </a:r>
          </a:p>
        </p:txBody>
      </p:sp>
      <p:sp>
        <p:nvSpPr>
          <p:cNvPr id="1049588" name="矩形 37"/>
          <p:cNvSpPr/>
          <p:nvPr>
            <p:custDataLst>
              <p:tags r:id="rId16"/>
            </p:custDataLst>
          </p:nvPr>
        </p:nvSpPr>
        <p:spPr>
          <a:xfrm>
            <a:off x="962253" y="4536797"/>
            <a:ext cx="2577548" cy="375801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和谐的蓝绿色调</a:t>
            </a:r>
          </a:p>
        </p:txBody>
      </p:sp>
      <p:sp>
        <p:nvSpPr>
          <p:cNvPr id="1049590" name="矩形 38"/>
          <p:cNvSpPr/>
          <p:nvPr>
            <p:custDataLst>
              <p:tags r:id="rId17"/>
            </p:custDataLst>
          </p:nvPr>
        </p:nvSpPr>
        <p:spPr>
          <a:xfrm>
            <a:off x="4830595" y="4536797"/>
            <a:ext cx="2577548" cy="375801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色彩对比与层次感</a:t>
            </a:r>
          </a:p>
        </p:txBody>
      </p:sp>
      <p:sp>
        <p:nvSpPr>
          <p:cNvPr id="1049592" name="矩形 39"/>
          <p:cNvSpPr/>
          <p:nvPr>
            <p:custDataLst>
              <p:tags r:id="rId18"/>
            </p:custDataLst>
          </p:nvPr>
        </p:nvSpPr>
        <p:spPr>
          <a:xfrm>
            <a:off x="8698302" y="4536797"/>
            <a:ext cx="2577548" cy="375801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色彩的象征意义</a:t>
            </a:r>
          </a:p>
        </p:txBody>
      </p:sp>
      <p:pic>
        <p:nvPicPr>
          <p:cNvPr id="2097211" name="图形 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xmlns:r="http://schemas.openxmlformats.org/officeDocument/2006/relationships" r:embed="rId19"/>
          <a:srcRect/>
          <a:stretch>
            <a:fillRect/>
          </a:stretch>
        </p:blipFill>
        <p:spPr>
          <a:xfrm>
            <a:off x="1980138" y="3038862"/>
            <a:ext cx="542632" cy="539849"/>
          </a:xfrm>
          <a:prstGeom prst="rect"/>
        </p:spPr>
      </p:pic>
      <p:pic>
        <p:nvPicPr>
          <p:cNvPr id="2097213" name="图形 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xmlns:r="http://schemas.openxmlformats.org/officeDocument/2006/relationships" r:embed="rId21"/>
          <a:srcRect/>
          <a:stretch>
            <a:fillRect/>
          </a:stretch>
        </p:blipFill>
        <p:spPr>
          <a:xfrm>
            <a:off x="5866259" y="3064262"/>
            <a:ext cx="505642" cy="488972"/>
          </a:xfrm>
          <a:prstGeom prst="rect"/>
        </p:spPr>
      </p:pic>
      <p:pic>
        <p:nvPicPr>
          <p:cNvPr id="2097215" name="图形 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xmlns:r="http://schemas.openxmlformats.org/officeDocument/2006/relationships" r:embed="rId23"/>
          <a:srcRect/>
          <a:stretch>
            <a:fillRect/>
          </a:stretch>
        </p:blipFill>
        <p:spPr>
          <a:xfrm>
            <a:off x="9739681" y="3038862"/>
            <a:ext cx="495323" cy="539847"/>
          </a:xfrm>
          <a:prstGeom prst="rect"/>
        </p:spPr>
      </p:pic>
    </p:spTree>
    <p:custDataLst>
      <p:tags r:id="rId2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2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>
            <a:noAutofit/>
          </a:bodyPr>
          <a:lstStyle/>
          <a:p>
            <a:r>
              <a:rPr lang="zh-CN" altLang="en-US" dirty="1">
                <a:sym typeface="+mn-ea"/>
              </a:rPr>
              <a:t>饼图</a:t>
            </a:r>
          </a:p>
        </p:txBody>
      </p:sp>
      <p:sp>
        <p:nvSpPr>
          <p:cNvPr id="1049634" name="矩形: 圆角 2"/>
          <p:cNvSpPr/>
          <p:nvPr>
            <p:custDataLst>
              <p:tags r:id="rId4"/>
            </p:custDataLst>
          </p:nvPr>
        </p:nvSpPr>
        <p:spPr>
          <a:xfrm>
            <a:off x="1572788" y="2764848"/>
            <a:ext cx="3734896" cy="237161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636" name="矩形 8"/>
          <p:cNvSpPr/>
          <p:nvPr>
            <p:custDataLst>
              <p:tags r:id="rId5"/>
            </p:custDataLst>
          </p:nvPr>
        </p:nvSpPr>
        <p:spPr>
          <a:xfrm>
            <a:off x="1572788" y="5309810"/>
            <a:ext cx="3734261" cy="1127708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在年度总结会议上，使用可视化图表清晰展示公司业绩增长和财务状况。</a:t>
            </a:r>
          </a:p>
        </p:txBody>
      </p:sp>
      <p:sp>
        <p:nvSpPr>
          <p:cNvPr id="1049638" name="矩形 9"/>
          <p:cNvSpPr/>
          <p:nvPr>
            <p:custDataLst>
              <p:tags r:id="rId6"/>
            </p:custDataLst>
          </p:nvPr>
        </p:nvSpPr>
        <p:spPr>
          <a:xfrm>
            <a:off x="6878601" y="5309810"/>
            <a:ext cx="3734261" cy="1127708"/>
          </a:xfrm>
          <a:prstGeom prst="rect"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通过蓝绿色关系图展示市场竞争态势，帮助决策者理解市场动态和趋势。</a:t>
            </a:r>
          </a:p>
        </p:txBody>
      </p:sp>
      <p:pic>
        <p:nvPicPr>
          <p:cNvPr id="2097217" name="图片 17" descr="/data/temp/f14cf8de-2e40-11f0-8e02-4a679891df00.jpg@base@tag=imgScale&amp;m=1&amp;w=723&amp;h=652&amp;q=95f14cf8de-2e40-11f0-8e02-4a679891df0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xmlns:r="http://schemas.openxmlformats.org/officeDocument/2006/relationships" r:embed="rId7"/>
          <a:srcRect l="13305" r="13305"/>
          <a:stretch>
            <a:fillRect/>
          </a:stretch>
        </p:blipFill>
        <p:spPr>
          <a:xfrm>
            <a:off x="2138547" y="1606662"/>
            <a:ext cx="2603335" cy="2350436"/>
          </a:xfrm>
          <a:custGeom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049640" name="矩形 22"/>
          <p:cNvSpPr/>
          <p:nvPr>
            <p:custDataLst>
              <p:tags r:id="rId9"/>
            </p:custDataLst>
          </p:nvPr>
        </p:nvSpPr>
        <p:spPr>
          <a:xfrm>
            <a:off x="1537864" y="4043679"/>
            <a:ext cx="3803473" cy="962615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1">
                <a:solidFill>
                  <a:srgbClr val="FFFFFF"/>
                </a:solidFill>
                <a:latin typeface="+mn-ea"/>
                <a:cs typeface="+mn-ea"/>
              </a:rPr>
              <a:t>年度业绩汇报</a:t>
            </a:r>
          </a:p>
        </p:txBody>
      </p:sp>
      <p:sp>
        <p:nvSpPr>
          <p:cNvPr id="1049642" name="矩形: 圆角 1"/>
          <p:cNvSpPr/>
          <p:nvPr>
            <p:custDataLst>
              <p:tags r:id="rId10"/>
            </p:custDataLst>
          </p:nvPr>
        </p:nvSpPr>
        <p:spPr>
          <a:xfrm>
            <a:off x="6877966" y="2764848"/>
            <a:ext cx="3734896" cy="237161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219" name="图片 24" descr="/data/temp/f14cfb57-2e40-11f0-8e02-4a679891df00.jpg@base@tag=imgScale&amp;m=1&amp;w=723&amp;h=652&amp;q=95f14cfb57-2e40-11f0-8e02-4a679891df0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xmlns:r="http://schemas.openxmlformats.org/officeDocument/2006/relationships" r:embed="rId11"/>
          <a:srcRect t="4857" b="4857"/>
          <a:stretch>
            <a:fillRect/>
          </a:stretch>
        </p:blipFill>
        <p:spPr>
          <a:xfrm>
            <a:off x="7443725" y="1606662"/>
            <a:ext cx="2603335" cy="2350436"/>
          </a:xfrm>
          <a:custGeom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049644" name="矩形 25"/>
          <p:cNvSpPr/>
          <p:nvPr>
            <p:custDataLst>
              <p:tags r:id="rId13"/>
            </p:custDataLst>
          </p:nvPr>
        </p:nvSpPr>
        <p:spPr>
          <a:xfrm>
            <a:off x="6843678" y="4043679"/>
            <a:ext cx="3803473" cy="962615"/>
          </a:xfrm>
          <a:prstGeom prst="rect"/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1">
                <a:solidFill>
                  <a:srgbClr val="FFFFFF"/>
                </a:solidFill>
                <a:latin typeface="+mn-ea"/>
                <a:cs typeface="+mn-ea"/>
              </a:rPr>
              <a:t>市场分析报告</a:t>
            </a:r>
          </a:p>
        </p:txBody>
      </p:sp>
    </p:spTree>
    <p:custDataLst>
      <p:tags r:id="rId1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8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折线图</a:t>
            </a:r>
          </a:p>
        </p:txBody>
      </p:sp>
      <p:sp>
        <p:nvSpPr>
          <p:cNvPr id="1049686" name="椭圆 10"/>
          <p:cNvSpPr/>
          <p:nvPr>
            <p:custDataLst>
              <p:tags r:id="rId3"/>
            </p:custDataLst>
          </p:nvPr>
        </p:nvSpPr>
        <p:spPr>
          <a:xfrm>
            <a:off x="7701863" y="3628630"/>
            <a:ext cx="249553" cy="249553"/>
          </a:xfrm>
          <a:prstGeom prst="ellipse"/>
          <a:solidFill>
            <a:schemeClr val="accent1">
              <a:alpha val="30000"/>
            </a:schemeClr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49688" name="椭圆 11"/>
          <p:cNvSpPr/>
          <p:nvPr>
            <p:custDataLst>
              <p:tags r:id="rId4"/>
            </p:custDataLst>
          </p:nvPr>
        </p:nvSpPr>
        <p:spPr>
          <a:xfrm>
            <a:off x="7762823" y="3689589"/>
            <a:ext cx="126999" cy="126999"/>
          </a:xfrm>
          <a:prstGeom prst="ellipse"/>
          <a:solidFill>
            <a:schemeClr val="accent1"/>
          </a:solidFill>
          <a:ln w="63500" cap="flat" cmpd="sng" algn="ctr">
            <a:solidFill>
              <a:schemeClr val="accent1">
                <a:alpha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49690" name="椭圆 15"/>
          <p:cNvSpPr/>
          <p:nvPr>
            <p:custDataLst>
              <p:tags r:id="rId5"/>
            </p:custDataLst>
          </p:nvPr>
        </p:nvSpPr>
        <p:spPr>
          <a:xfrm>
            <a:off x="4241774" y="3628630"/>
            <a:ext cx="249553" cy="249553"/>
          </a:xfrm>
          <a:prstGeom prst="ellipse"/>
          <a:solidFill>
            <a:schemeClr val="accent1">
              <a:alpha val="30000"/>
            </a:schemeClr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49692" name="椭圆 16"/>
          <p:cNvSpPr/>
          <p:nvPr>
            <p:custDataLst>
              <p:tags r:id="rId6"/>
            </p:custDataLst>
          </p:nvPr>
        </p:nvSpPr>
        <p:spPr>
          <a:xfrm>
            <a:off x="4302733" y="3689589"/>
            <a:ext cx="126999" cy="126999"/>
          </a:xfrm>
          <a:prstGeom prst="ellipse"/>
          <a:solidFill>
            <a:schemeClr val="accent1"/>
          </a:solidFill>
          <a:ln w="63500" cap="flat" cmpd="sng" algn="ctr">
            <a:solidFill>
              <a:schemeClr val="accent1">
                <a:alpha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49694" name="矩形 19"/>
          <p:cNvSpPr/>
          <p:nvPr>
            <p:custDataLst>
              <p:tags r:id="rId7"/>
            </p:custDataLst>
          </p:nvPr>
        </p:nvSpPr>
        <p:spPr>
          <a:xfrm>
            <a:off x="1974841" y="1354712"/>
            <a:ext cx="4770085" cy="1979915"/>
          </a:xfrm>
          <a:prstGeom prst="rect"/>
          <a:solidFill>
            <a:schemeClr val="bg1">
              <a:alpha val="0"/>
            </a:schemeClr>
          </a:solidFill>
          <a:ln w="12700" cap="flat" cmpd="sng" algn="ctr">
            <a:gradFill>
              <a:gsLst>
                <a:gs pos="0">
                  <a:schemeClr val="accent1"/>
                </a:gs>
                <a:gs pos="80000">
                  <a:schemeClr val="accent1">
                    <a:alpha val="0"/>
                  </a:schemeClr>
                </a:gs>
              </a:gsLst>
              <a:lin ang="16200000" scaled="0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cxnSp>
        <p:nvCxnSpPr>
          <p:cNvPr id="3145755" name="直接连接符 20"/>
          <p:cNvCxnSpPr/>
          <p:nvPr>
            <p:custDataLst>
              <p:tags r:id="rId8"/>
            </p:custDataLst>
          </p:nvPr>
        </p:nvCxnSpPr>
        <p:spPr>
          <a:xfrm flipH="1" flipV="1">
            <a:off x="4359883" y="3334627"/>
            <a:ext cx="6668" cy="293583"/>
          </a:xfrm>
          <a:prstGeom prst="line"/>
          <a:noFill/>
          <a:ln w="127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1049696" name="矩形 21"/>
          <p:cNvSpPr/>
          <p:nvPr>
            <p:custDataLst>
              <p:tags r:id="rId9"/>
            </p:custDataLst>
          </p:nvPr>
        </p:nvSpPr>
        <p:spPr>
          <a:xfrm>
            <a:off x="2352663" y="2156076"/>
            <a:ext cx="4015075" cy="1205221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模板采用模块化设计，便于用户根据需求自由组合图表，提高信息展示的灵活性。</a:t>
            </a:r>
          </a:p>
        </p:txBody>
      </p:sp>
      <p:sp>
        <p:nvSpPr>
          <p:cNvPr id="1049698" name="矩形 22"/>
          <p:cNvSpPr/>
          <p:nvPr>
            <p:custDataLst>
              <p:tags r:id="rId10"/>
            </p:custDataLst>
          </p:nvPr>
        </p:nvSpPr>
        <p:spPr>
          <a:xfrm>
            <a:off x="2352663" y="1386462"/>
            <a:ext cx="4015075" cy="69595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</a:rPr>
              <a:t>模块化设计</a:t>
            </a:r>
          </a:p>
        </p:txBody>
      </p:sp>
      <p:cxnSp>
        <p:nvCxnSpPr>
          <p:cNvPr id="3145757" name="直接连接符 23"/>
          <p:cNvCxnSpPr/>
          <p:nvPr>
            <p:custDataLst>
              <p:tags r:id="rId11"/>
            </p:custDataLst>
          </p:nvPr>
        </p:nvCxnSpPr>
        <p:spPr>
          <a:xfrm flipH="1">
            <a:off x="7825687" y="3879453"/>
            <a:ext cx="0" cy="287998"/>
          </a:xfrm>
          <a:prstGeom prst="line"/>
          <a:noFill/>
          <a:ln w="127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3145759" name="直接连接符 24"/>
          <p:cNvCxnSpPr/>
          <p:nvPr>
            <p:custDataLst>
              <p:tags r:id="rId12"/>
            </p:custDataLst>
          </p:nvPr>
        </p:nvCxnSpPr>
        <p:spPr>
          <a:xfrm>
            <a:off x="697865" y="3753089"/>
            <a:ext cx="10799920" cy="0"/>
          </a:xfrm>
          <a:prstGeom prst="line"/>
          <a:noFill/>
          <a:ln w="254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54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prstDash val="solid"/>
            <a:miter lim="800000"/>
          </a:ln>
          <a:effectLst/>
        </p:spPr>
      </p:cxnSp>
      <p:sp>
        <p:nvSpPr>
          <p:cNvPr id="1049700" name="矩形 25"/>
          <p:cNvSpPr/>
          <p:nvPr>
            <p:custDataLst>
              <p:tags r:id="rId13"/>
            </p:custDataLst>
          </p:nvPr>
        </p:nvSpPr>
        <p:spPr>
          <a:xfrm flipV="1">
            <a:off x="5440645" y="4167106"/>
            <a:ext cx="4770085" cy="1979915"/>
          </a:xfrm>
          <a:prstGeom prst="rect"/>
          <a:solidFill>
            <a:schemeClr val="bg1">
              <a:alpha val="0"/>
            </a:schemeClr>
          </a:solidFill>
          <a:ln w="12700" cap="flat" cmpd="sng" algn="ctr">
            <a:gradFill>
              <a:gsLst>
                <a:gs pos="0">
                  <a:schemeClr val="accent1"/>
                </a:gs>
                <a:gs pos="80000">
                  <a:schemeClr val="accent1">
                    <a:alpha val="0"/>
                  </a:schemeClr>
                </a:gs>
              </a:gsLst>
              <a:lin ang="16200000" scaled="0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fontAlgn="auto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49702" name="矩形 26"/>
          <p:cNvSpPr/>
          <p:nvPr>
            <p:custDataLst>
              <p:tags r:id="rId14"/>
            </p:custDataLst>
          </p:nvPr>
        </p:nvSpPr>
        <p:spPr>
          <a:xfrm>
            <a:off x="5818467" y="4941165"/>
            <a:ext cx="4015075" cy="1205221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通过颜色和空间分布的巧妙运用，引导观众注意力，突出关键数据和信息。</a:t>
            </a:r>
          </a:p>
        </p:txBody>
      </p:sp>
      <p:sp>
        <p:nvSpPr>
          <p:cNvPr id="1049704" name="矩形 27"/>
          <p:cNvSpPr/>
          <p:nvPr>
            <p:custDataLst>
              <p:tags r:id="rId15"/>
            </p:custDataLst>
          </p:nvPr>
        </p:nvSpPr>
        <p:spPr>
          <a:xfrm>
            <a:off x="5818467" y="4171551"/>
            <a:ext cx="4015075" cy="69595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</a:rPr>
              <a:t>层次分明的视觉引导</a:t>
            </a:r>
          </a:p>
        </p:txBody>
      </p:sp>
    </p:spTree>
    <p:custDataLst>
      <p:tags r:id="rId16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4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模板的使用方法</a:t>
            </a:r>
          </a:p>
        </p:txBody>
      </p:sp>
      <p:sp>
        <p:nvSpPr>
          <p:cNvPr id="1049746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章节副标题</a:t>
            </a:r>
          </a:p>
        </p:txBody>
      </p:sp>
      <p:sp>
        <p:nvSpPr>
          <p:cNvPr id="1049748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1"/>
              <a:t>04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00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模板安装</a:t>
            </a:r>
          </a:p>
        </p:txBody>
      </p:sp>
      <p:sp>
        <p:nvSpPr>
          <p:cNvPr id="1049802" name="矩形 6"/>
          <p:cNvSpPr/>
          <p:nvPr>
            <p:custDataLst>
              <p:tags r:id="rId3"/>
            </p:custDataLst>
          </p:nvPr>
        </p:nvSpPr>
        <p:spPr>
          <a:xfrm>
            <a:off x="696000" y="2324989"/>
            <a:ext cx="3287233" cy="8414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选择清晰易读的字体，确保商务图表的专业感和信息的快速传达。</a:t>
            </a:r>
          </a:p>
        </p:txBody>
      </p:sp>
      <p:sp>
        <p:nvSpPr>
          <p:cNvPr id="1049804" name="矩形 7"/>
          <p:cNvSpPr/>
          <p:nvPr>
            <p:custDataLst>
              <p:tags r:id="rId4"/>
            </p:custDataLst>
          </p:nvPr>
        </p:nvSpPr>
        <p:spPr>
          <a:xfrm>
            <a:off x="696000" y="1668365"/>
            <a:ext cx="3287233" cy="6085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</a:rPr>
              <a:t>专业性与可读性</a:t>
            </a:r>
          </a:p>
        </p:txBody>
      </p:sp>
      <p:sp>
        <p:nvSpPr>
          <p:cNvPr id="1049806" name="矩形 8"/>
          <p:cNvSpPr/>
          <p:nvPr>
            <p:custDataLst>
              <p:tags r:id="rId5"/>
            </p:custDataLst>
          </p:nvPr>
        </p:nvSpPr>
        <p:spPr>
          <a:xfrm>
            <a:off x="696000" y="4625713"/>
            <a:ext cx="3287233" cy="8414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整个PPT模板中使用统一风格的字体，保持设计的整体性和协调性。</a:t>
            </a:r>
          </a:p>
        </p:txBody>
      </p:sp>
      <p:sp>
        <p:nvSpPr>
          <p:cNvPr id="1049808" name="矩形 9"/>
          <p:cNvSpPr/>
          <p:nvPr>
            <p:custDataLst>
              <p:tags r:id="rId6"/>
            </p:custDataLst>
          </p:nvPr>
        </p:nvSpPr>
        <p:spPr>
          <a:xfrm>
            <a:off x="696000" y="3960198"/>
            <a:ext cx="3287233" cy="6085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</a:rPr>
              <a:t>风格一致性</a:t>
            </a:r>
          </a:p>
        </p:txBody>
      </p:sp>
      <p:sp>
        <p:nvSpPr>
          <p:cNvPr id="1049810" name="矩形 10"/>
          <p:cNvSpPr/>
          <p:nvPr>
            <p:custDataLst>
              <p:tags r:id="rId7"/>
            </p:custDataLst>
          </p:nvPr>
        </p:nvSpPr>
        <p:spPr>
          <a:xfrm>
            <a:off x="8209072" y="3449632"/>
            <a:ext cx="3287234" cy="84149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字体颜色与图表背景色形成对比，增强视觉效果，避免阅读疲劳。</a:t>
            </a:r>
          </a:p>
        </p:txBody>
      </p:sp>
      <p:sp>
        <p:nvSpPr>
          <p:cNvPr id="1049812" name="矩形 11"/>
          <p:cNvSpPr/>
          <p:nvPr>
            <p:custDataLst>
              <p:tags r:id="rId8"/>
            </p:custDataLst>
          </p:nvPr>
        </p:nvSpPr>
        <p:spPr>
          <a:xfrm>
            <a:off x="8209072" y="2782213"/>
            <a:ext cx="3287234" cy="608529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dirty="1">
                <a:solidFill>
                  <a:schemeClr val="accent1"/>
                </a:solidFill>
                <a:latin typeface="+mn-ea"/>
                <a:cs typeface="+mn-ea"/>
              </a:rPr>
              <a:t>颜色搭配</a:t>
            </a:r>
          </a:p>
        </p:txBody>
      </p:sp>
      <p:pic>
        <p:nvPicPr>
          <p:cNvPr id="2097225" name="图片 24" descr="/data/temp/f17ebb66-2e40-11f0-80b8-1ab25010afc6.jpg@base@tag=imgScale&amp;m=1&amp;w=450&amp;h=450&amp;q=95f17ebb66-2e40-11f0-80b8-1ab25010afc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xmlns:r="http://schemas.openxmlformats.org/officeDocument/2006/relationships" r:embed="rId9"/>
          <a:srcRect l="15438" r="15438"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227" name="图片 25" descr="/data/temp/f17ebbb3-2e40-11f0-80b8-1ab25010afc6.jpg@base@tag=imgScale&amp;m=1&amp;w=450&amp;h=450&amp;q=95f17ebbb3-2e40-11f0-80b8-1ab25010afc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xmlns:r="http://schemas.openxmlformats.org/officeDocument/2006/relationships" r:embed="rId11"/>
          <a:srcRect l="9273" r="8909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229" name="图片 26" descr="/data/temp/f17ebb44-2e40-11f0-80b8-1ab25010afc6.jpg@base@tag=imgScale&amp;m=1&amp;w=450&amp;h=450&amp;q=95f17ebb44-2e40-11f0-80b8-1ab25010afc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xmlns:r="http://schemas.openxmlformats.org/officeDocument/2006/relationships" r:embed="rId13"/>
          <a:srcRect l="9459" r="9459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814" name="八边形 1"/>
          <p:cNvSpPr/>
          <p:nvPr>
            <p:custDataLst>
              <p:tags r:id="rId15"/>
            </p:custDataLst>
          </p:nvPr>
        </p:nvSpPr>
        <p:spPr>
          <a:xfrm>
            <a:off x="4318226" y="2882548"/>
            <a:ext cx="506392" cy="506392"/>
          </a:xfrm>
          <a:prstGeom prst="octagon">
            <a:avLst>
              <a:gd name="adj" fmla="val 2928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1"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1049816" name="八边形 17"/>
          <p:cNvSpPr/>
          <p:nvPr>
            <p:custDataLst>
              <p:tags r:id="rId16"/>
            </p:custDataLst>
          </p:nvPr>
        </p:nvSpPr>
        <p:spPr>
          <a:xfrm>
            <a:off x="7391785" y="3996395"/>
            <a:ext cx="506392" cy="506392"/>
          </a:xfrm>
          <a:prstGeom prst="octagon">
            <a:avLst>
              <a:gd name="adj" fmla="val 2928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1"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1049818" name="八边形 18"/>
          <p:cNvSpPr/>
          <p:nvPr>
            <p:custDataLst>
              <p:tags r:id="rId17"/>
            </p:custDataLst>
          </p:nvPr>
        </p:nvSpPr>
        <p:spPr>
          <a:xfrm>
            <a:off x="4318226" y="5041659"/>
            <a:ext cx="506392" cy="506392"/>
          </a:xfrm>
          <a:prstGeom prst="octagon">
            <a:avLst>
              <a:gd name="adj" fmla="val 2928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1">
                <a:latin typeface="+mn-ea"/>
                <a:cs typeface="+mn-ea"/>
                <a:sym typeface="+mn-ea"/>
              </a:rPr>
              <a:t>03</a:t>
            </a:r>
          </a:p>
        </p:txBody>
      </p:sp>
    </p:spTree>
    <p:custDataLst>
      <p:tags r:id="rId18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58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图表替换</a:t>
            </a:r>
          </a:p>
        </p:txBody>
      </p:sp>
      <p:sp useBgFill="1">
        <p:nvSpPr>
          <p:cNvPr id="1049860" name="圆角矩形 1"/>
          <p:cNvSpPr/>
          <p:nvPr>
            <p:custDataLst>
              <p:tags r:id="rId3"/>
            </p:custDataLst>
          </p:nvPr>
        </p:nvSpPr>
        <p:spPr>
          <a:xfrm>
            <a:off x="695694" y="1950085"/>
            <a:ext cx="5198563" cy="3831590"/>
          </a:xfrm>
          <a:prstGeom prst="roundRect">
            <a:avLst>
              <a:gd name="adj" fmla="val 6714"/>
            </a:avLst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r="5399999" dist="76200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862" name="圆角矩形 4"/>
          <p:cNvSpPr/>
          <p:nvPr>
            <p:custDataLst>
              <p:tags r:id="rId4"/>
            </p:custDataLst>
          </p:nvPr>
        </p:nvSpPr>
        <p:spPr>
          <a:xfrm>
            <a:off x="695694" y="1950085"/>
            <a:ext cx="5198563" cy="3831590"/>
          </a:xfrm>
          <a:prstGeom prst="roundRect">
            <a:avLst>
              <a:gd name="adj" fmla="val 6714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49864" name="任意多边形 13"/>
          <p:cNvSpPr/>
          <p:nvPr>
            <p:custDataLst>
              <p:tags r:id="rId5"/>
            </p:custDataLst>
          </p:nvPr>
        </p:nvSpPr>
        <p:spPr>
          <a:xfrm>
            <a:off x="1245786" y="2913699"/>
            <a:ext cx="4648471" cy="734939"/>
          </a:xfrm>
          <a:custGeom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11" h="1157">
                <a:moveTo>
                  <a:pt x="193" y="0"/>
                </a:moveTo>
                <a:lnTo>
                  <a:pt x="4866" y="0"/>
                </a:lnTo>
                <a:cubicBezTo>
                  <a:pt x="4873" y="0"/>
                  <a:pt x="4879" y="0"/>
                  <a:pt x="4886" y="1"/>
                </a:cubicBezTo>
                <a:lnTo>
                  <a:pt x="4886" y="1"/>
                </a:lnTo>
                <a:lnTo>
                  <a:pt x="6711" y="1"/>
                </a:lnTo>
                <a:lnTo>
                  <a:pt x="6711" y="1156"/>
                </a:lnTo>
                <a:lnTo>
                  <a:pt x="4886" y="1156"/>
                </a:lnTo>
                <a:lnTo>
                  <a:pt x="4886" y="1156"/>
                </a:lnTo>
                <a:cubicBezTo>
                  <a:pt x="4879" y="1157"/>
                  <a:pt x="4873" y="1157"/>
                  <a:pt x="4866" y="1157"/>
                </a:cubicBezTo>
                <a:lnTo>
                  <a:pt x="193" y="1157"/>
                </a:lnTo>
                <a:cubicBezTo>
                  <a:pt x="86" y="1157"/>
                  <a:pt x="0" y="1071"/>
                  <a:pt x="0" y="964"/>
                </a:cubicBezTo>
                <a:lnTo>
                  <a:pt x="0" y="193"/>
                </a:lnTo>
                <a:cubicBezTo>
                  <a:pt x="0" y="86"/>
                  <a:pt x="86" y="0"/>
                  <a:pt x="19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462598" tIns="83185" rIns="1012507" bIns="82550" rtlCol="0" anchor="ctr">
            <a:noAutofit/>
          </a:bodyPr>
          <a:lstStyle/>
          <a:p>
            <a:pPr algn="ctr"/>
            <a:r>
              <a:rPr lang="zh-CN" altLang="zh-CN" sz="2400" b="1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年度业绩汇报</a:t>
            </a:r>
          </a:p>
        </p:txBody>
      </p:sp>
      <p:sp>
        <p:nvSpPr>
          <p:cNvPr id="1049866" name="圆角矩形 28"/>
          <p:cNvSpPr/>
          <p:nvPr>
            <p:custDataLst>
              <p:tags r:id="rId6"/>
            </p:custDataLst>
          </p:nvPr>
        </p:nvSpPr>
        <p:spPr>
          <a:xfrm>
            <a:off x="6299521" y="1950085"/>
            <a:ext cx="5198563" cy="3831590"/>
          </a:xfrm>
          <a:prstGeom prst="roundRect">
            <a:avLst>
              <a:gd name="adj" fmla="val 6714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1206432" scaled="0"/>
            <a:tileRect/>
          </a:gradFill>
          <a:ln w="3175" cap="flat" cmpd="sng" algn="ctr">
            <a:solidFill>
              <a:schemeClr val="accent1">
                <a:lumMod val="7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0" dir="5399998" dist="101600" algn="c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9868" name="任意多边形 29"/>
          <p:cNvSpPr/>
          <p:nvPr>
            <p:custDataLst>
              <p:tags r:id="rId7"/>
            </p:custDataLst>
          </p:nvPr>
        </p:nvSpPr>
        <p:spPr>
          <a:xfrm>
            <a:off x="6849614" y="2913699"/>
            <a:ext cx="4647836" cy="734939"/>
          </a:xfrm>
          <a:custGeom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11" h="1157">
                <a:moveTo>
                  <a:pt x="193" y="0"/>
                </a:moveTo>
                <a:lnTo>
                  <a:pt x="4866" y="0"/>
                </a:lnTo>
                <a:cubicBezTo>
                  <a:pt x="4873" y="0"/>
                  <a:pt x="4879" y="0"/>
                  <a:pt x="4886" y="1"/>
                </a:cubicBezTo>
                <a:lnTo>
                  <a:pt x="4886" y="1"/>
                </a:lnTo>
                <a:lnTo>
                  <a:pt x="6711" y="1"/>
                </a:lnTo>
                <a:lnTo>
                  <a:pt x="6711" y="1156"/>
                </a:lnTo>
                <a:lnTo>
                  <a:pt x="4886" y="1156"/>
                </a:lnTo>
                <a:lnTo>
                  <a:pt x="4886" y="1156"/>
                </a:lnTo>
                <a:cubicBezTo>
                  <a:pt x="4879" y="1157"/>
                  <a:pt x="4873" y="1157"/>
                  <a:pt x="4866" y="1157"/>
                </a:cubicBezTo>
                <a:lnTo>
                  <a:pt x="193" y="1157"/>
                </a:lnTo>
                <a:cubicBezTo>
                  <a:pt x="86" y="1157"/>
                  <a:pt x="0" y="1071"/>
                  <a:pt x="0" y="964"/>
                </a:cubicBezTo>
                <a:lnTo>
                  <a:pt x="0" y="193"/>
                </a:lnTo>
                <a:cubicBezTo>
                  <a:pt x="0" y="86"/>
                  <a:pt x="86" y="0"/>
                  <a:pt x="193" y="0"/>
                </a:cubicBezTo>
                <a:close/>
              </a:path>
            </a:pathLst>
          </a:custGeom>
          <a:solidFill>
            <a:schemeClr val="lt1"/>
          </a:solidFill>
        </p:spPr>
        <p:txBody>
          <a:bodyPr wrap="square" lIns="444183" tIns="83185" rIns="1030287" bIns="82550" rtlCol="0" anchor="ctr">
            <a:noAutofit/>
          </a:bodyPr>
          <a:lstStyle/>
          <a:p>
            <a:pPr algn="ctr"/>
            <a:r>
              <a:rPr lang="zh-CN" altLang="zh-CN" sz="24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市场分析报告</a:t>
            </a:r>
          </a:p>
        </p:txBody>
      </p:sp>
      <p:sp>
        <p:nvSpPr>
          <p:cNvPr id="1049870" name="矩形 14"/>
          <p:cNvSpPr/>
          <p:nvPr>
            <p:custDataLst>
              <p:tags r:id="rId8"/>
            </p:custDataLst>
          </p:nvPr>
        </p:nvSpPr>
        <p:spPr>
          <a:xfrm>
            <a:off x="2939257" y="2106982"/>
            <a:ext cx="711436" cy="653632"/>
          </a:xfrm>
          <a:prstGeom prst="rect"/>
          <a:noFill/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1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1049872" name="矩形 15"/>
          <p:cNvSpPr/>
          <p:nvPr>
            <p:custDataLst>
              <p:tags r:id="rId9"/>
            </p:custDataLst>
          </p:nvPr>
        </p:nvSpPr>
        <p:spPr>
          <a:xfrm>
            <a:off x="1245786" y="3956080"/>
            <a:ext cx="4363261" cy="1415249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在年度总结会议上，使用蓝绿色关系图展示公司业绩，清晰呈现年度目标与实际完成情况。</a:t>
            </a:r>
          </a:p>
        </p:txBody>
      </p:sp>
      <p:sp>
        <p:nvSpPr>
          <p:cNvPr id="1049874" name="矩形 17"/>
          <p:cNvSpPr/>
          <p:nvPr>
            <p:custDataLst>
              <p:tags r:id="rId10"/>
            </p:custDataLst>
          </p:nvPr>
        </p:nvSpPr>
        <p:spPr>
          <a:xfrm>
            <a:off x="8543085" y="2106982"/>
            <a:ext cx="711436" cy="653632"/>
          </a:xfrm>
          <a:prstGeom prst="rect"/>
          <a:noFill/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1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1049876" name="矩形 18"/>
          <p:cNvSpPr/>
          <p:nvPr>
            <p:custDataLst>
              <p:tags r:id="rId11"/>
            </p:custDataLst>
          </p:nvPr>
        </p:nvSpPr>
        <p:spPr>
          <a:xfrm>
            <a:off x="6849614" y="3956080"/>
            <a:ext cx="4363261" cy="1415249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通过蓝绿色关系图分析市场竞争态势，直观展示不同产品或服务在市场中的表现和关联。</a:t>
            </a:r>
          </a:p>
        </p:txBody>
      </p:sp>
    </p:spTree>
    <p:custDataLst>
      <p:tags r:id="rId12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1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数据更新</a:t>
            </a:r>
          </a:p>
        </p:txBody>
      </p:sp>
      <p:pic>
        <p:nvPicPr>
          <p:cNvPr id="2097231" name="图片 3" descr="/data/temp/f1ace47f-2e40-11f0-bd75-ae5b8d3c962e.jpg@base@tag=imgScale&amp;m=1&amp;w=1182&amp;h=546&amp;q=95f1ace47f-2e40-11f0-bd75-ae5b8d3c962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t="10065" b="7867"/>
          <a:stretch>
            <a:fillRect/>
          </a:stretch>
        </p:blipFill>
        <p:spPr>
          <a:xfrm>
            <a:off x="695326" y="4048671"/>
            <a:ext cx="4259186" cy="1965513"/>
          </a:xfrm>
          <a:custGeom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1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97233" name="图片 9" descr="/data/temp/f1ace268-2e40-11f0-bd75-ae5b8d3c962e.jpg@base@tag=imgScale&amp;m=1&amp;w=1182&amp;h=546&amp;q=95f1ace268-2e40-11f0-bd75-ae5b8d3c962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xmlns:r="http://schemas.openxmlformats.org/officeDocument/2006/relationships" r:embed="rId6"/>
          <a:srcRect t="8966" b="8966"/>
          <a:stretch>
            <a:fillRect/>
          </a:stretch>
        </p:blipFill>
        <p:spPr>
          <a:xfrm>
            <a:off x="695326" y="1587284"/>
            <a:ext cx="4259186" cy="1965513"/>
          </a:xfrm>
          <a:custGeom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1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9918" name="矩形 10"/>
          <p:cNvSpPr/>
          <p:nvPr>
            <p:custDataLst>
              <p:tags r:id="rId8"/>
            </p:custDataLst>
          </p:nvPr>
        </p:nvSpPr>
        <p:spPr>
          <a:xfrm>
            <a:off x="6004834" y="2188025"/>
            <a:ext cx="5491047" cy="973528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模板采用模块化设计，便于用户根据需要自由组合图表，提高信息展示的灵活性。</a:t>
            </a:r>
          </a:p>
        </p:txBody>
      </p:sp>
      <p:sp>
        <p:nvSpPr>
          <p:cNvPr id="1049920" name="矩形 11"/>
          <p:cNvSpPr/>
          <p:nvPr>
            <p:custDataLst>
              <p:tags r:id="rId9"/>
            </p:custDataLst>
          </p:nvPr>
        </p:nvSpPr>
        <p:spPr>
          <a:xfrm>
            <a:off x="6004834" y="1742232"/>
            <a:ext cx="5491048" cy="3693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200" b="1" dirty="1">
                <a:solidFill>
                  <a:schemeClr val="accent1"/>
                </a:solidFill>
                <a:latin typeface="+mn-ea"/>
                <a:cs typeface="+mn-ea"/>
              </a:rPr>
              <a:t>模块化设计</a:t>
            </a:r>
          </a:p>
        </p:txBody>
      </p:sp>
      <p:sp>
        <p:nvSpPr>
          <p:cNvPr id="1049922" name="矩形 12"/>
          <p:cNvSpPr/>
          <p:nvPr>
            <p:custDataLst>
              <p:tags r:id="rId10"/>
            </p:custDataLst>
          </p:nvPr>
        </p:nvSpPr>
        <p:spPr>
          <a:xfrm>
            <a:off x="5474582" y="1742232"/>
            <a:ext cx="477140" cy="369351"/>
          </a:xfrm>
          <a:prstGeom prst="rect"/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</a:p>
        </p:txBody>
      </p:sp>
      <p:sp>
        <p:nvSpPr>
          <p:cNvPr id="1049924" name="矩形 13"/>
          <p:cNvSpPr/>
          <p:nvPr>
            <p:custDataLst>
              <p:tags r:id="rId11"/>
            </p:custDataLst>
          </p:nvPr>
        </p:nvSpPr>
        <p:spPr>
          <a:xfrm>
            <a:off x="6004834" y="4649412"/>
            <a:ext cx="5491047" cy="973528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通过颜色、大小和位置的合理安排，确保信息层次分明，便于观众快速把握数据关系。</a:t>
            </a:r>
          </a:p>
        </p:txBody>
      </p:sp>
      <p:sp>
        <p:nvSpPr>
          <p:cNvPr id="1049926" name="矩形 14"/>
          <p:cNvSpPr/>
          <p:nvPr>
            <p:custDataLst>
              <p:tags r:id="rId12"/>
            </p:custDataLst>
          </p:nvPr>
        </p:nvSpPr>
        <p:spPr>
          <a:xfrm>
            <a:off x="6004834" y="4203619"/>
            <a:ext cx="5491048" cy="369351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200" b="1" dirty="1">
                <a:solidFill>
                  <a:schemeClr val="accent1"/>
                </a:solidFill>
                <a:latin typeface="+mn-ea"/>
                <a:cs typeface="+mn-ea"/>
              </a:rPr>
              <a:t>清晰的视觉层次</a:t>
            </a:r>
          </a:p>
        </p:txBody>
      </p:sp>
      <p:sp>
        <p:nvSpPr>
          <p:cNvPr id="1049928" name="矩形 15"/>
          <p:cNvSpPr/>
          <p:nvPr>
            <p:custDataLst>
              <p:tags r:id="rId13"/>
            </p:custDataLst>
          </p:nvPr>
        </p:nvSpPr>
        <p:spPr>
          <a:xfrm>
            <a:off x="5474582" y="4203619"/>
            <a:ext cx="477140" cy="369351"/>
          </a:xfrm>
          <a:prstGeom prst="rect"/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 dirty="1">
                <a:solidFill>
                  <a:schemeClr val="accent1"/>
                </a:solidFill>
                <a:latin typeface="+mn-ea"/>
                <a:cs typeface="+mn-ea"/>
              </a:rPr>
              <a:t>02</a:t>
            </a:r>
          </a:p>
        </p:txBody>
      </p:sp>
    </p:spTree>
    <p:custDataLst>
      <p:tags r:id="rId1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68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模板的优势</a:t>
            </a:r>
          </a:p>
        </p:txBody>
      </p:sp>
      <p:sp>
        <p:nvSpPr>
          <p:cNvPr id="1049970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章节副标题</a:t>
            </a:r>
          </a:p>
        </p:txBody>
      </p:sp>
      <p:sp>
        <p:nvSpPr>
          <p:cNvPr id="1049972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1"/>
              <a:t>05</a:t>
            </a:r>
          </a:p>
        </p:txBody>
      </p:sp>
    </p:spTree>
    <p:custDataLst>
      <p:tags r:id="rId5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9" name="图片 1" descr="/data/temp/f2aed5c9-2e40-11f0-bd75-ae5b8d3c962e.jpg@base@tag=imgScale&amp;m=1&amp;w=3384&amp;h=952&amp;q=95f2aed5c9-2e40-11f0-bd75-ae5b8d3c962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xmlns:r="http://schemas.openxmlformats.org/officeDocument/2006/relationships" r:embed="rId2"/>
          <a:srcRect t="5729" b="5729"/>
          <a:stretch>
            <a:fillRect/>
          </a:stretch>
        </p:blipFill>
        <p:spPr>
          <a:xfrm>
            <a:off x="0" y="0"/>
            <a:ext cx="12192000" cy="3429000"/>
          </a:xfrm>
          <a:prstGeom prst="rect"/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50024" name="矩形: 圆角 14"/>
          <p:cNvSpPr/>
          <p:nvPr>
            <p:custDataLst>
              <p:tags r:id="rId4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r="5399999" dist="76200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/>
            </a:endParaRPr>
          </a:p>
        </p:txBody>
      </p:sp>
      <p:sp>
        <p:nvSpPr>
          <p:cNvPr id="1050026" name="标题 1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525270" y="3378835"/>
            <a:ext cx="9474200" cy="720090"/>
          </a:xfrm>
        </p:spPr>
        <p:txBody>
          <a:bodyPr anchor="ctr" anchorCtr="0"/>
          <a:lstStyle/>
          <a:p>
            <a:r>
              <a:rPr lang="zh-CN" altLang="en-US" dirty="1">
                <a:solidFill>
                  <a:srgbClr val="000000"/>
                </a:solidFill>
              </a:rPr>
              <a:t>提高效率</a:t>
            </a:r>
          </a:p>
        </p:txBody>
      </p:sp>
      <p:sp>
        <p:nvSpPr>
          <p:cNvPr id="1050028" name="矩形 3"/>
          <p:cNvSpPr/>
          <p:nvPr>
            <p:custDataLst>
              <p:tags r:id="rId6"/>
            </p:custDataLst>
          </p:nvPr>
        </p:nvSpPr>
        <p:spPr>
          <a:xfrm>
            <a:off x="1527175" y="4785361"/>
            <a:ext cx="2647950" cy="1218565"/>
          </a:xfrm>
          <a:prstGeom prst="rect"/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选择适合商务场合的无衬线字体，如Helvetica或Arial，以确保清晰易读。</a:t>
            </a:r>
          </a:p>
        </p:txBody>
      </p:sp>
      <p:sp>
        <p:nvSpPr>
          <p:cNvPr id="1050030" name="矩形 5"/>
          <p:cNvSpPr/>
          <p:nvPr>
            <p:custDataLst>
              <p:tags r:id="rId7"/>
            </p:custDataLst>
          </p:nvPr>
        </p:nvSpPr>
        <p:spPr>
          <a:xfrm>
            <a:off x="1527175" y="4325621"/>
            <a:ext cx="2647950" cy="34925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专业性字体</a:t>
            </a:r>
          </a:p>
        </p:txBody>
      </p:sp>
      <p:sp>
        <p:nvSpPr>
          <p:cNvPr id="1050032" name="矩形 8"/>
          <p:cNvSpPr/>
          <p:nvPr>
            <p:custDataLst>
              <p:tags r:id="rId8"/>
            </p:custDataLst>
          </p:nvPr>
        </p:nvSpPr>
        <p:spPr>
          <a:xfrm>
            <a:off x="8353425" y="4785361"/>
            <a:ext cx="2647950" cy="1218565"/>
          </a:xfrm>
          <a:prstGeom prst="rect"/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合理安排字体大小和行距，确保信息层次分明，便于观众快速捕捉重点。</a:t>
            </a:r>
          </a:p>
        </p:txBody>
      </p:sp>
      <p:sp>
        <p:nvSpPr>
          <p:cNvPr id="1050034" name="矩形 9"/>
          <p:cNvSpPr/>
          <p:nvPr>
            <p:custDataLst>
              <p:tags r:id="rId9"/>
            </p:custDataLst>
          </p:nvPr>
        </p:nvSpPr>
        <p:spPr>
          <a:xfrm>
            <a:off x="8353425" y="4325621"/>
            <a:ext cx="2647950" cy="34925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字体大小与排版</a:t>
            </a:r>
          </a:p>
        </p:txBody>
      </p:sp>
      <p:sp>
        <p:nvSpPr>
          <p:cNvPr id="1050036" name="矩形 10"/>
          <p:cNvSpPr/>
          <p:nvPr>
            <p:custDataLst>
              <p:tags r:id="rId10"/>
            </p:custDataLst>
          </p:nvPr>
        </p:nvSpPr>
        <p:spPr>
          <a:xfrm>
            <a:off x="4940300" y="4785361"/>
            <a:ext cx="2647950" cy="1218565"/>
          </a:xfrm>
          <a:prstGeom prst="rect"/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运用蓝绿色调的字体颜色，与图表集主题色相协调，增强视觉效果。</a:t>
            </a:r>
          </a:p>
        </p:txBody>
      </p:sp>
      <p:sp>
        <p:nvSpPr>
          <p:cNvPr id="1050038" name="矩形 13"/>
          <p:cNvSpPr/>
          <p:nvPr>
            <p:custDataLst>
              <p:tags r:id="rId11"/>
            </p:custDataLst>
          </p:nvPr>
        </p:nvSpPr>
        <p:spPr>
          <a:xfrm>
            <a:off x="4940300" y="4325621"/>
            <a:ext cx="2647950" cy="34925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颜色搭配</a:t>
            </a:r>
          </a:p>
        </p:txBody>
      </p:sp>
    </p:spTree>
    <p:custDataLst>
      <p:tags r:id="rId12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78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1"/>
              <a:t>易于编辑</a:t>
            </a:r>
          </a:p>
        </p:txBody>
      </p:sp>
      <p:pic>
        <p:nvPicPr>
          <p:cNvPr id="2097241" name="图片 9" descr="/data/temp/f1eaea47-2e40-11f0-a328-fa0558738c17.jpg@base@tag=imgScale&amp;m=1&amp;w=689&amp;h=735&amp;q=95f1eaea47-2e40-11f0-a328-fa0558738c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4"/>
          <a:srcRect l="3129" r="3129"/>
          <a:stretch>
            <a:fillRect/>
          </a:stretch>
        </p:blipFill>
        <p:spPr>
          <a:xfrm>
            <a:off x="1223056" y="1799464"/>
            <a:ext cx="2593474" cy="2766634"/>
          </a:xfrm>
          <a:custGeom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50080" name="矩形 10"/>
          <p:cNvSpPr/>
          <p:nvPr>
            <p:custDataLst>
              <p:tags r:id="rId6"/>
            </p:custDataLst>
          </p:nvPr>
        </p:nvSpPr>
        <p:spPr>
          <a:xfrm>
            <a:off x="1243610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蓝绿色调的搭配给人以清新、专业的感觉，适合商务场合，易于阅读。</a:t>
            </a:r>
          </a:p>
        </p:txBody>
      </p:sp>
      <p:sp>
        <p:nvSpPr>
          <p:cNvPr id="1050082" name="矩形 12"/>
          <p:cNvSpPr/>
          <p:nvPr>
            <p:custDataLst>
              <p:tags r:id="rId7"/>
            </p:custDataLst>
          </p:nvPr>
        </p:nvSpPr>
        <p:spPr>
          <a:xfrm>
            <a:off x="1243610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和谐的蓝绿色调</a:t>
            </a:r>
          </a:p>
        </p:txBody>
      </p:sp>
      <p:pic>
        <p:nvPicPr>
          <p:cNvPr id="2097243" name="图片 15" descr="/data/temp/f1eaeab2-2e40-11f0-a328-fa0558738c17.jpg@base@tag=imgScale&amp;m=1&amp;w=689&amp;h=735&amp;q=95f1eaeab2-2e40-11f0-a328-fa0558738c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xmlns:r="http://schemas.openxmlformats.org/officeDocument/2006/relationships" r:embed="rId8"/>
          <a:srcRect l="5170" t="3126" r="7347" b="3535"/>
          <a:stretch>
            <a:fillRect/>
          </a:stretch>
        </p:blipFill>
        <p:spPr>
          <a:xfrm>
            <a:off x="4793521" y="1799464"/>
            <a:ext cx="2593055" cy="2766634"/>
          </a:xfrm>
          <a:custGeom>
            <a:gdLst>
              <a:gd name="connsiteX0" fmla="*/ 1241500 w 2483399"/>
              <a:gd name="connsiteY0" fmla="*/ 0 h 2649637"/>
              <a:gd name="connsiteX1" fmla="*/ 1241502 w 2483399"/>
              <a:gd name="connsiteY1" fmla="*/ 0 h 2649637"/>
              <a:gd name="connsiteX2" fmla="*/ 1281827 w 2483399"/>
              <a:gd name="connsiteY2" fmla="*/ 4783 h 2649637"/>
              <a:gd name="connsiteX3" fmla="*/ 1321025 w 2483399"/>
              <a:gd name="connsiteY3" fmla="*/ 19130 h 2649637"/>
              <a:gd name="connsiteX4" fmla="*/ 2385119 w 2483399"/>
              <a:gd name="connsiteY4" fmla="*/ 551178 h 2649637"/>
              <a:gd name="connsiteX5" fmla="*/ 2483399 w 2483399"/>
              <a:gd name="connsiteY5" fmla="*/ 710202 h 2649637"/>
              <a:gd name="connsiteX6" fmla="*/ 2483399 w 2483399"/>
              <a:gd name="connsiteY6" fmla="*/ 1939377 h 2649637"/>
              <a:gd name="connsiteX7" fmla="*/ 2385116 w 2483399"/>
              <a:gd name="connsiteY7" fmla="*/ 2098463 h 2649637"/>
              <a:gd name="connsiteX8" fmla="*/ 1321020 w 2483399"/>
              <a:gd name="connsiteY8" fmla="*/ 2630510 h 2649637"/>
              <a:gd name="connsiteX9" fmla="*/ 1161973 w 2483399"/>
              <a:gd name="connsiteY9" fmla="*/ 2630508 h 2649637"/>
              <a:gd name="connsiteX10" fmla="*/ 97878 w 2483399"/>
              <a:gd name="connsiteY10" fmla="*/ 2098461 h 2649637"/>
              <a:gd name="connsiteX11" fmla="*/ 6251 w 2483399"/>
              <a:gd name="connsiteY11" fmla="*/ 1989128 h 2649637"/>
              <a:gd name="connsiteX12" fmla="*/ 0 w 2483399"/>
              <a:gd name="connsiteY12" fmla="*/ 1942433 h 2649637"/>
              <a:gd name="connsiteX13" fmla="*/ 0 w 2483399"/>
              <a:gd name="connsiteY13" fmla="*/ 707266 h 2649637"/>
              <a:gd name="connsiteX14" fmla="*/ 6251 w 2483399"/>
              <a:gd name="connsiteY14" fmla="*/ 660560 h 2649637"/>
              <a:gd name="connsiteX15" fmla="*/ 97882 w 2483399"/>
              <a:gd name="connsiteY15" fmla="*/ 551176 h 2649637"/>
              <a:gd name="connsiteX16" fmla="*/ 1161977 w 2483399"/>
              <a:gd name="connsiteY16" fmla="*/ 19128 h 2649637"/>
              <a:gd name="connsiteX17" fmla="*/ 1201175 w 2483399"/>
              <a:gd name="connsiteY17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83399" h="2649637">
                <a:moveTo>
                  <a:pt x="1241500" y="0"/>
                </a:moveTo>
                <a:lnTo>
                  <a:pt x="1241502" y="0"/>
                </a:lnTo>
                <a:lnTo>
                  <a:pt x="1281827" y="4783"/>
                </a:lnTo>
                <a:cubicBezTo>
                  <a:pt x="1295144" y="7971"/>
                  <a:pt x="1308273" y="12754"/>
                  <a:pt x="1321025" y="19130"/>
                </a:cubicBezTo>
                <a:cubicBezTo>
                  <a:pt x="1372034" y="44635"/>
                  <a:pt x="2323220" y="520228"/>
                  <a:pt x="2385119" y="551178"/>
                </a:cubicBezTo>
                <a:cubicBezTo>
                  <a:pt x="2447019" y="582128"/>
                  <a:pt x="2483399" y="640996"/>
                  <a:pt x="2483399" y="710202"/>
                </a:cubicBezTo>
                <a:cubicBezTo>
                  <a:pt x="2483399" y="779408"/>
                  <a:pt x="2483399" y="1870171"/>
                  <a:pt x="2483399" y="1939377"/>
                </a:cubicBezTo>
                <a:cubicBezTo>
                  <a:pt x="2483399" y="2008583"/>
                  <a:pt x="2447016" y="2067513"/>
                  <a:pt x="2385116" y="2098463"/>
                </a:cubicBezTo>
                <a:cubicBezTo>
                  <a:pt x="2323216" y="2129413"/>
                  <a:pt x="1372030" y="2605005"/>
                  <a:pt x="1321020" y="2630510"/>
                </a:cubicBezTo>
                <a:cubicBezTo>
                  <a:pt x="1270011" y="2656015"/>
                  <a:pt x="1212983" y="2656012"/>
                  <a:pt x="1161973" y="2630508"/>
                </a:cubicBezTo>
                <a:cubicBezTo>
                  <a:pt x="1110964" y="2605002"/>
                  <a:pt x="159778" y="2129409"/>
                  <a:pt x="97878" y="2098461"/>
                </a:cubicBezTo>
                <a:cubicBezTo>
                  <a:pt x="51453" y="2075248"/>
                  <a:pt x="19384" y="2036331"/>
                  <a:pt x="6251" y="1989128"/>
                </a:cubicBezTo>
                <a:lnTo>
                  <a:pt x="0" y="1942433"/>
                </a:lnTo>
                <a:lnTo>
                  <a:pt x="0" y="707266"/>
                </a:lnTo>
                <a:lnTo>
                  <a:pt x="6251" y="660560"/>
                </a:lnTo>
                <a:cubicBezTo>
                  <a:pt x="19386" y="613339"/>
                  <a:pt x="51458" y="574388"/>
                  <a:pt x="97882" y="551176"/>
                </a:cubicBezTo>
                <a:cubicBezTo>
                  <a:pt x="159782" y="520225"/>
                  <a:pt x="1110967" y="44632"/>
                  <a:pt x="1161977" y="19128"/>
                </a:cubicBezTo>
                <a:cubicBezTo>
                  <a:pt x="1174730" y="12752"/>
                  <a:pt x="1187858" y="7969"/>
                  <a:pt x="1201175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50084" name="矩形 13"/>
          <p:cNvSpPr/>
          <p:nvPr>
            <p:custDataLst>
              <p:tags r:id="rId10"/>
            </p:custDataLst>
          </p:nvPr>
        </p:nvSpPr>
        <p:spPr>
          <a:xfrm>
            <a:off x="4820705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通过色彩的明暗对比和饱和度调整，增强图表的视觉层次感，突出关键数据。</a:t>
            </a:r>
          </a:p>
        </p:txBody>
      </p:sp>
      <p:sp>
        <p:nvSpPr>
          <p:cNvPr id="1050086" name="矩形 14"/>
          <p:cNvSpPr/>
          <p:nvPr>
            <p:custDataLst>
              <p:tags r:id="rId11"/>
            </p:custDataLst>
          </p:nvPr>
        </p:nvSpPr>
        <p:spPr>
          <a:xfrm>
            <a:off x="4820705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色彩对比与层次感</a:t>
            </a:r>
          </a:p>
        </p:txBody>
      </p:sp>
      <p:pic>
        <p:nvPicPr>
          <p:cNvPr id="2097245" name="图片 16" descr="/data/temp/f1eaec7f-2e40-11f0-a328-fa0558738c17.jpg@base@tag=imgScale&amp;m=1&amp;w=689&amp;h=735&amp;q=95f1eaec7f-2e40-11f0-a328-fa0558738c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xmlns:r="http://schemas.openxmlformats.org/officeDocument/2006/relationships" r:embed="rId12"/>
          <a:srcRect l="3129" r="3129"/>
          <a:stretch>
            <a:fillRect/>
          </a:stretch>
        </p:blipFill>
        <p:spPr>
          <a:xfrm>
            <a:off x="8371279" y="1799464"/>
            <a:ext cx="2593474" cy="2766634"/>
          </a:xfrm>
          <a:custGeom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50088" name="矩形 20"/>
          <p:cNvSpPr/>
          <p:nvPr>
            <p:custDataLst>
              <p:tags r:id="rId14"/>
            </p:custDataLst>
          </p:nvPr>
        </p:nvSpPr>
        <p:spPr>
          <a:xfrm>
            <a:off x="8397800" y="5333462"/>
            <a:ext cx="2561982" cy="1103297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蓝绿色系传递出稳定与成长的寓意，有助于在商务沟通中建立积极的第一印象。</a:t>
            </a:r>
          </a:p>
        </p:txBody>
      </p:sp>
      <p:sp>
        <p:nvSpPr>
          <p:cNvPr id="1050090" name="矩形 21"/>
          <p:cNvSpPr/>
          <p:nvPr>
            <p:custDataLst>
              <p:tags r:id="rId15"/>
            </p:custDataLst>
          </p:nvPr>
        </p:nvSpPr>
        <p:spPr>
          <a:xfrm>
            <a:off x="8397800" y="4833530"/>
            <a:ext cx="2561982" cy="461475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1">
                <a:solidFill>
                  <a:schemeClr val="accent1"/>
                </a:solidFill>
                <a:latin typeface="+mn-ea"/>
                <a:cs typeface="+mn-ea"/>
              </a:rPr>
              <a:t>色彩的情感寓意</a:t>
            </a:r>
          </a:p>
        </p:txBody>
      </p:sp>
    </p:spTree>
    <p:custDataLst>
      <p:tags r:id="rId16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30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专业展示</a:t>
            </a:r>
          </a:p>
        </p:txBody>
      </p:sp>
      <p:sp>
        <p:nvSpPr>
          <p:cNvPr id="1050132" name="任意多边形 32"/>
          <p:cNvSpPr/>
          <p:nvPr>
            <p:custDataLst>
              <p:tags r:id="rId3"/>
            </p:custDataLst>
          </p:nvPr>
        </p:nvSpPr>
        <p:spPr>
          <a:xfrm>
            <a:off x="1303973" y="3527743"/>
            <a:ext cx="2294255" cy="358140"/>
          </a:xfrm>
          <a:custGeom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2 w 2294255"/>
              <a:gd name="connsiteY2" fmla="*/ 92433 h 358140"/>
              <a:gd name="connsiteX3" fmla="*/ 718820 w 2294255"/>
              <a:gd name="connsiteY3" fmla="*/ 178752 h 358140"/>
              <a:gd name="connsiteX4" fmla="*/ 727522 w 2294255"/>
              <a:gd name="connsiteY4" fmla="*/ 265071 h 358140"/>
              <a:gd name="connsiteX5" fmla="*/ 72861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5 w 2294255"/>
              <a:gd name="connsiteY12" fmla="*/ 268605 h 358140"/>
              <a:gd name="connsiteX13" fmla="*/ 1566732 w 2294255"/>
              <a:gd name="connsiteY13" fmla="*/ 265071 h 358140"/>
              <a:gd name="connsiteX14" fmla="*/ 1575434 w 2294255"/>
              <a:gd name="connsiteY14" fmla="*/ 178752 h 358140"/>
              <a:gd name="connsiteX15" fmla="*/ 1566732 w 2294255"/>
              <a:gd name="connsiteY15" fmla="*/ 92433 h 358140"/>
              <a:gd name="connsiteX16" fmla="*/ 1565833 w 2294255"/>
              <a:gd name="connsiteY16" fmla="*/ 89535 h 358140"/>
              <a:gd name="connsiteX17" fmla="*/ 2115185 w 2294255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2" y="92433"/>
                </a:lnTo>
                <a:cubicBezTo>
                  <a:pt x="721816" y="120315"/>
                  <a:pt x="718820" y="149184"/>
                  <a:pt x="718820" y="178752"/>
                </a:cubicBezTo>
                <a:cubicBezTo>
                  <a:pt x="718820" y="208320"/>
                  <a:pt x="721816" y="237189"/>
                  <a:pt x="727522" y="265071"/>
                </a:cubicBezTo>
                <a:lnTo>
                  <a:pt x="7286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5" y="268605"/>
                </a:lnTo>
                <a:lnTo>
                  <a:pt x="1566732" y="265071"/>
                </a:lnTo>
                <a:cubicBezTo>
                  <a:pt x="1572438" y="237189"/>
                  <a:pt x="1575434" y="208320"/>
                  <a:pt x="1575434" y="178752"/>
                </a:cubicBezTo>
                <a:cubicBezTo>
                  <a:pt x="1575434" y="149184"/>
                  <a:pt x="1572438" y="120315"/>
                  <a:pt x="1566732" y="92433"/>
                </a:cubicBezTo>
                <a:lnTo>
                  <a:pt x="156583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0134" name="任意多边形 3"/>
          <p:cNvSpPr/>
          <p:nvPr>
            <p:custDataLst>
              <p:tags r:id="rId4"/>
            </p:custDataLst>
          </p:nvPr>
        </p:nvSpPr>
        <p:spPr>
          <a:xfrm>
            <a:off x="3598228" y="3527743"/>
            <a:ext cx="2294255" cy="358140"/>
          </a:xfrm>
          <a:custGeom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2 w 2294255"/>
              <a:gd name="connsiteY2" fmla="*/ 92433 h 358140"/>
              <a:gd name="connsiteX3" fmla="*/ 718820 w 2294255"/>
              <a:gd name="connsiteY3" fmla="*/ 178752 h 358140"/>
              <a:gd name="connsiteX4" fmla="*/ 727522 w 2294255"/>
              <a:gd name="connsiteY4" fmla="*/ 265071 h 358140"/>
              <a:gd name="connsiteX5" fmla="*/ 72861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5 w 2294255"/>
              <a:gd name="connsiteY12" fmla="*/ 268605 h 358140"/>
              <a:gd name="connsiteX13" fmla="*/ 1566733 w 2294255"/>
              <a:gd name="connsiteY13" fmla="*/ 265071 h 358140"/>
              <a:gd name="connsiteX14" fmla="*/ 1575434 w 2294255"/>
              <a:gd name="connsiteY14" fmla="*/ 178752 h 358140"/>
              <a:gd name="connsiteX15" fmla="*/ 1566733 w 2294255"/>
              <a:gd name="connsiteY15" fmla="*/ 92433 h 358140"/>
              <a:gd name="connsiteX16" fmla="*/ 1565833 w 2294255"/>
              <a:gd name="connsiteY16" fmla="*/ 89535 h 358140"/>
              <a:gd name="connsiteX17" fmla="*/ 2115185 w 2294255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2" y="92433"/>
                </a:lnTo>
                <a:cubicBezTo>
                  <a:pt x="721817" y="120315"/>
                  <a:pt x="718820" y="149184"/>
                  <a:pt x="718820" y="178752"/>
                </a:cubicBezTo>
                <a:cubicBezTo>
                  <a:pt x="718820" y="208320"/>
                  <a:pt x="721817" y="237189"/>
                  <a:pt x="727522" y="265071"/>
                </a:cubicBezTo>
                <a:lnTo>
                  <a:pt x="7286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5" y="268605"/>
                </a:lnTo>
                <a:lnTo>
                  <a:pt x="1566733" y="265071"/>
                </a:lnTo>
                <a:cubicBezTo>
                  <a:pt x="1572438" y="237189"/>
                  <a:pt x="1575434" y="208320"/>
                  <a:pt x="1575434" y="178752"/>
                </a:cubicBezTo>
                <a:cubicBezTo>
                  <a:pt x="1575434" y="149184"/>
                  <a:pt x="1572438" y="120315"/>
                  <a:pt x="1566733" y="92433"/>
                </a:cubicBezTo>
                <a:lnTo>
                  <a:pt x="156583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0136" name="任意多边形 4"/>
          <p:cNvSpPr/>
          <p:nvPr>
            <p:custDataLst>
              <p:tags r:id="rId5"/>
            </p:custDataLst>
          </p:nvPr>
        </p:nvSpPr>
        <p:spPr>
          <a:xfrm>
            <a:off x="5892482" y="3527743"/>
            <a:ext cx="2294255" cy="358140"/>
          </a:xfrm>
          <a:custGeom>
            <a:gdLst>
              <a:gd name="connsiteX0" fmla="*/ 0 w 2294255"/>
              <a:gd name="connsiteY0" fmla="*/ 89535 h 358140"/>
              <a:gd name="connsiteX1" fmla="*/ 724612 w 2294255"/>
              <a:gd name="connsiteY1" fmla="*/ 89535 h 358140"/>
              <a:gd name="connsiteX2" fmla="*/ 723712 w 2294255"/>
              <a:gd name="connsiteY2" fmla="*/ 92433 h 358140"/>
              <a:gd name="connsiteX3" fmla="*/ 715010 w 2294255"/>
              <a:gd name="connsiteY3" fmla="*/ 178752 h 358140"/>
              <a:gd name="connsiteX4" fmla="*/ 723712 w 2294255"/>
              <a:gd name="connsiteY4" fmla="*/ 265071 h 358140"/>
              <a:gd name="connsiteX5" fmla="*/ 72480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1825 w 2294255"/>
              <a:gd name="connsiteY12" fmla="*/ 268605 h 358140"/>
              <a:gd name="connsiteX13" fmla="*/ 1562923 w 2294255"/>
              <a:gd name="connsiteY13" fmla="*/ 265071 h 358140"/>
              <a:gd name="connsiteX14" fmla="*/ 1571624 w 2294255"/>
              <a:gd name="connsiteY14" fmla="*/ 178752 h 358140"/>
              <a:gd name="connsiteX15" fmla="*/ 1562923 w 2294255"/>
              <a:gd name="connsiteY15" fmla="*/ 92433 h 358140"/>
              <a:gd name="connsiteX16" fmla="*/ 1562023 w 2294255"/>
              <a:gd name="connsiteY16" fmla="*/ 89535 h 358140"/>
              <a:gd name="connsiteX17" fmla="*/ 2115185 w 2294255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4612" y="89535"/>
                </a:lnTo>
                <a:lnTo>
                  <a:pt x="723712" y="92433"/>
                </a:lnTo>
                <a:cubicBezTo>
                  <a:pt x="718007" y="120315"/>
                  <a:pt x="715010" y="149184"/>
                  <a:pt x="715010" y="178752"/>
                </a:cubicBezTo>
                <a:cubicBezTo>
                  <a:pt x="715010" y="208320"/>
                  <a:pt x="718007" y="237189"/>
                  <a:pt x="723712" y="265071"/>
                </a:cubicBezTo>
                <a:lnTo>
                  <a:pt x="72480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1825" y="268605"/>
                </a:lnTo>
                <a:lnTo>
                  <a:pt x="1562923" y="265071"/>
                </a:lnTo>
                <a:cubicBezTo>
                  <a:pt x="1568628" y="237189"/>
                  <a:pt x="1571624" y="208320"/>
                  <a:pt x="1571624" y="178752"/>
                </a:cubicBezTo>
                <a:cubicBezTo>
                  <a:pt x="1571624" y="149184"/>
                  <a:pt x="1568628" y="120315"/>
                  <a:pt x="1562923" y="92433"/>
                </a:cubicBezTo>
                <a:lnTo>
                  <a:pt x="156202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0138" name="任意多边形 5"/>
          <p:cNvSpPr/>
          <p:nvPr>
            <p:custDataLst>
              <p:tags r:id="rId6"/>
            </p:custDataLst>
          </p:nvPr>
        </p:nvSpPr>
        <p:spPr>
          <a:xfrm>
            <a:off x="8186737" y="3527743"/>
            <a:ext cx="2294255" cy="358140"/>
          </a:xfrm>
          <a:custGeom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3 w 2294255"/>
              <a:gd name="connsiteY2" fmla="*/ 92433 h 358140"/>
              <a:gd name="connsiteX3" fmla="*/ 718821 w 2294255"/>
              <a:gd name="connsiteY3" fmla="*/ 178752 h 358140"/>
              <a:gd name="connsiteX4" fmla="*/ 727523 w 2294255"/>
              <a:gd name="connsiteY4" fmla="*/ 265071 h 358140"/>
              <a:gd name="connsiteX5" fmla="*/ 728620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6 w 2294255"/>
              <a:gd name="connsiteY12" fmla="*/ 268605 h 358140"/>
              <a:gd name="connsiteX13" fmla="*/ 1566733 w 2294255"/>
              <a:gd name="connsiteY13" fmla="*/ 265071 h 358140"/>
              <a:gd name="connsiteX14" fmla="*/ 1575435 w 2294255"/>
              <a:gd name="connsiteY14" fmla="*/ 178752 h 358140"/>
              <a:gd name="connsiteX15" fmla="*/ 1566733 w 2294255"/>
              <a:gd name="connsiteY15" fmla="*/ 92433 h 358140"/>
              <a:gd name="connsiteX16" fmla="*/ 1565834 w 2294255"/>
              <a:gd name="connsiteY16" fmla="*/ 89535 h 358140"/>
              <a:gd name="connsiteX17" fmla="*/ 2115185 w 2294255"/>
              <a:gd name="connsiteY17" fmla="*/ 89535 h 35814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3" y="92433"/>
                </a:lnTo>
                <a:cubicBezTo>
                  <a:pt x="721817" y="120315"/>
                  <a:pt x="718821" y="149184"/>
                  <a:pt x="718821" y="178752"/>
                </a:cubicBezTo>
                <a:cubicBezTo>
                  <a:pt x="718821" y="208320"/>
                  <a:pt x="721817" y="237189"/>
                  <a:pt x="727523" y="265071"/>
                </a:cubicBezTo>
                <a:lnTo>
                  <a:pt x="728620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6" y="268605"/>
                </a:lnTo>
                <a:lnTo>
                  <a:pt x="1566733" y="265071"/>
                </a:lnTo>
                <a:cubicBezTo>
                  <a:pt x="1572439" y="237189"/>
                  <a:pt x="1575435" y="208320"/>
                  <a:pt x="1575435" y="178752"/>
                </a:cubicBezTo>
                <a:cubicBezTo>
                  <a:pt x="1575435" y="149184"/>
                  <a:pt x="1572439" y="120315"/>
                  <a:pt x="1566733" y="92433"/>
                </a:cubicBezTo>
                <a:lnTo>
                  <a:pt x="1565834" y="89535"/>
                </a:lnTo>
                <a:lnTo>
                  <a:pt x="211518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0140" name="椭圆 7"/>
          <p:cNvSpPr/>
          <p:nvPr>
            <p:custDataLst>
              <p:tags r:id="rId7"/>
            </p:custDataLst>
          </p:nvPr>
        </p:nvSpPr>
        <p:spPr>
          <a:xfrm>
            <a:off x="2053908" y="3309303"/>
            <a:ext cx="794385" cy="794385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0142" name="椭圆 8"/>
          <p:cNvSpPr/>
          <p:nvPr>
            <p:custDataLst>
              <p:tags r:id="rId8"/>
            </p:custDataLst>
          </p:nvPr>
        </p:nvSpPr>
        <p:spPr>
          <a:xfrm>
            <a:off x="4348163" y="3309303"/>
            <a:ext cx="794385" cy="794385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0144" name="椭圆 23"/>
          <p:cNvSpPr/>
          <p:nvPr>
            <p:custDataLst>
              <p:tags r:id="rId9"/>
            </p:custDataLst>
          </p:nvPr>
        </p:nvSpPr>
        <p:spPr>
          <a:xfrm>
            <a:off x="6634797" y="3309303"/>
            <a:ext cx="794385" cy="794385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0146" name="椭圆 24"/>
          <p:cNvSpPr/>
          <p:nvPr>
            <p:custDataLst>
              <p:tags r:id="rId10"/>
            </p:custDataLst>
          </p:nvPr>
        </p:nvSpPr>
        <p:spPr>
          <a:xfrm>
            <a:off x="8936672" y="3309303"/>
            <a:ext cx="794385" cy="794385"/>
          </a:xfrm>
          <a:prstGeom prst="ellipse"/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0148" name="矩形 25"/>
          <p:cNvSpPr/>
          <p:nvPr>
            <p:custDataLst>
              <p:tags r:id="rId11"/>
            </p:custDataLst>
          </p:nvPr>
        </p:nvSpPr>
        <p:spPr>
          <a:xfrm>
            <a:off x="898208" y="1429703"/>
            <a:ext cx="3512820" cy="93980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2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采用清晰的线条和颜色对比，确保信息传达直观易懂。</a:t>
            </a:r>
          </a:p>
        </p:txBody>
      </p:sp>
      <p:sp>
        <p:nvSpPr>
          <p:cNvPr id="1050150" name="矩形 26"/>
          <p:cNvSpPr/>
          <p:nvPr>
            <p:custDataLst>
              <p:tags r:id="rId12"/>
            </p:custDataLst>
          </p:nvPr>
        </p:nvSpPr>
        <p:spPr>
          <a:xfrm>
            <a:off x="898208" y="2591753"/>
            <a:ext cx="3107055" cy="316230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简洁明了的视觉效果</a:t>
            </a:r>
          </a:p>
        </p:txBody>
      </p:sp>
      <p:sp>
        <p:nvSpPr>
          <p:cNvPr id="1050152" name="矩形 31"/>
          <p:cNvSpPr/>
          <p:nvPr>
            <p:custDataLst>
              <p:tags r:id="rId13"/>
            </p:custDataLst>
          </p:nvPr>
        </p:nvSpPr>
        <p:spPr>
          <a:xfrm>
            <a:off x="5486082" y="1428433"/>
            <a:ext cx="3512820" cy="939800"/>
          </a:xfrm>
          <a:prstGeom prst="rect"/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2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结合最新的数据可视化技术，使图表更加生动、互动性强。</a:t>
            </a:r>
          </a:p>
        </p:txBody>
      </p:sp>
      <p:sp>
        <p:nvSpPr>
          <p:cNvPr id="1050154" name="矩形 38"/>
          <p:cNvSpPr/>
          <p:nvPr>
            <p:custDataLst>
              <p:tags r:id="rId14"/>
            </p:custDataLst>
          </p:nvPr>
        </p:nvSpPr>
        <p:spPr>
          <a:xfrm>
            <a:off x="5486082" y="2591753"/>
            <a:ext cx="3107054" cy="316230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数据可视化创新设计</a:t>
            </a:r>
          </a:p>
        </p:txBody>
      </p:sp>
      <p:sp>
        <p:nvSpPr>
          <p:cNvPr id="1050156" name="矩形 39"/>
          <p:cNvSpPr/>
          <p:nvPr>
            <p:custDataLst>
              <p:tags r:id="rId15"/>
            </p:custDataLst>
          </p:nvPr>
        </p:nvSpPr>
        <p:spPr>
          <a:xfrm>
            <a:off x="3192463" y="5002213"/>
            <a:ext cx="3513600" cy="93980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运用蓝绿色调，营造专业稳重同时不失活力的商务氛围。</a:t>
            </a:r>
          </a:p>
        </p:txBody>
      </p:sp>
      <p:sp>
        <p:nvSpPr>
          <p:cNvPr id="1050158" name="矩形 40"/>
          <p:cNvSpPr/>
          <p:nvPr>
            <p:custDataLst>
              <p:tags r:id="rId16"/>
            </p:custDataLst>
          </p:nvPr>
        </p:nvSpPr>
        <p:spPr>
          <a:xfrm>
            <a:off x="3192463" y="4505643"/>
            <a:ext cx="3106421" cy="316230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专业商务色彩搭配</a:t>
            </a:r>
          </a:p>
        </p:txBody>
      </p:sp>
      <p:sp>
        <p:nvSpPr>
          <p:cNvPr id="1050160" name="矩形 41"/>
          <p:cNvSpPr/>
          <p:nvPr>
            <p:custDataLst>
              <p:tags r:id="rId17"/>
            </p:custDataLst>
          </p:nvPr>
        </p:nvSpPr>
        <p:spPr>
          <a:xfrm>
            <a:off x="7780337" y="5002213"/>
            <a:ext cx="3513600" cy="939800"/>
          </a:xfrm>
          <a:prstGeom prst="rect"/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200" dirty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设计多种图表类型，满足不同商务场景下的数据展示需求。</a:t>
            </a:r>
          </a:p>
        </p:txBody>
      </p:sp>
      <p:pic>
        <p:nvPicPr>
          <p:cNvPr id="2097247" name="图片 21" descr="32313538333935363b32313538333935353bb3a4c6aab6c1ceef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xmlns:r="http://schemas.openxmlformats.org/officeDocument/2006/relationships" r:embed="rId18"/>
          <a:srcRect/>
          <a:stretch>
            <a:fillRect/>
          </a:stretch>
        </p:blipFill>
        <p:spPr>
          <a:xfrm>
            <a:off x="2288858" y="3544253"/>
            <a:ext cx="324010" cy="324010"/>
          </a:xfrm>
          <a:prstGeom prst="rect"/>
        </p:spPr>
      </p:pic>
      <p:pic>
        <p:nvPicPr>
          <p:cNvPr id="2097249" name="图片 13" descr="32313538333935363b32313538333934373bcec4bcfebcd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xmlns:r="http://schemas.openxmlformats.org/officeDocument/2006/relationships" r:embed="rId20"/>
          <a:srcRect/>
          <a:stretch>
            <a:fillRect/>
          </a:stretch>
        </p:blipFill>
        <p:spPr>
          <a:xfrm>
            <a:off x="4583113" y="3556953"/>
            <a:ext cx="324000" cy="324000"/>
          </a:xfrm>
          <a:prstGeom prst="rect"/>
        </p:spPr>
      </p:pic>
      <p:pic>
        <p:nvPicPr>
          <p:cNvPr id="2097251" name="图片 3" descr="32313538333935363b32313538333934333bb6d4bbb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xmlns:r="http://schemas.openxmlformats.org/officeDocument/2006/relationships" r:embed="rId22"/>
          <a:srcRect/>
          <a:stretch>
            <a:fillRect/>
          </a:stretch>
        </p:blipFill>
        <p:spPr>
          <a:xfrm>
            <a:off x="6869747" y="3555683"/>
            <a:ext cx="324000" cy="324000"/>
          </a:xfrm>
          <a:prstGeom prst="rect"/>
        </p:spPr>
      </p:pic>
      <p:sp>
        <p:nvSpPr>
          <p:cNvPr id="1050162" name="矩形 45"/>
          <p:cNvSpPr/>
          <p:nvPr>
            <p:custDataLst>
              <p:tags r:id="rId24"/>
            </p:custDataLst>
          </p:nvPr>
        </p:nvSpPr>
        <p:spPr>
          <a:xfrm>
            <a:off x="7780337" y="4505643"/>
            <a:ext cx="3106421" cy="316230"/>
          </a:xfrm>
          <a:prstGeom prst="rect"/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1">
                <a:solidFill>
                  <a:schemeClr val="accent1"/>
                </a:solidFill>
                <a:latin typeface="+mn-ea"/>
                <a:cs typeface="+mn-ea"/>
              </a:rPr>
              <a:t>适应多种数据展示需求</a:t>
            </a:r>
          </a:p>
        </p:txBody>
      </p:sp>
      <p:pic>
        <p:nvPicPr>
          <p:cNvPr id="2097253" name="图片 8" descr="32313538333935363b32313538333934303bcae9b1be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xmlns:r="http://schemas.openxmlformats.org/officeDocument/2006/relationships" r:embed="rId25"/>
          <a:srcRect/>
          <a:stretch>
            <a:fillRect/>
          </a:stretch>
        </p:blipFill>
        <p:spPr>
          <a:xfrm>
            <a:off x="9171622" y="3544253"/>
            <a:ext cx="324021" cy="324021"/>
          </a:xfrm>
          <a:prstGeom prst="rect"/>
        </p:spPr>
      </p:pic>
    </p:spTree>
    <p:custDataLst>
      <p:tags r:id="rId27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1"/>
              <a:t>谢谢</a:t>
            </a:r>
          </a:p>
        </p:txBody>
      </p:sp>
      <p:sp>
        <p:nvSpPr>
          <p:cNvPr id="1050204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1"/>
              <a:t>Thank you</a:t>
            </a:r>
          </a:p>
        </p:txBody>
      </p:sp>
    </p:spTree>
    <p:custDataLst>
      <p:tags r:id="rId4"/>
    </p:custDataLst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1_2"/>
  <p:tag name="KSO_WM_UNIT_INDEX" val="1_1_2"/>
  <p:tag name="KSO_WM_UNIT_LAYERLEVEL" val="1_1_1"/>
  <p:tag name="KSO_WM_UNIT_LINE_FORE_SCHEMECOLOR_INDEX" val="-2"/>
  <p:tag name="KSO_WM_UNIT_TYPE" val="m_h_i"/>
</p:tagLst>
</file>

<file path=ppt/tags/tag2.xml><?xml version="1.0" encoding="utf-8"?>
<p:tagLst xmlns:p="http://schemas.openxmlformats.org/presentationml/2006/main">
  <p:tag name="KSO_WM_BEAUTIFY_FLAG" val="#wm#"/>
  <p:tag name="KSO_WM_SLIDE_ID" val="custom20231587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3.xml><?xml version="1.0" encoding="utf-8"?>
<p:tagLst xmlns:p="http://schemas.openxmlformats.org/presentationml/2006/main">
  <p:tag name="KSO_WM_BEAUTIFY_FLAG" val="#wm#"/>
  <p:tag name="KSO_WM_SLIDE_ID" val="custom20231587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4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EXT_TYPE" val="1"/>
  <p:tag name="KSO_WM_UNIT_TYPE" val="a"/>
  <p:tag name="KSO_WM_UNIT_VALUE" val="14"/>
</p:tagLst>
</file>

<file path=ppt/tags/tag5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i*1_5_1"/>
  <p:tag name="KSO_WM_UNIT_INDEX" val="1_5_1"/>
  <p:tag name="KSO_WM_UNIT_LAYERLEVEL" val="1_1_1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ASSEMBLE_CHIP_INDEX" val="a718caee4cdb458181e4164d62f83875"/>
  <p:tag name="KSO_WM_BEAUTIFY_FLAG" val="#wm#"/>
  <p:tag name="KSO_WM_CHIP_FILLAREA_FILL_RULE" val="{&quot;fill_align&quot;:&quot;lm&quot;,&quot;fill_effect&quot;:[],&quot;fill_mode&quot;:&quot;adaptive&quot;,&quot;sacle_strategy&quot;:&quot;stretch&quot;}"/>
  <p:tag name="KSO_WM_CHIP_GROUPID" val="629425eedb924c3ee3991e4a"/>
  <p:tag name="KSO_WM_CHIP_XID" val="629d66167459d9b06302c34d"/>
  <p:tag name="KSO_WM_TAG_VERSION" val="3.0"/>
  <p:tag name="KSO_WM_UNIT_COMPATIBLE" val="0"/>
  <p:tag name="KSO_WM_UNIT_DEC_AREA_ID" val="556abc1500e14952adae91ff4858c4f5"/>
  <p:tag name="KSO_WM_UNIT_DEC_CHANGEPICRESERVED" val="1"/>
  <p:tag name="KSO_WM_UNIT_DEC_SUPPORTCHANGEPIC" val="0"/>
  <p:tag name="KSO_WM_UNIT_DIAGRAM_ISNUMVISUAL" val="0"/>
  <p:tag name="KSO_WM_UNIT_DIAGRAM_ISREFERUNIT" val="0"/>
  <p:tag name="KSO_WM_UNIT_HIGHLIGHT" val="0"/>
  <p:tag name="KSO_WM_UNIT_ID" val="_4*i*2"/>
  <p:tag name="KSO_WM_UNIT_INDEX" val="2"/>
  <p:tag name="KSO_WM_UNIT_LAYERLEVEL" val="1"/>
  <p:tag name="KSO_WM_UNIT_TYPE" val="i"/>
</p:tagLst>
</file>

<file path=ppt/tags/tag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147_2*l_h_d*1_3_1"/>
  <p:tag name="KSO_WM_UNIT_INDEX" val="1_3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211379021942*gallery_gallery_ai_v2.0.9_ONLINE*1746951672570_1.59_05b53314757e-slide-3"/>
</p:tagLst>
</file>

<file path=ppt/tags/tag9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9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TYPE" val="b"/>
  <p:tag name="KSO_WM_UNIT_VALUE" val="80"/>
</p:tagLst>
</file>

<file path=ppt/tags/tag10.xml><?xml version="1.0" encoding="utf-8"?>
<p:tagLst xmlns:p="http://schemas.openxmlformats.org/presentationml/2006/main">
  <p:tag name="KSO_WM_BEAUTIFY_FLAG" val="#wm#"/>
  <p:tag name="KSO_WM_SLIDE_ID" val="custom20231587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1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EXT_TYPE" val="1"/>
  <p:tag name="KSO_WM_UNIT_TYPE" val="a"/>
  <p:tag name="KSO_WM_UNIT_VALUE" val="14"/>
</p:tagLst>
</file>

<file path=ppt/tags/tag1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4_2"/>
  <p:tag name="KSO_WM_UNIT_INDEX" val="1_4_2"/>
  <p:tag name="KSO_WM_UNIT_LAYERLEVEL" val="1_1_1"/>
  <p:tag name="KSO_WM_UNIT_LINE_FORE_SCHEMECOLOR_INDEX" val="-2"/>
  <p:tag name="KSO_WM_UNIT_TYPE" val="m_h_i"/>
</p:tagLst>
</file>

<file path=ppt/tags/tag1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f*1"/>
  <p:tag name="KSO_WM_UNIT_INDEX" val="1"/>
  <p:tag name="KSO_WM_UNIT_LAYERLEVEL" val="1"/>
  <p:tag name="KSO_WM_UNIT_NOCLEAR" val="0"/>
  <p:tag name="KSO_WM_UNIT_PRESET_TEXT" val="单击此处编辑母版文本样式二级三级四级五级"/>
  <p:tag name="KSO_WM_UNIT_SUBTYPE" val="a"/>
  <p:tag name="KSO_WM_UNIT_TYPE" val="f"/>
  <p:tag name="KSO_WM_UNIT_VALUE" val="396"/>
</p:tagLst>
</file>

<file path=ppt/tags/tag1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SLIDE_ID" val="custom20231587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1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12"/>
</p:tagLst>
</file>

<file path=ppt/tags/tag1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i*1_2_1"/>
  <p:tag name="KSO_WM_UNIT_INDEX" val="1_2_1"/>
  <p:tag name="KSO_WM_UNIT_LAYERLEVEL" val="1_1_1"/>
  <p:tag name="KSO_WM_UNIT_SUBTYPE" val="d"/>
  <p:tag name="KSO_WM_UNIT_TEXT_FILL_FORE_SCHEMECOLOR_INDEX" val="1"/>
  <p:tag name="KSO_WM_UNIT_TEXT_FILL_FORE_SCHEMECOLOR_INDEX_BRIGHTNESS" val="0.15"/>
  <p:tag name="KSO_WM_UNIT_TEXT_FILL_TYPE" val="1"/>
  <p:tag name="KSO_WM_UNIT_TYPE" val="l_h_i"/>
</p:tagLst>
</file>

<file path=ppt/tags/tag1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"/>
  <p:tag name="KSO_WM_UNIT_TEXT_FILL_TYPE" val="1"/>
  <p:tag name="KSO_WM_UNIT_TEXT_TYPE" val="1"/>
  <p:tag name="KSO_WM_UNIT_TYPE" val="l_h_a"/>
  <p:tag name="KSO_WM_UNIT_VALUE" val="10"/>
</p:tagLst>
</file>

<file path=ppt/tags/tag2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i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SUBTYPE" val="d"/>
  <p:tag name="KSO_WM_UNIT_TEXT_FILL_FORE_SCHEMECOLOR_INDEX" val="1"/>
  <p:tag name="KSO_WM_UNIT_TEXT_FILL_TYPE" val="1"/>
  <p:tag name="KSO_WM_UNIT_TYPE" val="l_h_i"/>
</p:tagLst>
</file>

<file path=ppt/tags/tag2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4"/>
  <p:tag name="KSO_WM_UNIT_INDEX" val="4"/>
  <p:tag name="KSO_WM_UNIT_LAYERLEVEL" val="1"/>
  <p:tag name="KSO_WM_UNIT_TYPE" val="i"/>
</p:tagLst>
</file>

<file path=ppt/tags/tag2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3.xml><?xml version="1.0" encoding="utf-8"?>
<p:tagLst xmlns:p="http://schemas.openxmlformats.org/presentationml/2006/main">
  <p:tag name="KSO_WM_BEAUTIFY_FLAG" val="#wm#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FILL_TYPE" val="3"/>
  <p:tag name="KSO_WM_UNIT_HIGHLIGHT" val="0"/>
  <p:tag name="KSO_WM_UNIT_ID" val="diagram20232454_2*l_i*1_2"/>
  <p:tag name="KSO_WM_UNIT_INDEX" val="1_2"/>
  <p:tag name="KSO_WM_UNIT_LAYERLEVEL" val="1_1"/>
  <p:tag name="KSO_WM_UNIT_TYPE" val="l_i"/>
</p:tagLst>
</file>

<file path=ppt/tags/tag2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4_1"/>
  <p:tag name="KSO_WM_UNIT_INDEX" val="1_4_1"/>
  <p:tag name="KSO_WM_UNIT_LAYERLEVEL" val="1_1_1"/>
  <p:tag name="KSO_WM_UNIT_LINE_FORE_SCHEMECOLOR_INDEX" val="-2"/>
  <p:tag name="KSO_WM_UNIT_TYPE" val="m_h_i"/>
</p:tagLst>
</file>

<file path=ppt/tags/tag2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第二级第三级第四级第五级"/>
  <p:tag name="KSO_WM_UNIT_SUBTYPE" val="a"/>
  <p:tag name="KSO_WM_UNIT_TYPE" val="f"/>
</p:tagLst>
</file>

<file path=ppt/tags/tag2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f*1_3_1"/>
  <p:tag name="KSO_WM_UNIT_INDEX" val="1_3_1"/>
  <p:tag name="KSO_WM_UNIT_LAYERLEVEL" val="1_1_1"/>
  <p:tag name="KSO_WM_UNIT_NOCLEAR" val="0"/>
  <p:tag name="KSO_WM_UNIT_PRESET_TEXT" val="单击此处添加文本具体内容，简明扼要地阐述您的观点。可酌情增减文字，以便观者准确地理解您传达的思想。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2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f*1_4_1"/>
  <p:tag name="KSO_WM_UNIT_INDEX" val="1_4_1"/>
  <p:tag name="KSO_WM_UNIT_LAYERLEVEL" val="1_1_1"/>
  <p:tag name="KSO_WM_UNIT_NOCLEAR" val="0"/>
  <p:tag name="KSO_WM_UNIT_PRESET_TEXT" val="单击此处添加文本具体内容，简明扼要地阐述您的观点。根据需要可酌情增减文字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55"/>
</p:tagLst>
</file>

<file path=ppt/tags/tag3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3"/>
  <p:tag name="KSO_WM_UNIT_INDEX" val="3"/>
  <p:tag name="KSO_WM_UNIT_LAYERLEVEL" val="1"/>
  <p:tag name="KSO_WM_UNIT_TYPE" val="i"/>
</p:tagLst>
</file>

<file path=ppt/tags/tag3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i*1_1_1"/>
  <p:tag name="KSO_WM_UNIT_INDEX" val="1_1_1"/>
  <p:tag name="KSO_WM_UNIT_LAYERLEVEL" val="1_1_1"/>
  <p:tag name="KSO_WM_UNIT_LINE_FORE_SCHEMECOLOR_INDEX" val="5"/>
  <p:tag name="KSO_WM_UNIT_TYPE" val="l_h_i"/>
</p:tagLst>
</file>

<file path=ppt/tags/tag3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2_1"/>
  <p:tag name="KSO_WM_UNIT_INDEX" val="1_2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3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f*1_4_1"/>
  <p:tag name="KSO_WM_UNIT_INDEX" val="1_4_1"/>
  <p:tag name="KSO_WM_UNIT_LAYERLEVEL" val="1_1_1"/>
  <p:tag name="KSO_WM_UNIT_LINE_FORE_SCHEMECOLOR_INDEX" val="-2"/>
  <p:tag name="KSO_WM_UNIT_NOCLEAR" val="0"/>
  <p:tag name="KSO_WM_UNIT_PRESET_TEXT" val="单击此处输入您的智能图形项正文具体内容，文字是您思想的提炼，请尽量言简意赅的阐述观点。单击此处添加正文，文字是您思想的提炼，单击此处输入您的智能图形项正文具体内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3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973_3*l_h_i*1_3_1"/>
  <p:tag name="KSO_WM_UNIT_INDEX" val="1_3_1"/>
  <p:tag name="KSO_WM_UNIT_LAYERLEVEL" val="1_1_1"/>
  <p:tag name="KSO_WM_UNIT_PRESET_TEXT" val="03"/>
  <p:tag name="KSO_WM_UNIT_SUBTYPE" val="d"/>
  <p:tag name="KSO_WM_UNIT_TEXT_FILL_TYPE" val="1"/>
  <p:tag name="KSO_WM_UNIT_TYPE" val="l_h_i"/>
</p:tagLst>
</file>

<file path=ppt/tags/tag3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i*1_1_1"/>
  <p:tag name="KSO_WM_UNIT_INDEX" val="1_1_1"/>
  <p:tag name="KSO_WM_UNIT_LAYERLEVEL" val="1_1_1"/>
  <p:tag name="KSO_WM_UNIT_SUBTYPE" val="d"/>
  <p:tag name="KSO_WM_UNIT_TEXT_FILL_FORE_SCHEMECOLOR_INDEX" val="1"/>
  <p:tag name="KSO_WM_UNIT_TEXT_FILL_FORE_SCHEMECOLOR_INDEX_BRIGHTNESS" val="0.15"/>
  <p:tag name="KSO_WM_UNIT_TEXT_FILL_TYPE" val="1"/>
  <p:tag name="KSO_WM_UNIT_TYPE" val="l_h_i"/>
</p:tagLst>
</file>

<file path=ppt/tags/tag4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4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1_1"/>
  <p:tag name="KSO_WM_UNIT_INDEX" val="1_1"/>
  <p:tag name="KSO_WM_UNIT_LAYERLEVEL" val="1_1"/>
  <p:tag name="KSO_WM_UNIT_NOCLEAR" val="0"/>
  <p:tag name="KSO_WM_UNIT_PRESET_TEXT" val="单击此处编辑母版文本样式二级三级四级五级"/>
  <p:tag name="KSO_WM_UNIT_SUBTYPE" val="a"/>
  <p:tag name="KSO_WM_UNIT_TYPE" val="h_f"/>
  <p:tag name="KSO_WM_UNIT_VALUE" val="128"/>
</p:tagLst>
</file>

<file path=ppt/tags/tag4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2"/>
  <p:tag name="KSO_WM_UNIT_INDEX" val="2"/>
  <p:tag name="KSO_WM_UNIT_LAYERLEVEL" val="1"/>
  <p:tag name="KSO_WM_UNIT_TYPE" val="i"/>
</p:tagLst>
</file>

<file path=ppt/tags/tag43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147_3"/>
  <p:tag name="KSO_WM_SLIDE_INDEX" val="3"/>
  <p:tag name="KSO_WM_SLIDE_ITEM_CNT" val="4"/>
  <p:tag name="KSO_WM_SLIDE_LAYOUT" val="a_l"/>
  <p:tag name="KSO_WM_SLIDE_LAYOUT_CNT" val="1_1"/>
  <p:tag name="KSO_WM_SLIDE_POSITION" val="73.3256*155.822"/>
  <p:tag name="KSO_WM_SLIDE_SIZE" val="812.941*336.878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147"/>
  <p:tag name="KSO_WM_TEMPLATE_MASTER_TYPE" val="0"/>
  <p:tag name="KSO_WM_TEMPLATE_SUBCATEGORY" val="0"/>
</p:tagLst>
</file>

<file path=ppt/tags/tag4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4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4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4"/>
  <p:tag name="KSO_WM_UNIT_INDEX" val="4"/>
  <p:tag name="KSO_WM_UNIT_LAYERLEVEL" val="1"/>
  <p:tag name="KSO_WM_UNIT_TYPE" val="i"/>
</p:tagLst>
</file>

<file path=ppt/tags/tag4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4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3"/>
  <p:tag name="KSO_WM_UNIT_INDEX" val="3"/>
  <p:tag name="KSO_WM_UNIT_LAYERLEVEL" val="1"/>
  <p:tag name="KSO_WM_UNIT_TYPE" val="i"/>
</p:tagLst>
</file>

<file path=ppt/tags/tag49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3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5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a*1_2_1"/>
  <p:tag name="KSO_WM_UNIT_INDEX" val="1_2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5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x*1_3_1"/>
  <p:tag name="KSO_WM_UNIT_INDEX" val="1_3_1"/>
  <p:tag name="KSO_WM_UNIT_LAYERLEVEL" val="1_1_1"/>
  <p:tag name="KSO_WM_UNIT_TYPE" val="l_h_x"/>
  <p:tag name="KSO_WM_UNIT_VALUE" val="150*137"/>
</p:tagLst>
</file>

<file path=ppt/tags/tag52.xml><?xml version="1.0" encoding="utf-8"?>
<p:tagLst xmlns:p="http://schemas.openxmlformats.org/presentationml/2006/main">
  <p:tag name="KSO_WM_BEAUTIFY_FLAG" val="#wm#"/>
  <p:tag name="KSO_WM_DIAGRAM_GROUP_CODE" val="m1-1"/>
  <p:tag name="KSO_WM_SLIDE_DIAGTYPE" val="m"/>
  <p:tag name="KSO_WM_SLIDE_ID" val="diagram20233265_4"/>
  <p:tag name="KSO_WM_SLIDE_INDEX" val="4"/>
  <p:tag name="KSO_WM_SLIDE_ITEM_CNT" val="5"/>
  <p:tag name="KSO_WM_SLIDE_LAYOUT" val="a_m"/>
  <p:tag name="KSO_WM_SLIDE_LAYOUT_CNT" val="1_1"/>
  <p:tag name="KSO_WM_SLIDE_POSITION" val="54.8*117.95"/>
  <p:tag name="KSO_WM_SLIDE_SIZE" val="850.35*344.45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265"/>
  <p:tag name="KSO_WM_TEMPLATE_MASTER_TYPE" val="0"/>
  <p:tag name="KSO_WM_TEMPLATE_SUBCATEGORY" val="0"/>
</p:tagLst>
</file>

<file path=ppt/tags/tag5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6"/>
  <p:tag name="KSO_WM_UNIT_INDEX" val="6"/>
  <p:tag name="KSO_WM_UNIT_LAYERLEVEL" val="1"/>
  <p:tag name="KSO_WM_UNIT_TYPE" val="i"/>
</p:tagLst>
</file>

<file path=ppt/tags/tag5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TYPE" val="1"/>
  <p:tag name="KSO_WM_UNIT_TEXT_TYPE" val="1"/>
  <p:tag name="KSO_WM_UNIT_TYPE" val="l_h_a"/>
  <p:tag name="KSO_WM_UNIT_VALUE" val="8"/>
</p:tagLst>
</file>

<file path=ppt/tags/tag5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f*1_2_1"/>
  <p:tag name="KSO_WM_UNIT_INDEX" val="1_2_1"/>
  <p:tag name="KSO_WM_UNIT_LAYERLEVEL" val="1_1_1"/>
  <p:tag name="KSO_WM_UNIT_NOCLEAR" val="0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90"/>
</p:tagLst>
</file>

<file path=ppt/tags/tag5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FILL_FORE_SCHEMECOLOR_INDEX" val="2"/>
  <p:tag name="KSO_WM_UNIT_FILL_FORE_SCHEMECOLOR_INDEX_BRIGHTNESS" val="0"/>
  <p:tag name="KSO_WM_UNIT_FILL_TYPE" val="1"/>
  <p:tag name="KSO_WM_UNIT_HIGHLIGHT" val="0"/>
  <p:tag name="KSO_WM_UNIT_ID" val="diagram20232468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TYPE" val="1"/>
  <p:tag name="KSO_WM_UNIT_TEXT_TYPE" val="1"/>
  <p:tag name="KSO_WM_UNIT_TYPE" val="l_h_a"/>
  <p:tag name="KSO_WM_UNIT_VALUE" val="12"/>
</p:tagLst>
</file>

<file path=ppt/tags/tag5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</p:tagLst>
</file>

<file path=ppt/tags/tag6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1"/>
  <p:tag name="KSO_WM_UNIT_INDEX" val="1"/>
  <p:tag name="KSO_WM_UNIT_LAYERLEVEL" val="1"/>
  <p:tag name="KSO_WM_UNIT_NOCLEAR" val="0"/>
  <p:tag name="KSO_WM_UNIT_PRESET_TEXT" val="单击此处编辑母版文本样式二级三级四级五级"/>
  <p:tag name="KSO_WM_UNIT_SUBTYPE" val="a"/>
  <p:tag name="KSO_WM_UNIT_TYPE" val="f"/>
  <p:tag name="KSO_WM_UNIT_VALUE" val="160"/>
</p:tagLst>
</file>

<file path=ppt/tags/tag6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5"/>
  <p:tag name="KSO_WM_UNIT_INDEX" val="5"/>
  <p:tag name="KSO_WM_UNIT_LAYERLEVEL" val="1"/>
  <p:tag name="KSO_WM_UNIT_TYPE" val="i"/>
</p:tagLst>
</file>

<file path=ppt/tags/tag6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1_1"/>
  <p:tag name="KSO_WM_UNIT_INDEX" val="1_1_1"/>
  <p:tag name="KSO_WM_UNIT_LAYERLEVEL" val="1_1_1"/>
  <p:tag name="KSO_WM_UNIT_LINE_FORE_SCHEMECOLOR_INDEX" val="-2"/>
  <p:tag name="KSO_WM_UNIT_TYPE" val="m_h_i"/>
</p:tagLst>
</file>

<file path=ppt/tags/tag6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f*1_3_1"/>
  <p:tag name="KSO_WM_UNIT_INDEX" val="1_3_1"/>
  <p:tag name="KSO_WM_UNIT_LAYERLEVEL" val="1_1_1"/>
  <p:tag name="KSO_WM_UNIT_NOCLEAR" val="0"/>
  <p:tag name="KSO_WM_UNIT_PRESET_TEXT" val="单击此处输入你的项正文，请尽量言简意赅的阐述观点，单击此处输入你的项正文。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138"/>
</p:tagLst>
</file>

<file path=ppt/tags/tag6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973_3*l_h_i*1_4_1"/>
  <p:tag name="KSO_WM_UNIT_INDEX" val="1_4_1"/>
  <p:tag name="KSO_WM_UNIT_LAYERLEVEL" val="1_1_1"/>
  <p:tag name="KSO_WM_UNIT_PRESET_TEXT" val="04"/>
  <p:tag name="KSO_WM_UNIT_SUBTYPE" val="d"/>
  <p:tag name="KSO_WM_UNIT_TEXT_FILL_TYPE" val="1"/>
  <p:tag name="KSO_WM_UNIT_TYPE" val="l_h_i"/>
</p:tagLst>
</file>

<file path=ppt/tags/tag6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66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EXT_TYPE" val="1"/>
  <p:tag name="KSO_WM_UNIT_TYPE" val="a"/>
  <p:tag name="KSO_WM_UNIT_VALUE" val="14"/>
</p:tagLst>
</file>

<file path=ppt/tags/tag67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内容"/>
  <p:tag name="KSO_WM_UNIT_TEXT_TYPE" val="1"/>
  <p:tag name="KSO_WM_UNIT_TYPE" val="a"/>
  <p:tag name="KSO_WM_UNIT_VALUE" val="26"/>
</p:tagLst>
</file>

<file path=ppt/tags/tag6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1_1"/>
  <p:tag name="KSO_WM_UNIT_INDEX" val="1_1_1"/>
  <p:tag name="KSO_WM_UNIT_LAYERLEVEL" val="1_1_1"/>
  <p:tag name="KSO_WM_UNIT_SUBTYPE" val="d"/>
  <p:tag name="KSO_WM_UNIT_TEXT_FILL_FORE_SCHEMECOLOR_INDEX" val="1"/>
  <p:tag name="KSO_WM_UNIT_TEXT_FILL_FORE_SCHEMECOLOR_INDEX_BRIGHTNESS" val="0.15"/>
  <p:tag name="KSO_WM_UNIT_TEXT_FILL_TYPE" val="1"/>
  <p:tag name="KSO_WM_UNIT_TYPE" val="l_h_i"/>
</p:tagLst>
</file>

<file path=ppt/tags/tag7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i*1_1_2"/>
  <p:tag name="KSO_WM_UNIT_INDEX" val="1_1_2"/>
  <p:tag name="KSO_WM_UNIT_LAYERLEVEL" val="1_1_1"/>
  <p:tag name="KSO_WM_UNIT_LINE_FORE_SCHEMECOLOR_INDEX" val="5"/>
  <p:tag name="KSO_WM_UNIT_TYPE" val="l_h_i"/>
</p:tagLst>
</file>

<file path=ppt/tags/tag7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x*1_1_1"/>
  <p:tag name="KSO_WM_UNIT_INDEX" val="1_1_1"/>
  <p:tag name="KSO_WM_UNIT_LAYERLEVEL" val="1_1_1"/>
  <p:tag name="KSO_WM_UNIT_TYPE" val="m_h_x"/>
  <p:tag name="KSO_WM_UNIT_VALUE" val="90*82"/>
</p:tagLst>
</file>

<file path=ppt/tags/tag7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315_1*l_h_i*1_2_1"/>
  <p:tag name="KSO_WM_UNIT_INDEX" val="1_2_1"/>
  <p:tag name="KSO_WM_UNIT_LAYERLEVEL" val="1_1_1"/>
  <p:tag name="KSO_WM_UNIT_SUBTYPE" val="d"/>
  <p:tag name="KSO_WM_UNIT_TEXT_FILL_FORE_SCHEMECOLOR_INDEX" val="1"/>
  <p:tag name="KSO_WM_UNIT_TEXT_FILL_TYPE" val="1"/>
  <p:tag name="KSO_WM_UNIT_TYPE" val="l_h_i"/>
</p:tagLst>
</file>

<file path=ppt/tags/tag7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5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副标题"/>
  <p:tag name="KSO_WM_UNIT_TEXT_TYPE" val="1"/>
  <p:tag name="KSO_WM_UNIT_TYPE" val="b"/>
  <p:tag name="KSO_WM_UNIT_VALUE" val="80"/>
</p:tagLst>
</file>

<file path=ppt/tags/tag7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HIGHLIGHT" val="0"/>
  <p:tag name="KSO_WM_UNIT_ID" val="diagram20232468_1*l_h_f*1_2_1"/>
  <p:tag name="KSO_WM_UNIT_INDEX" val="1_2_1"/>
  <p:tag name="KSO_WM_UNIT_LAYERLEVEL" val="1_1_1"/>
  <p:tag name="KSO_WM_UNIT_NOCLEAR" val="0"/>
  <p:tag name="KSO_WM_UNIT_PRESET_TEXT" val="单击输入项正文，文字是您思想的提炼，请尽量言简意赅的阐述观点。单击此处输入项正文，文字是您思想的提炼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51"/>
</p:tagLst>
</file>

<file path=ppt/tags/tag77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内容"/>
  <p:tag name="KSO_WM_UNIT_TEXT_TYPE" val="1"/>
  <p:tag name="KSO_WM_UNIT_TYPE" val="a"/>
  <p:tag name="KSO_WM_UNIT_VALUE" val="26"/>
</p:tagLst>
</file>

<file path=ppt/tags/tag7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d*1_1_1"/>
  <p:tag name="KSO_WM_UNIT_INDEX" val="1_1_1"/>
  <p:tag name="KSO_WM_UNIT_LAYERLEVEL" val="1_1_1"/>
  <p:tag name="KSO_WM_UNIT_LINE_FORE_SCHEMECOLOR_INDEX" val="5"/>
  <p:tag name="KSO_WM_UNIT_PICTURE_SUBTYPE" val="b"/>
  <p:tag name="KSO_WM_UNIT_TYPE" val="l_h_d"/>
  <p:tag name="KSO_WM_UNIT_VALUE" val="652*723"/>
  <p:tag name="MH_PIC_SOURCE_TYPE" val="generate_slide_ai*VCG211392923926*gallery_gallery_ai_v2.0.9_ONLINE*1746951686846_1.59_e63eba11d369-slide-16"/>
</p:tagLst>
</file>

<file path=ppt/tags/tag79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231_1"/>
  <p:tag name="KSO_WM_SLIDE_INDEX" val="1"/>
  <p:tag name="KSO_WM_SLIDE_ITEM_CNT" val="2"/>
  <p:tag name="KSO_WM_SLIDE_LAYOUT" val="a_l"/>
  <p:tag name="KSO_WM_SLIDE_LAYOUT_CNT" val="1_1"/>
  <p:tag name="KSO_WM_SLIDE_POSITION" val="108.013*125.029"/>
  <p:tag name="KSO_WM_SLIDE_SIZE" val="743.975*371.752"/>
  <p:tag name="KSO_WM_SLIDE_SUBTYPE" val="diag"/>
  <p:tag name="KSO_WM_SLIDE_TYPE" val="text"/>
  <p:tag name="KSO_WM_TAG_VERSION" val="3.0"/>
  <p:tag name="KSO_WM_TEMPLATE_CATEGORY" val="diagram"/>
  <p:tag name="KSO_WM_TEMPLATE_COLOR_TYPE" val="0"/>
  <p:tag name="KSO_WM_TEMPLATE_INDEX" val="20233231"/>
  <p:tag name="KSO_WM_TEMPLATE_MASTER_TYPE" val="0"/>
  <p:tag name="KSO_WM_TEMPLATE_SUBCATEGORY" val="0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80"/>
</p:tagLst>
</file>

<file path=ppt/tags/tag8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3_1"/>
  <p:tag name="KSO_WM_UNIT_INDEX" val="1_3_1"/>
  <p:tag name="KSO_WM_UNIT_LAYERLEVEL" val="1_1_1"/>
  <p:tag name="KSO_WM_UNIT_SUBTYPE" val="d"/>
  <p:tag name="KSO_WM_UNIT_TEXT_FILL_FORE_SCHEMECOLOR_INDEX" val="1"/>
  <p:tag name="KSO_WM_UNIT_TEXT_FILL_FORE_SCHEMECOLOR_INDEX_BRIGHTNESS" val="0.15"/>
  <p:tag name="KSO_WM_UNIT_TEXT_FILL_TYPE" val="1"/>
  <p:tag name="KSO_WM_UNIT_TYPE" val="l_h_i"/>
</p:tagLst>
</file>

<file path=ppt/tags/tag8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0968_2*l_h_i*1_1_1"/>
  <p:tag name="KSO_WM_UNIT_INDEX" val="1_1_1"/>
  <p:tag name="KSO_WM_UNIT_LAYERLEVEL" val="1_1_1"/>
  <p:tag name="KSO_WM_UNIT_LINE_FORE_SCHEMECOLOR_INDEX" val="13"/>
  <p:tag name="KSO_WM_UNIT_SHADOW_SCHEMECOLOR_INDEX" val="14"/>
  <p:tag name="KSO_WM_UNIT_SHADOW_SCHEMECOLOR_INDEX_BRIGHTNESS" val="-0.15"/>
  <p:tag name="KSO_WM_UNIT_TEXT_FILL_FORE_SCHEMECOLOR_INDEX" val="2"/>
  <p:tag name="KSO_WM_UNIT_TEXT_FILL_FORE_SCHEMECOLOR_INDEX_BRIGHTNESS" val="0"/>
  <p:tag name="KSO_WM_UNIT_TEXT_FILL_TYPE" val="1"/>
  <p:tag name="KSO_WM_UNIT_TYPE" val="l_h_i"/>
</p:tagLst>
</file>

<file path=ppt/tags/tag83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2454_4"/>
  <p:tag name="KSO_WM_SLIDE_INDEX" val="4"/>
  <p:tag name="KSO_WM_SLIDE_ITEM_CNT" val="5"/>
  <p:tag name="KSO_WM_SLIDE_LAYOUT" val="a_l"/>
  <p:tag name="KSO_WM_SLIDE_LAYOUT_CNT" val="1_1"/>
  <p:tag name="KSO_WM_SLIDE_POSITION" val="-0.330472*121.501"/>
  <p:tag name="KSO_WM_SLIDE_SIZE" val="960.331*418.806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2454"/>
  <p:tag name="KSO_WM_TEMPLATE_MASTER_TYPE" val="0"/>
  <p:tag name="KSO_WM_TEMPLATE_SUBCATEGORY" val="0"/>
</p:tagLst>
</file>

<file path=ppt/tags/tag8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f*1_1_1"/>
  <p:tag name="KSO_WM_UNIT_INDEX" val="1_1_1"/>
  <p:tag name="KSO_WM_UNIT_LAYERLEVEL" val="1_1_1"/>
  <p:tag name="KSO_WM_UNIT_NOCLEAR" val="0"/>
  <p:tag name="KSO_WM_UNIT_PRESET_TEXT" val="请单击此处添加正文，文字是您思想的提炼，请言简意赅的阐述观点。单击此处添加正文，文字是您思想的提炼。单击此处添加正文，文字是您思想的提炼，请言简意赅的阐述观点。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80"/>
</p:tagLst>
</file>

<file path=ppt/tags/tag85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315_2"/>
  <p:tag name="KSO_WM_SLIDE_INDEX" val="2"/>
  <p:tag name="KSO_WM_SLIDE_ITEM_CNT" val="4"/>
  <p:tag name="KSO_WM_SLIDE_LAYOUT" val="a_l"/>
  <p:tag name="KSO_WM_SLIDE_LAYOUT_CNT" val="1_1"/>
  <p:tag name="KSO_WM_SLIDE_POSITION" val="54.8032*139.28"/>
  <p:tag name="KSO_WM_SLIDE_SIZE" val="850.394*297.555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315"/>
  <p:tag name="KSO_WM_TEMPLATE_MASTER_TYPE" val="0"/>
  <p:tag name="KSO_WM_TEMPLATE_SUBCATEGORY" val="0"/>
</p:tagLst>
</file>

<file path=ppt/tags/tag86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147_3"/>
  <p:tag name="KSO_WM_SLIDE_INDEX" val="3"/>
  <p:tag name="KSO_WM_SLIDE_ITEM_CNT" val="4"/>
  <p:tag name="KSO_WM_SLIDE_LAYOUT" val="a_l"/>
  <p:tag name="KSO_WM_SLIDE_LAYOUT_CNT" val="1_1"/>
  <p:tag name="KSO_WM_SLIDE_POSITION" val="73.3256*155.822"/>
  <p:tag name="KSO_WM_SLIDE_SIZE" val="812.941*336.878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147"/>
  <p:tag name="KSO_WM_TEMPLATE_MASTER_TYPE" val="0"/>
  <p:tag name="KSO_WM_TEMPLATE_SUBCATEGORY" val="0"/>
</p:tagLst>
</file>

<file path=ppt/tags/tag8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1_2"/>
  <p:tag name="KSO_WM_UNIT_INDEX" val="1_1_2"/>
  <p:tag name="KSO_WM_UNIT_LAYERLEVEL" val="1_1_1"/>
  <p:tag name="KSO_WM_UNIT_LINE_FORE_SCHEMECOLOR_INDEX" val="2"/>
  <p:tag name="KSO_WM_UNIT_TYPE" val="l_h_i"/>
</p:tagLst>
</file>

<file path=ppt/tags/tag8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9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1"/>
  <p:tag name="KSO_WM_UNIT_DIAGRAM_ISNUMVISUAL" val="0"/>
  <p:tag name="KSO_WM_UNIT_DIAGRAM_ISREFERUNIT" val="0"/>
  <p:tag name="KSO_WM_UNIT_HIGHLIGHT" val="0"/>
  <p:tag name="KSO_WM_UNIT_ID" val="custom20231587_7*e*1"/>
  <p:tag name="KSO_WM_UNIT_INDEX" val="1"/>
  <p:tag name="KSO_WM_UNIT_LAYERLEVEL" val="1"/>
  <p:tag name="KSO_WM_UNIT_NOCLEAR" val="0"/>
  <p:tag name="KSO_WM_UNIT_TYPE" val="e"/>
  <p:tag name="KSO_WM_UNIT_VALUE" val="13"/>
</p:tagLst>
</file>

<file path=ppt/tags/tag9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_BRIGHTNESS" val="0"/>
  <p:tag name="KSO_WM_UNIT_TEXT_FILL_TYPE" val="1"/>
  <p:tag name="KSO_WM_UNIT_TEXT_TYPE" val="1"/>
  <p:tag name="KSO_WM_UNIT_TYPE" val="l_h_a"/>
  <p:tag name="KSO_WM_UNIT_VALUE" val="10"/>
</p:tagLst>
</file>

<file path=ppt/tags/tag91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文档标题"/>
  <p:tag name="KSO_WM_UNIT_TEXT_TYPE" val="1"/>
  <p:tag name="KSO_WM_UNIT_TYPE" val="a"/>
  <p:tag name="KSO_WM_UNIT_VALUE" val="30"/>
</p:tagLst>
</file>

<file path=ppt/tags/tag9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2_2"/>
  <p:tag name="KSO_WM_UNIT_INDEX" val="1_2_2"/>
  <p:tag name="KSO_WM_UNIT_LAYERLEVEL" val="1_1_1"/>
  <p:tag name="KSO_WM_UNIT_LINE_FORE_SCHEMECOLOR_INDEX" val="2"/>
  <p:tag name="KSO_WM_UNIT_TYPE" val="l_h_i"/>
</p:tagLst>
</file>

<file path=ppt/tags/tag9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0968_2*l_h_d*1_3_1"/>
  <p:tag name="KSO_WM_UNIT_INDEX" val="1_3_1"/>
  <p:tag name="KSO_WM_UNIT_LAYERLEVEL" val="1_1_1"/>
  <p:tag name="KSO_WM_UNIT_LINE_FORE_SCHEMECOLOR_INDEX" val="13"/>
  <p:tag name="KSO_WM_UNIT_PICTURE_SUBTYPE" val="b"/>
  <p:tag name="KSO_WM_UNIT_TYPE" val="l_h_d"/>
  <p:tag name="KSO_WM_UNIT_VALUE" val="529*932"/>
  <p:tag name="MH_PIC_SOURCE_TYPE" val="generate_slide_ai*VCG41N1473207470*gallery_gallery_ai_v2.0.9_ONLINE*1746951686846_1.59_e63eba11d369-slide-6"/>
</p:tagLst>
</file>

<file path=ppt/tags/tag94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HIGHLIGHT" val="0"/>
  <p:tag name="KSO_WM_UNIT_ID" val="diagram20232468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9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2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单击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41"/>
</p:tagLst>
</file>

<file path=ppt/tags/tag9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f*1_2_1"/>
  <p:tag name="KSO_WM_UNIT_INDEX" val="1_2_1"/>
  <p:tag name="KSO_WM_UNIT_LAYERLEVEL" val="1_1_1"/>
  <p:tag name="KSO_WM_UNIT_NOCLEAR" val="0"/>
  <p:tag name="KSO_WM_UNIT_PRESET_TEXT" val="单击此处添加内容，简明扼要地阐述观点。根据需要酌情增减文字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32"/>
</p:tagLst>
</file>

<file path=ppt/tags/tag97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章节副标题"/>
  <p:tag name="KSO_WM_UNIT_TEXT_TYPE" val="1"/>
  <p:tag name="KSO_WM_UNIT_TYPE" val="b"/>
  <p:tag name="KSO_WM_UNIT_VALUE" val="35"/>
</p:tagLst>
</file>

<file path=ppt/tags/tag9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f*1_1_1"/>
  <p:tag name="KSO_WM_UNIT_INDEX" val="1_1_1"/>
  <p:tag name="KSO_WM_UNIT_LAYERLEVEL" val="1_1_1"/>
  <p:tag name="KSO_WM_UNIT_NOCLEAR" val="0"/>
  <p:tag name="KSO_WM_UNIT_PRESET_TEXT" val="单击此处添加内容，简明扼要地阐述观点。根据需要酌情增减文字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32"/>
</p:tagLst>
</file>

<file path=ppt/tags/tag9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10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2_1"/>
  <p:tag name="KSO_WM_UNIT_INDEX" val="2_1"/>
  <p:tag name="KSO_WM_UNIT_LAYERLEVEL" val="1_1"/>
  <p:tag name="KSO_WM_UNIT_NOCLEAR" val="0"/>
  <p:tag name="KSO_WM_UNIT_PRESET_TEXT" val="单击此处编辑母版文本样式二级三级四级五级"/>
  <p:tag name="KSO_WM_UNIT_SUBTYPE" val="a"/>
  <p:tag name="KSO_WM_UNIT_TYPE" val="h_f"/>
  <p:tag name="KSO_WM_UNIT_VALUE" val="128"/>
</p:tagLst>
</file>

<file path=ppt/tags/tag10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14"/>
</p:tagLst>
</file>

<file path=ppt/tags/tag10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2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单击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41"/>
</p:tagLst>
</file>

<file path=ppt/tags/tag10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147_2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211308241367*gallery_gallery_ai_v2.0.9_ONLINE*1746951686846_1.59_e63eba11d369-slide-24"/>
</p:tagLst>
</file>

<file path=ppt/tags/tag104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1*f*2"/>
  <p:tag name="KSO_WM_UNIT_INDEX" val="2"/>
  <p:tag name="KSO_WM_UNIT_LAYERLEVEL" val="1"/>
  <p:tag name="KSO_WM_UNIT_NOCLEAR" val="0"/>
  <p:tag name="KSO_WM_UNIT_SUBTYPE" val="e"/>
  <p:tag name="KSO_WM_UNIT_TYPE" val="f"/>
  <p:tag name="KSO_WM_UNIT_VALUE" val="8"/>
</p:tagLst>
</file>

<file path=ppt/tags/tag10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12"/>
</p:tagLst>
</file>

<file path=ppt/tags/tag10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41N1145714726*gallery_gallery_ai_v2.0.9_ONLINE*1746951672570_1.59_05b53314757e-slide-3"/>
</p:tagLst>
</file>

<file path=ppt/tags/tag10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f*1_2_1"/>
  <p:tag name="KSO_WM_UNIT_INDEX" val="1_2_1"/>
  <p:tag name="KSO_WM_UNIT_LAYERLEVEL" val="1_1_1"/>
  <p:tag name="KSO_WM_UNIT_NOCLEAR" val="0"/>
  <p:tag name="KSO_WM_UNIT_PRESET_TEXT" val="单击此处输入你的项正文，请尽量言简意赅的阐述观点，单击此处输入你的项正文。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138"/>
</p:tagLst>
</file>

<file path=ppt/tags/tag10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PRESET_TEXT" val="标题"/>
  <p:tag name="KSO_WM_UNIT_TYPE" val="a"/>
  <p:tag name="KSO_WM_UNIT_VALUE" val="3"/>
</p:tagLst>
</file>

<file path=ppt/tags/tag109.xml><?xml version="1.0" encoding="utf-8"?>
<p:tagLst xmlns:p="http://schemas.openxmlformats.org/presentationml/2006/main">
  <p:tag name="KSO_WM_BEAUTIFY_FLAG" val="#wm#"/>
  <p:tag name="KSO_WM_DIAGRAM_GROUP_CODE" val="m1-1"/>
  <p:tag name="KSO_WM_SLIDE_DIAGTYPE" val="m"/>
  <p:tag name="KSO_WM_SLIDE_ID" val="diagram20233265_4"/>
  <p:tag name="KSO_WM_SLIDE_INDEX" val="4"/>
  <p:tag name="KSO_WM_SLIDE_ITEM_CNT" val="5"/>
  <p:tag name="KSO_WM_SLIDE_LAYOUT" val="a_m"/>
  <p:tag name="KSO_WM_SLIDE_LAYOUT_CNT" val="1_1"/>
  <p:tag name="KSO_WM_SLIDE_POSITION" val="54.8*117.95"/>
  <p:tag name="KSO_WM_SLIDE_SIZE" val="850.35*344.45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265"/>
  <p:tag name="KSO_WM_TEMPLATE_MASTER_TYPE" val="0"/>
  <p:tag name="KSO_WM_TEMPLATE_SUBCATEGORY" val="0"/>
</p:tagLst>
</file>

<file path=ppt/tags/tag110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2484"/>
  <p:tag name="KSO_WM_UNIT_COMPATIBLE" val="0"/>
  <p:tag name="KSO_WM_UNIT_DIAGRAM_ISNUMVISUAL" val="0"/>
  <p:tag name="KSO_WM_UNIT_DIAGRAM_ISREFERUNIT" val="0"/>
  <p:tag name="KSO_WM_UNIT_FILL_FORE_SCHEMECOLOR_INDEX" val="2"/>
  <p:tag name="KSO_WM_UNIT_FILL_TYPE" val="1"/>
  <p:tag name="KSO_WM_UNIT_HIGHLIGHT" val="0"/>
  <p:tag name="KSO_WM_UNIT_ID" val="custom20232484_1*i*1"/>
  <p:tag name="KSO_WM_UNIT_INDEX" val="1"/>
  <p:tag name="KSO_WM_UNIT_LAYERLEVEL" val="1"/>
  <p:tag name="KSO_WM_UNIT_LINE_FILL_TYPE" val="2"/>
  <p:tag name="KSO_WM_UNIT_LINE_FORE_SCHEMECOLOR_INDEX" val="5"/>
  <p:tag name="KSO_WM_UNIT_SHADOW_SCHEMECOLOR_INDEX" val="5"/>
  <p:tag name="KSO_WM_UNIT_TEXT_FILL_FORE_SCHEMECOLOR_INDEX" val="13"/>
  <p:tag name="KSO_WM_UNIT_TEXT_FILL_TYPE" val="1"/>
  <p:tag name="KSO_WM_UNIT_TYPE" val="i"/>
  <p:tag name="KSO_WM_UNIT_USESOURCEFORMAT_APPLY" val="1"/>
</p:tagLst>
</file>

<file path=ppt/tags/tag11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11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i*1_4_1"/>
  <p:tag name="KSO_WM_UNIT_INDEX" val="1_4_1"/>
  <p:tag name="KSO_WM_UNIT_LAYERLEVEL" val="1_1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章节副标题"/>
  <p:tag name="KSO_WM_UNIT_TEXT_TYPE" val="1"/>
  <p:tag name="KSO_WM_UNIT_TYPE" val="b"/>
  <p:tag name="KSO_WM_UNIT_VALUE" val="35"/>
</p:tagLst>
</file>

<file path=ppt/tags/tag11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f*1_2_1"/>
  <p:tag name="KSO_WM_UNIT_INDEX" val="1_2_1"/>
  <p:tag name="KSO_WM_UNIT_LAYERLEVEL" val="1_1_1"/>
  <p:tag name="KSO_WM_UNIT_LINE_FORE_SCHEMECOLOR_INDEX" val="-2"/>
  <p:tag name="KSO_WM_UNIT_NOCLEAR" val="0"/>
  <p:tag name="KSO_WM_UNIT_PRESET_TEXT" val="单击此处输入您的智能图形项正文，文字是思想的提炼，请尽量言简意赅的阐述观点。单击输入您的项正文，文字是思想的提炼，单击此处输入您的智能图形项正文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11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546*1182"/>
  <p:tag name="MH_PIC_SOURCE_TYPE" val="generate_slide_ai*VCG41N1359111101*gallery_gallery_ai_v2.0.9_ONLINE*1746951686846_1.59_e63eba11d369-slide-9"/>
</p:tagLst>
</file>

<file path=ppt/tags/tag11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1_1"/>
  <p:tag name="KSO_WM_UNIT_INDEX" val="1_1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117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3_1"/>
  <p:tag name="KSO_WM_UNIT_INDEX" val="1_3_1"/>
  <p:tag name="KSO_WM_UNIT_LAYERLEVEL" val="1_1_1"/>
  <p:tag name="KSO_WM_UNIT_LINE_FORE_SCHEMECOLOR_INDEX" val="-2"/>
  <p:tag name="KSO_WM_UNIT_TYPE" val="m_h_i"/>
</p:tagLst>
</file>

<file path=ppt/tags/tag11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546*1182"/>
  <p:tag name="MH_PIC_SOURCE_TYPE" val="generate_slide_ai*VCG41N1474794807*gallery_gallery_ai_v2.0.9_ONLINE*1746951686846_1.59_e63eba11d369-slide-21"/>
</p:tagLst>
</file>

<file path=ppt/tags/tag11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120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  <p:tag name="KSO_WM_TEMPLATE_THUMBS_INDEX" val="1、9"/>
</p:tagLst>
</file>

<file path=ppt/tags/tag12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784_1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663*1406"/>
  <p:tag name="MH_PIC_SOURCE_TYPE" val="generate_slide_ai*VCG41N1352126268*gallery_gallery_ai_v2.0.9_ONLINE*1746951686846_1.59_e63eba11d369-slide-14"/>
</p:tagLst>
</file>

<file path=ppt/tags/tag122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1930"/>
  <p:tag name="KSO_WM_UNIT_COMPATIBLE" val="0"/>
  <p:tag name="KSO_WM_UNIT_DIAGRAM_ISNUMVISUAL" val="0"/>
  <p:tag name="KSO_WM_UNIT_DIAGRAM_ISREFERUNIT" val="0"/>
  <p:tag name="KSO_WM_UNIT_HIGHLIGHT" val="0"/>
  <p:tag name="KSO_WM_UNIT_ID" val="custom2023193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123.xml><?xml version="1.0" encoding="utf-8"?>
<p:tagLst xmlns:p="http://schemas.openxmlformats.org/presentationml/2006/main">
  <p:tag name="KSO_WM_BEAUTIFY_FLAG" val="#wm#"/>
  <p:tag name="KSO_WM_SLIDE_ID" val="custom20231587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12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25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12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根据需要可酌情增减文字，以便观者准确地理解您传达的思想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127.xml><?xml version="1.0" encoding="utf-8"?>
<p:tagLst xmlns:p="http://schemas.openxmlformats.org/presentationml/2006/main">
  <p:tag name="KSO_WM_ASSEMBLE_CHIP_INDEX" val="0330600b1e6f4b85aa2fb567ab3facba"/>
  <p:tag name="KSO_WM_BEAUTIFY_FLAG" val="#wm#"/>
  <p:tag name="KSO_WM_CHIP_FILLAREA_FILL_RULE" val="{&quot;fill_align&quot;:&quot;rm&quot;,&quot;fill_effect&quot;:[],&quot;fill_mode&quot;:&quot;adaptive&quot;,&quot;sacle_strategy&quot;:&quot;stretch&quot;}"/>
  <p:tag name="KSO_WM_CHIP_GROUPID" val="629425eedb924c3ee3991e4a"/>
  <p:tag name="KSO_WM_CHIP_XID" val="629d66167459d9b06302c11c"/>
  <p:tag name="KSO_WM_TAG_VERSION" val="3.0"/>
  <p:tag name="KSO_WM_UNIT_COMPATIBLE" val="0"/>
  <p:tag name="KSO_WM_UNIT_DEC_AREA_ID" val="88e1e43502c94c699f12a58b27ba7229"/>
  <p:tag name="KSO_WM_UNIT_DEC_CHANGEPICRESERVED" val="1"/>
  <p:tag name="KSO_WM_UNIT_DEC_SUPPORTCHANGEPIC" val="0"/>
  <p:tag name="KSO_WM_UNIT_DIAGRAM_ISNUMVISUAL" val="0"/>
  <p:tag name="KSO_WM_UNIT_DIAGRAM_ISREFERUNIT" val="0"/>
  <p:tag name="KSO_WM_UNIT_HIGHLIGHT" val="0"/>
  <p:tag name="KSO_WM_UNIT_ID" val="_3*i*1"/>
  <p:tag name="KSO_WM_UNIT_INDEX" val="1"/>
  <p:tag name="KSO_WM_UNIT_LAYERLEVEL" val="1"/>
  <p:tag name="KSO_WM_UNIT_TYPE" val="i"/>
</p:tagLst>
</file>

<file path=ppt/tags/tag128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1"/>
  <p:tag name="KSO_WM_UNIT_DIAGRAM_ISNUMVISUAL" val="0"/>
  <p:tag name="KSO_WM_UNIT_DIAGRAM_ISREFERUNIT" val="0"/>
  <p:tag name="KSO_WM_UNIT_HIGHLIGHT" val="0"/>
  <p:tag name="KSO_WM_UNIT_ID" val="custom20231587_7*e*1"/>
  <p:tag name="KSO_WM_UNIT_INDEX" val="1"/>
  <p:tag name="KSO_WM_UNIT_LAYERLEVEL" val="1"/>
  <p:tag name="KSO_WM_UNIT_NOCLEAR" val="0"/>
  <p:tag name="KSO_WM_UNIT_TYPE" val="e"/>
  <p:tag name="KSO_WM_UNIT_VALUE" val="13"/>
</p:tagLst>
</file>

<file path=ppt/tags/tag12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第二级第三级第四级第五级"/>
  <p:tag name="KSO_WM_UNIT_SUBTYPE" val="a"/>
  <p:tag name="KSO_WM_UNIT_TYPE" val="f"/>
</p:tagLst>
</file>

<file path=ppt/tags/tag130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335_1*l_h_i*1_2_1"/>
  <p:tag name="KSO_WM_UNIT_INDEX" val="1_2_1"/>
  <p:tag name="KSO_WM_UNIT_LAYERLEVEL" val="1_1_1"/>
  <p:tag name="KSO_WM_UNIT_TYPE" val="l_h_i"/>
</p:tagLst>
</file>

<file path=ppt/tags/tag131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EXT_TYPE" val="1"/>
  <p:tag name="KSO_WM_UNIT_TYPE" val="a"/>
  <p:tag name="KSO_WM_UNIT_VALUE" val="14"/>
</p:tagLst>
</file>

<file path=ppt/tags/tag13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33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335_3"/>
  <p:tag name="KSO_WM_SLIDE_INDEX" val="3"/>
  <p:tag name="KSO_WM_SLIDE_ITEM_CNT" val="4"/>
  <p:tag name="KSO_WM_SLIDE_LAYOUT" val="a_l"/>
  <p:tag name="KSO_WM_SLIDE_LAYOUT_CNT" val="1_1"/>
  <p:tag name="KSO_WM_SLIDE_POSITION" val="54.75*140.35"/>
  <p:tag name="KSO_WM_SLIDE_SIZE" val="849.95*352.7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3335"/>
  <p:tag name="KSO_WM_TEMPLATE_MASTER_TYPE" val="0"/>
  <p:tag name="KSO_WM_TEMPLATE_SUBCATEGORY" val="0"/>
</p:tagLst>
</file>

<file path=ppt/tags/tag13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x*1_1_1"/>
  <p:tag name="KSO_WM_UNIT_INDEX" val="1_1_1"/>
  <p:tag name="KSO_WM_UNIT_LAYERLEVEL" val="1_1_1"/>
  <p:tag name="KSO_WM_UNIT_TYPE" val="m_h_x"/>
  <p:tag name="KSO_WM_UNIT_VALUE" val="90*82"/>
</p:tagLst>
</file>

<file path=ppt/tags/tag13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可酌情增减文字，以便观者准确地理解您传达的思想。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136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x*1_3_1"/>
  <p:tag name="KSO_WM_UNIT_INDEX" val="1_3_1"/>
  <p:tag name="KSO_WM_UNIT_LAYERLEVEL" val="1_1_1"/>
  <p:tag name="KSO_WM_UNIT_TYPE" val="m_h_x"/>
  <p:tag name="KSO_WM_UNIT_VALUE" val="84*90"/>
</p:tagLst>
</file>

<file path=ppt/tags/tag13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5"/>
  <p:tag name="KSO_WM_UNIT_INDEX" val="5"/>
  <p:tag name="KSO_WM_UNIT_LAYERLEVEL" val="1"/>
  <p:tag name="KSO_WM_UNIT_TYPE" val="i"/>
</p:tagLst>
</file>

<file path=ppt/tags/tag13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  <p:tag name="KSO_WM_UNIT_NOCLEAR" val="0"/>
</p:tagLst>
</file>

<file path=ppt/tags/tag13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f*1_3_1"/>
  <p:tag name="KSO_WM_UNIT_INDEX" val="1_3_1"/>
  <p:tag name="KSO_WM_UNIT_LAYERLEVEL" val="1_1_1"/>
  <p:tag name="KSO_WM_UNIT_NOCLEAR" val="0"/>
  <p:tag name="KSO_WM_UNIT_PRESET_TEXT" val="单击添加文本，简明扼要地阐述您内容观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28"/>
</p:tagLst>
</file>

<file path=ppt/tags/tag14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TYPE" val="1"/>
  <p:tag name="KSO_WM_UNIT_TEXT_TYPE" val="1"/>
  <p:tag name="KSO_WM_UNIT_TYPE" val="l_h_a"/>
</p:tagLst>
</file>

<file path=ppt/tags/tag14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31_1*l_h_d*1_1_1"/>
  <p:tag name="KSO_WM_UNIT_INDEX" val="1_1_1"/>
  <p:tag name="KSO_WM_UNIT_LAYERLEVEL" val="1_1_1"/>
  <p:tag name="KSO_WM_UNIT_LINE_FORE_SCHEMECOLOR_INDEX" val="5"/>
  <p:tag name="KSO_WM_UNIT_PICTURE_SUBTYPE" val="b"/>
  <p:tag name="KSO_WM_UNIT_TYPE" val="l_h_d"/>
  <p:tag name="KSO_WM_UNIT_VALUE" val="471*471"/>
  <p:tag name="MH_PIC_SOURCE_TYPE" val="generate_slide_ai*VCG41N1126028233*gallery_gallery_ai_v2.0.9_ONLINE*1746951686846_1.59_e63eba11d369-slide-11"/>
</p:tagLst>
</file>

<file path=ppt/tags/tag14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a*1_2_1"/>
  <p:tag name="KSO_WM_UNIT_INDEX" val="1_2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143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2484"/>
  <p:tag name="KSO_WM_UNIT_COMPATIBLE" val="0"/>
  <p:tag name="KSO_WM_UNIT_DIAGRAM_ISNUMVISUAL" val="0"/>
  <p:tag name="KSO_WM_UNIT_DIAGRAM_ISREFERUNIT" val="0"/>
  <p:tag name="KSO_WM_UNIT_HIGHLIGHT" val="0"/>
  <p:tag name="KSO_WM_UNIT_ID" val="custom20232484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USESOURCEFORMAT_APPLY" val="1"/>
  <p:tag name="KSO_WM_UNIT_VALUE" val="30"/>
</p:tagLst>
</file>

<file path=ppt/tags/tag144.xml><?xml version="1.0" encoding="utf-8"?>
<p:tagLst xmlns:p="http://schemas.openxmlformats.org/presentationml/2006/main">
  <p:tag name="KSO_WM_BEAUTIFY_FLAG" val="#wm#"/>
  <p:tag name="KSO_WM_TAG_VERSION" val="3.0"/>
  <p:tag name="KSO_WM_UNIT_COMPATIBLE" val="1"/>
  <p:tag name="KSO_WM_UNIT_DIAGRAM_ISNUMVISUAL" val="0"/>
  <p:tag name="KSO_WM_UNIT_DIAGRAM_ISREFERUNIT" val="0"/>
  <p:tag name="KSO_WM_UNIT_HIGHLIGHT" val="0"/>
  <p:tag name="KSO_WM_UNIT_ID" val="_4*e*1"/>
  <p:tag name="KSO_WM_UNIT_INDEX" val="1"/>
  <p:tag name="KSO_WM_UNIT_LAYERLEVEL" val="1"/>
  <p:tag name="KSO_WM_UNIT_NOCLEAR" val="0"/>
  <p:tag name="KSO_WM_UNIT_PRESET_TEXT" val="节编号"/>
  <p:tag name="KSO_WM_UNIT_TYPE" val="e"/>
  <p:tag name="KSO_WM_UNIT_VALUE" val="13"/>
</p:tagLst>
</file>

<file path=ppt/tags/tag14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4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4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48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章节副标题"/>
  <p:tag name="KSO_WM_UNIT_TEXT_TYPE" val="1"/>
  <p:tag name="KSO_WM_UNIT_TYPE" val="b"/>
  <p:tag name="KSO_WM_UNIT_VALUE" val="35"/>
</p:tagLst>
</file>

<file path=ppt/tags/tag14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5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2"/>
  <p:tag name="KSO_WM_UNIT_INDEX" val="2"/>
  <p:tag name="KSO_WM_UNIT_LAYERLEVEL" val="1"/>
  <p:tag name="KSO_WM_UNIT_TYPE" val="i"/>
</p:tagLst>
</file>

<file path=ppt/tags/tag15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2*l_h_f*1_1_1"/>
  <p:tag name="KSO_WM_UNIT_INDEX" val="1_1_1"/>
  <p:tag name="KSO_WM_UNIT_LAYERLEVEL" val="1_1_1"/>
  <p:tag name="KSO_WM_UNIT_NOCLEAR" val="0"/>
  <p:tag name="KSO_WM_UNIT_PRESET_TEXT" val="单击此处输入你的项正文，请尽量言简意赅的阐述观点，单击此处输入你的项正文。单击此处输入你的项正文，请尽量言简意赅的阐述观点。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138"/>
</p:tagLst>
</file>

<file path=ppt/tags/tag15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5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784_1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663*1406"/>
  <p:tag name="MH_PIC_SOURCE_TYPE" val="generate_slide_ai*VCG41N1430371732*gallery_gallery_ai_v2.0.9_ONLINE*1746951686846_1.59_e63eba11d369-slide-14"/>
</p:tagLst>
</file>

<file path=ppt/tags/tag15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80"/>
</p:tagLst>
</file>

<file path=ppt/tags/tag15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i*1_1_1"/>
  <p:tag name="KSO_WM_UNIT_INDEX" val="1_1_1"/>
  <p:tag name="KSO_WM_UNIT_LAYERLEVEL" val="1_1_1"/>
  <p:tag name="KSO_WM_UNIT_SUBTYPE" val="d"/>
  <p:tag name="KSO_WM_UNIT_TYPE" val="l_h_i"/>
</p:tagLst>
</file>

<file path=ppt/tags/tag15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f*1_1_1"/>
  <p:tag name="KSO_WM_UNIT_INDEX" val="1_1_1"/>
  <p:tag name="KSO_WM_UNIT_LAYERLEVEL" val="1_1_1"/>
  <p:tag name="KSO_WM_UNIT_LINE_FORE_SCHEMECOLOR_INDEX" val="-2"/>
  <p:tag name="KSO_WM_UNIT_NOCLEAR" val="0"/>
  <p:tag name="KSO_WM_UNIT_PRESET_TEXT" val="单击此处输入您的项正文，文字是您思想的提炼，请尽量言简意赅的阐述观点。单击此处输入您的智能图形项正文，文字是您思想的提炼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15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2_1"/>
  <p:tag name="KSO_WM_UNIT_INDEX" val="1_2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15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546*1182"/>
  <p:tag name="MH_PIC_SOURCE_TYPE" val="generate_slide_ai*VCG41N1417592002*gallery_gallery_ai_v2.0.9_ONLINE*1746951686846_1.59_e63eba11d369-slide-21"/>
</p:tagLst>
</file>

<file path=ppt/tags/tag15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16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单击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41"/>
</p:tagLst>
</file>

<file path=ppt/tags/tag16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1"/>
  <p:tag name="KSO_WM_UNIT_INDEX" val="1"/>
  <p:tag name="KSO_WM_UNIT_LAYERLEVEL" val="1"/>
  <p:tag name="KSO_WM_UNIT_TYPE" val="i"/>
</p:tagLst>
</file>

<file path=ppt/tags/tag16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a*1_1_1"/>
  <p:tag name="KSO_WM_UNIT_INDEX" val="1_1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16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64.xml><?xml version="1.0" encoding="utf-8"?>
<p:tagLst xmlns:p="http://schemas.openxmlformats.org/presentationml/2006/main">
  <p:tag name="KSO_WM_ASSEMBLE_CHIP_INDEX" val="bf0267b215eb4d5aa9d87c889636c284"/>
  <p:tag name="KSO_WM_BEAUTIFY_FLAG" val="#wm#"/>
  <p:tag name="KSO_WM_CHIP_FILLAREA_FILL_RULE" val="{&quot;fill_align&quot;:&quot;rm&quot;,&quot;fill_effect&quot;:[],&quot;fill_mode&quot;:&quot;adaptive&quot;,&quot;sacle_strategy&quot;:&quot;stretch&quot;}"/>
  <p:tag name="KSO_WM_CHIP_GROUPID" val="629425eedb924c3ee3991e4a"/>
  <p:tag name="KSO_WM_CHIP_XID" val="629d66167459d9b06302c4d9"/>
  <p:tag name="KSO_WM_TAG_VERSION" val="3.0"/>
  <p:tag name="KSO_WM_UNIT_COMPATIBLE" val="0"/>
  <p:tag name="KSO_WM_UNIT_DEC_AREA_ID" val="6aefbd0abbcb459281c74d191896cdc0"/>
  <p:tag name="KSO_WM_UNIT_DEC_CHANGEPICRESERVED" val="1"/>
  <p:tag name="KSO_WM_UNIT_DEC_SUPPORTCHANGEPIC" val="0"/>
  <p:tag name="KSO_WM_UNIT_DIAGRAM_ISNUMVISUAL" val="0"/>
  <p:tag name="KSO_WM_UNIT_DIAGRAM_ISREFERUNIT" val="0"/>
  <p:tag name="KSO_WM_UNIT_HIGHLIGHT" val="0"/>
  <p:tag name="KSO_WM_UNIT_ID" val="_1*i*2"/>
  <p:tag name="KSO_WM_UNIT_INDEX" val="2"/>
  <p:tag name="KSO_WM_UNIT_LAYERLEVEL" val="1"/>
  <p:tag name="KSO_WM_UNIT_TYPE" val="i"/>
</p:tagLst>
</file>

<file path=ppt/tags/tag165.xml><?xml version="1.0" encoding="utf-8"?>
<p:tagLst xmlns:p="http://schemas.openxmlformats.org/presentationml/2006/main">
  <p:tag name="KSO_WM_ASSEMBLE_CHIP_INDEX" val="403bf65fa25e4580ada27212af923e19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629425eedb924c3ee3991e4a"/>
  <p:tag name="KSO_WM_CHIP_XID" val="629d66167459d9b06302c29b"/>
  <p:tag name="KSO_WM_TAG_VERSION" val="3.0"/>
  <p:tag name="KSO_WM_UNIT_COMPATIBLE" val="0"/>
  <p:tag name="KSO_WM_UNIT_DEC_AREA_ID" val="339e2691531e4a5d99ae69ee702f223c"/>
  <p:tag name="KSO_WM_UNIT_DEC_CHANGEPICRESERVED" val="1"/>
  <p:tag name="KSO_WM_UNIT_DEC_SUPPORTCHANGEPIC" val="0"/>
  <p:tag name="KSO_WM_UNIT_DIAGRAM_ISNUMVISUAL" val="0"/>
  <p:tag name="KSO_WM_UNIT_DIAGRAM_ISREFERUNIT" val="0"/>
  <p:tag name="KSO_WM_UNIT_HIGHLIGHT" val="0"/>
  <p:tag name="KSO_WM_UNIT_ID" val="_11*i*1"/>
  <p:tag name="KSO_WM_UNIT_INDEX" val="1"/>
  <p:tag name="KSO_WM_UNIT_LAYERLEVEL" val="1"/>
  <p:tag name="KSO_WM_UNIT_TYPE" val="i"/>
</p:tagLst>
</file>

<file path=ppt/tags/tag166.xml><?xml version="1.0" encoding="utf-8"?>
<p:tagLst xmlns:p="http://schemas.openxmlformats.org/presentationml/2006/main">
  <p:tag name="KSO_WM_BEAUTIFY_FLAG" val="#wm#"/>
  <p:tag name="KSO_WM_DIAGRAM_GROUP_CODE" val="m1-1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167.xml><?xml version="1.0" encoding="utf-8"?>
<p:tagLst xmlns:p="http://schemas.openxmlformats.org/presentationml/2006/main">
  <p:tag name="KSO_WM_BEAUTIFY_FLAG" val="#wm#"/>
  <p:tag name="KSO_WM_DIAGRAM_GROUP_CODE" val="m1-1"/>
  <p:tag name="KSO_WM_SLIDE_DIAGTYPE" val="m"/>
  <p:tag name="KSO_WM_SLIDE_ID" val="diagram20231459_1"/>
  <p:tag name="KSO_WM_SLIDE_INDEX" val="1"/>
  <p:tag name="KSO_WM_SLIDE_ITEM_CNT" val="2"/>
  <p:tag name="KSO_WM_SLIDE_LAYOUT" val="a_m"/>
  <p:tag name="KSO_WM_SLIDE_LAYOUT_CNT" val="1_1"/>
  <p:tag name="KSO_WM_SLIDE_POSITION" val="54.95*106.664"/>
  <p:tag name="KSO_WM_SLIDE_SIZE" val="850.394*377.359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1459"/>
  <p:tag name="KSO_WM_TEMPLATE_MASTER_TYPE" val="0"/>
  <p:tag name="KSO_WM_TEMPLATE_SUBCATEGORY" val="0"/>
</p:tagLst>
</file>

<file path=ppt/tags/tag16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14"/>
  <p:tag name="KSO_WM_UNIT_FILL_FORE_SCHEMECOLOR_INDEX_BRIGHTNESS" val="0"/>
  <p:tag name="KSO_WM_UNIT_FILL_TYPE" val="1"/>
  <p:tag name="KSO_WM_UNIT_HIGHLIGHT" val="0"/>
  <p:tag name="KSO_WM_UNIT_ID" val="diagram20231459_1*m_h_i*1_1_4"/>
  <p:tag name="KSO_WM_UNIT_INDEX" val="1_1_4"/>
  <p:tag name="KSO_WM_UNIT_LAYERLEVEL" val="1_1_1"/>
  <p:tag name="KSO_WM_UNIT_TYPE" val="m_h_i"/>
</p:tagLst>
</file>

<file path=ppt/tags/tag16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a*1_4_1"/>
  <p:tag name="KSO_WM_UNIT_INDEX" val="1_4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TYPE" val="1"/>
  <p:tag name="KSO_WM_UNIT_TEXT_TYPE" val="1"/>
  <p:tag name="KSO_WM_UNIT_TYPE" val="l_h_a"/>
</p:tagLst>
</file>

<file path=ppt/tags/tag170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0968_2"/>
  <p:tag name="KSO_WM_SLIDE_INDEX" val="2"/>
  <p:tag name="KSO_WM_SLIDE_ITEM_CNT" val="3"/>
  <p:tag name="KSO_WM_SLIDE_LAYOUT" val="a_l"/>
  <p:tag name="KSO_WM_SLIDE_LAYOUT_CNT" val="1_1"/>
  <p:tag name="KSO_WM_SLIDE_POSITION" val="54.8*111.5"/>
  <p:tag name="KSO_WM_SLIDE_SIZE" val="850.4*365.625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0968"/>
  <p:tag name="KSO_WM_TEMPLATE_MASTER_TYPE" val="0"/>
  <p:tag name="KSO_WM_TEMPLATE_SUBCATEGORY" val="0"/>
</p:tagLst>
</file>

<file path=ppt/tags/tag17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7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3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1930"/>
  <p:tag name="KSO_WM_UNIT_COMPATIBLE" val="0"/>
  <p:tag name="KSO_WM_UNIT_DIAGRAM_ISNUMVISUAL" val="0"/>
  <p:tag name="KSO_WM_UNIT_DIAGRAM_ISREFERUNIT" val="0"/>
  <p:tag name="KSO_WM_UNIT_HIGHLIGHT" val="0"/>
  <p:tag name="KSO_WM_UNIT_ID" val="custom20231930_1*i*2"/>
  <p:tag name="KSO_WM_UNIT_INDEX" val="2"/>
  <p:tag name="KSO_WM_UNIT_LAYERLEVEL" val="1"/>
  <p:tag name="KSO_WM_UNIT_TYPE" val="i"/>
</p:tagLst>
</file>

<file path=ppt/tags/tag17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单击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41"/>
</p:tagLst>
</file>

<file path=ppt/tags/tag175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459_1*m_h_i*1_2_3"/>
  <p:tag name="KSO_WM_UNIT_INDEX" val="1_2_3"/>
  <p:tag name="KSO_WM_UNIT_LAYERLEVEL" val="1_1_1"/>
  <p:tag name="KSO_WM_UNIT_TYPE" val="m_h_i"/>
</p:tagLst>
</file>

<file path=ppt/tags/tag17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单击此处添加智能图形项标题"/>
  <p:tag name="KSO_WM_UNIT_TEXT_FILL_FORE_SCHEMECOLOR_INDEX_BRIGHTNESS" val="0.15"/>
  <p:tag name="KSO_WM_UNIT_TEXT_FILL_TYPE" val="1"/>
  <p:tag name="KSO_WM_UNIT_TEXT_TYPE" val="1"/>
  <p:tag name="KSO_WM_UNIT_TYPE" val="l_h_a"/>
  <p:tag name="KSO_WM_UNIT_VALUE" val="28"/>
</p:tagLst>
</file>

<file path=ppt/tags/tag17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7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f*1"/>
  <p:tag name="KSO_WM_UNIT_INDEX" val="1"/>
  <p:tag name="KSO_WM_UNIT_LAYERLEVEL" val="1"/>
  <p:tag name="KSO_WM_UNIT_NOCLEAR" val="0"/>
  <p:tag name="KSO_WM_UNIT_PRESET_TEXT" val="年号占位符"/>
  <p:tag name="KSO_WM_UNIT_SUBTYPE" val="e"/>
  <p:tag name="KSO_WM_UNIT_TYPE" val="f"/>
  <p:tag name="KSO_WM_UNIT_VALUE" val="8"/>
</p:tagLst>
</file>

<file path=ppt/tags/tag17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8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根据需要可酌情增减文字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55"/>
</p:tagLst>
</file>

<file path=ppt/tags/tag18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-0.25,&quot;colorType&quot;:1,&quot;foreColorIndex&quot;:5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1*m_h_i*1_2_2"/>
  <p:tag name="KSO_WM_UNIT_INDEX" val="1_2_2"/>
  <p:tag name="KSO_WM_UNIT_LAYERLEVEL" val="1_1_1"/>
  <p:tag name="KSO_WM_UNIT_LINE_FORE_SCHEMECOLOR_INDEX" val="5"/>
  <p:tag name="KSO_WM_UNIT_TYPE" val="m_h_i"/>
</p:tagLst>
</file>

<file path=ppt/tags/tag18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0"/>
</p:tagLst>
</file>

<file path=ppt/tags/tag18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f*1_2_1"/>
  <p:tag name="KSO_WM_UNIT_INDEX" val="1_2_1"/>
  <p:tag name="KSO_WM_UNIT_LAYERLEVEL" val="1_1_1"/>
  <p:tag name="KSO_WM_UNIT_NOCLEAR" val="0"/>
  <p:tag name="KSO_WM_UNIT_PRESET_TEXT" val="单击此处输入项正文，文字是思想的提炼，请尽量言简意赅的阐述观点，单击此处输入项正文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f"/>
  <p:tag name="KSO_WM_UNIT_VALUE" val="60"/>
</p:tagLst>
</file>

<file path=ppt/tags/tag18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HIGHLIGHT" val="0"/>
  <p:tag name="KSO_WM_UNIT_ID" val="diagram20232468_1*l_h_f*1_1_1"/>
  <p:tag name="KSO_WM_UNIT_INDEX" val="1_1_1"/>
  <p:tag name="KSO_WM_UNIT_LAYERLEVEL" val="1_1_1"/>
  <p:tag name="KSO_WM_UNIT_NOCLEAR" val="0"/>
  <p:tag name="KSO_WM_UNIT_PRESET_TEXT" val="单击输入项正文，文字是您思想的提炼，请尽量言简意赅的阐述观点。单击此处输入项正文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51"/>
</p:tagLst>
</file>

<file path=ppt/tags/tag18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18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40"/>
</p:tagLst>
</file>

<file path=ppt/tags/tag18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0"/>
</p:tagLst>
</file>

<file path=ppt/tags/tag18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189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章节副标题"/>
  <p:tag name="KSO_WM_UNIT_TEXT_TYPE" val="1"/>
  <p:tag name="KSO_WM_UNIT_TYPE" val="b"/>
  <p:tag name="KSO_WM_UNIT_VALUE" val="35"/>
</p:tagLst>
</file>

<file path=ppt/tags/tag190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459_1*m_h_i*1_1_2"/>
  <p:tag name="KSO_WM_UNIT_INDEX" val="1_1_2"/>
  <p:tag name="KSO_WM_UNIT_LAYERLEVEL" val="1_1_1"/>
  <p:tag name="KSO_WM_UNIT_LINE_FORE_SCHEMECOLOR_INDEX" val="5"/>
  <p:tag name="KSO_WM_UNIT_TYPE" val="m_h_i"/>
</p:tagLst>
</file>

<file path=ppt/tags/tag191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1"/>
  <p:tag name="KSO_WM_UNIT_DIAGRAM_ISNUMVISUAL" val="0"/>
  <p:tag name="KSO_WM_UNIT_DIAGRAM_ISREFERUNIT" val="0"/>
  <p:tag name="KSO_WM_UNIT_HIGHLIGHT" val="0"/>
  <p:tag name="KSO_WM_UNIT_ID" val="custom20231587_7*e*1"/>
  <p:tag name="KSO_WM_UNIT_INDEX" val="1"/>
  <p:tag name="KSO_WM_UNIT_LAYERLEVEL" val="1"/>
  <p:tag name="KSO_WM_UNIT_NOCLEAR" val="0"/>
  <p:tag name="KSO_WM_UNIT_TYPE" val="e"/>
  <p:tag name="KSO_WM_UNIT_VALUE" val="13"/>
</p:tagLst>
</file>

<file path=ppt/tags/tag19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f*1_2_1"/>
  <p:tag name="KSO_WM_UNIT_INDEX" val="1_2_1"/>
  <p:tag name="KSO_WM_UNIT_LAYERLEVEL" val="1_1_1"/>
  <p:tag name="KSO_WM_UNIT_NOCLEAR" val="0"/>
  <p:tag name="KSO_WM_UNIT_PRESET_TEXT" val="单击此处添加文本具体内容，简明扼要地阐述您的观点。可酌情增减文字，以便观者准确地理解您传达的思想。"/>
  <p:tag name="KSO_WM_UNIT_SUBTYPE" val="a"/>
  <p:tag name="KSO_WM_UNIT_TEXT_FILL_FORE_SCHEMECOLOR_INDEX_BRIGHTNESS" val="0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19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f*1_3_1"/>
  <p:tag name="KSO_WM_UNIT_INDEX" val="1_3_1"/>
  <p:tag name="KSO_WM_UNIT_LAYERLEVEL" val="1_1_1"/>
  <p:tag name="KSO_WM_UNIT_NOCLEAR" val="0"/>
  <p:tag name="KSO_WM_UNIT_PRESET_TEXT" val="单击此处输入项正文，文字是思想的提炼，请尽量言简意赅的阐述观点，单击此处输入项正文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f"/>
  <p:tag name="KSO_WM_UNIT_VALUE" val="60"/>
</p:tagLst>
</file>

<file path=ppt/tags/tag19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f*1_1_1"/>
  <p:tag name="KSO_WM_UNIT_INDEX" val="1_1_1"/>
  <p:tag name="KSO_WM_UNIT_LAYERLEVEL" val="1_1_1"/>
  <p:tag name="KSO_WM_UNIT_NOCLEAR" val="0"/>
  <p:tag name="KSO_WM_UNIT_PRESET_TEXT" val="单击此处输入项正文，文字是思想的提炼，请尽量言简意赅的阐述观点，单击此处输入项正文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f"/>
  <p:tag name="KSO_WM_UNIT_VALUE" val="60"/>
</p:tagLst>
</file>

<file path=ppt/tags/tag19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96.xml><?xml version="1.0" encoding="utf-8"?>
<p:tagLst xmlns:p="http://schemas.openxmlformats.org/presentationml/2006/main">
  <p:tag name="KSO_WM_BEAUTIFY_FLAG" val="#wm#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FILL_FORE_SCHEMECOLOR_INDEX_BRIGHTNESS" val="0"/>
  <p:tag name="KSO_WM_UNIT_FILL_TYPE" val="3"/>
  <p:tag name="KSO_WM_UNIT_HIGHLIGHT" val="0"/>
  <p:tag name="KSO_WM_UNIT_ID" val="diagram20232468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2"/>
</p:tagLst>
</file>

<file path=ppt/tags/tag19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i*1_2_2"/>
  <p:tag name="KSO_WM_UNIT_INDEX" val="1_2_2"/>
  <p:tag name="KSO_WM_UNIT_LAYERLEVEL" val="1_1_1"/>
  <p:tag name="KSO_WM_UNIT_LINE_FORE_SCHEMECOLOR_INDEX" val="5"/>
  <p:tag name="KSO_WM_UNIT_TYPE" val="l_h_i"/>
</p:tagLst>
</file>

<file path=ppt/tags/tag19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d*1_2_1"/>
  <p:tag name="KSO_WM_UNIT_INDEX" val="1_2_1"/>
  <p:tag name="KSO_WM_UNIT_LAYERLEVEL" val="1_1_1"/>
  <p:tag name="KSO_WM_UNIT_LINE_FORE_SCHEMECOLOR_INDEX" val="5"/>
  <p:tag name="KSO_WM_UNIT_PICTURE_SUBTYPE" val="b"/>
  <p:tag name="KSO_WM_UNIT_TYPE" val="l_h_d"/>
  <p:tag name="KSO_WM_UNIT_VALUE" val="652*723"/>
  <p:tag name="MH_PIC_SOURCE_TYPE" val="generate_slide_ai*VCG41N1437210406*gallery_gallery_ai_v2.0.9_ONLINE*1746951686846_1.59_e63eba11d369-slide-16"/>
</p:tagLst>
</file>

<file path=ppt/tags/tag19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i*3"/>
  <p:tag name="KSO_WM_UNIT_INDEX" val="3"/>
  <p:tag name="KSO_WM_UNIT_LAYERLEVEL" val="1"/>
  <p:tag name="KSO_WM_UNIT_TYPE" val="i"/>
</p:tagLst>
</file>

<file path=ppt/tags/tag20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f*1_2_1"/>
  <p:tag name="KSO_WM_UNIT_INDEX" val="1_2_1"/>
  <p:tag name="KSO_WM_UNIT_LAYERLEVEL" val="1_1_1"/>
  <p:tag name="KSO_WM_UNIT_NOCLEAR" val="0"/>
  <p:tag name="KSO_WM_UNIT_PRESET_TEXT" val="单击此处添加文本具体内容，简明扼要地阐述您的观点。根据需要可酌情增减文字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55"/>
</p:tagLst>
</file>

<file path=ppt/tags/tag20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02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2468_2"/>
  <p:tag name="KSO_WM_SLIDE_INDEX" val="2"/>
  <p:tag name="KSO_WM_SLIDE_ITEM_CNT" val="3"/>
  <p:tag name="KSO_WM_SLIDE_LAYOUT" val="a_l"/>
  <p:tag name="KSO_WM_SLIDE_LAYOUT_CNT" val="1_1"/>
  <p:tag name="KSO_WM_SLIDE_POSITION" val="54.89*153.55"/>
  <p:tag name="KSO_WM_SLIDE_SIZE" val="850.352*301.7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2468"/>
  <p:tag name="KSO_WM_TEMPLATE_MASTER_TYPE" val="0"/>
  <p:tag name="KSO_WM_TEMPLATE_SUBCATEGORY" val="0"/>
</p:tagLst>
</file>

<file path=ppt/tags/tag20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20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x*1_4_1"/>
  <p:tag name="KSO_WM_UNIT_INDEX" val="1_4_1"/>
  <p:tag name="KSO_WM_UNIT_LAYERLEVEL" val="1_1_1"/>
  <p:tag name="KSO_WM_UNIT_TYPE" val="m_h_x"/>
  <p:tag name="KSO_WM_UNIT_VALUE" val="90*73"/>
</p:tagLst>
</file>

<file path=ppt/tags/tag20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0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1"/>
  <p:tag name="KSO_WM_UNIT_INDEX" val="1"/>
  <p:tag name="KSO_WM_UNIT_LAYERLEVEL" val="1"/>
  <p:tag name="KSO_WM_UNIT_TYPE" val="i"/>
</p:tagLst>
</file>

<file path=ppt/tags/tag20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i*1_1_2"/>
  <p:tag name="KSO_WM_UNIT_INDEX" val="1_1_2"/>
  <p:tag name="KSO_WM_UNIT_LAYERLEVEL" val="1_1_1"/>
  <p:tag name="KSO_WM_UNIT_LINE_FORE_SCHEMECOLOR_INDEX" val="5"/>
  <p:tag name="KSO_WM_UNIT_TYPE" val="l_h_i"/>
</p:tagLst>
</file>

<file path=ppt/tags/tag20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2*l_h_f*1_2_1"/>
  <p:tag name="KSO_WM_UNIT_INDEX" val="1_2_1"/>
  <p:tag name="KSO_WM_UNIT_LAYERLEVEL" val="1_1_1"/>
  <p:tag name="KSO_WM_UNIT_NOCLEAR" val="0"/>
  <p:tag name="KSO_WM_UNIT_PRESET_TEXT" val="单击此处输入你的项正文，请尽量言简意赅的阐述观点，单击此处输入你的项正文。单击此处输入你的项正文，请尽量言简意赅的阐述观点。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138"/>
</p:tagLst>
</file>

<file path=ppt/tags/tag20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HIGHLIGHT" val="0"/>
  <p:tag name="KSO_WM_UNIT_ID" val="diagram20232468_1*l_h_i*1_2_1"/>
  <p:tag name="KSO_WM_UNIT_INDEX" val="1_2_1"/>
  <p:tag name="KSO_WM_UNIT_LAYERLEVEL" val="1_1_1"/>
  <p:tag name="KSO_WM_UNIT_SUBTYPE" val="d"/>
  <p:tag name="KSO_WM_UNIT_TEXT_FILL_FORE_SCHEMECOLOR_INDEX" val="1"/>
  <p:tag name="KSO_WM_UNIT_TEXT_FILL_TYPE" val="1"/>
  <p:tag name="KSO_WM_UNIT_TYPE" val="l_h_i"/>
</p:tagLst>
</file>

<file path=ppt/tags/tag210.xml><?xml version="1.0" encoding="utf-8"?>
<p:tagLst xmlns:p="http://schemas.openxmlformats.org/presentationml/2006/main">
  <p:tag name="KSO_WM_BEAUTIFY_FLAG" val="#wm#"/>
  <p:tag name="KSO_WM_DIAGRAM_GROUP_CODE" val="m1-1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21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5"/>
  <p:tag name="KSO_WM_UNIT_INDEX" val="5"/>
  <p:tag name="KSO_WM_UNIT_LAYERLEVEL" val="1"/>
  <p:tag name="KSO_WM_UNIT_TYPE" val="i"/>
</p:tagLst>
</file>

<file path=ppt/tags/tag21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i*1_2_1"/>
  <p:tag name="KSO_WM_UNIT_INDEX" val="1_2_1"/>
  <p:tag name="KSO_WM_UNIT_LAYERLEVEL" val="1_1_1"/>
  <p:tag name="KSO_WM_UNIT_SUBTYPE" val="d"/>
  <p:tag name="KSO_WM_UNIT_TYPE" val="l_h_i"/>
</p:tagLst>
</file>

<file path=ppt/tags/tag21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214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215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3_2"/>
  <p:tag name="KSO_WM_UNIT_INDEX" val="1_3_2"/>
  <p:tag name="KSO_WM_UNIT_LAYERLEVEL" val="1_1_1"/>
  <p:tag name="KSO_WM_UNIT_LINE_FORE_SCHEMECOLOR_INDEX" val="-2"/>
  <p:tag name="KSO_WM_UNIT_TYPE" val="m_h_i"/>
</p:tagLst>
</file>

<file path=ppt/tags/tag216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3256"/>
  <p:tag name="KSO_WM_UNIT_COMPATIBLE" val="0"/>
  <p:tag name="KSO_WM_UNIT_DIAGRAM_ISNUMVISUAL" val="0"/>
  <p:tag name="KSO_WM_UNIT_DIAGRAM_ISREFERUNIT" val="0"/>
  <p:tag name="KSO_WM_UNIT_HIGHLIGHT" val="0"/>
  <p:tag name="KSO_WM_UNIT_ID" val="custom20233256_1*i*2"/>
  <p:tag name="KSO_WM_UNIT_INDEX" val="2"/>
  <p:tag name="KSO_WM_UNIT_LAYERLEVEL" val="1"/>
  <p:tag name="KSO_WM_UNIT_TYPE" val="i"/>
</p:tagLst>
</file>

<file path=ppt/tags/tag21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21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1973_3*l_h_i*1_4_3"/>
  <p:tag name="KSO_WM_UNIT_INDEX" val="1_4_3"/>
  <p:tag name="KSO_WM_UNIT_LAYERLEVEL" val="1_1_1"/>
  <p:tag name="KSO_WM_UNIT_TYPE" val="l_h_i"/>
</p:tagLst>
</file>

<file path=ppt/tags/tag21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450*450"/>
  <p:tag name="MH_PIC_SOURCE_TYPE" val="generate_slide_ai*VCG211401720256*gallery_gallery_ai_v2.0.9_ONLINE*1746951686846_1.59_e63eba11d369-slide-19"/>
</p:tagLst>
</file>

<file path=ppt/tags/tag22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450*450"/>
  <p:tag name="MH_PIC_SOURCE_TYPE" val="generate_slide_ai*VCG41N1416809478*gallery_gallery_ai_v2.0.9_ONLINE*1746951686846_1.59_e63eba11d369-slide-19"/>
</p:tagLst>
</file>

<file path=ppt/tags/tag22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x*1_2_1"/>
  <p:tag name="KSO_WM_UNIT_INDEX" val="1_2_1"/>
  <p:tag name="KSO_WM_UNIT_LAYERLEVEL" val="1_1_1"/>
  <p:tag name="KSO_WM_UNIT_TYPE" val="l_h_x"/>
  <p:tag name="KSO_WM_UNIT_VALUE" val="136*140"/>
</p:tagLst>
</file>

<file path=ppt/tags/tag22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2"/>
  <p:tag name="KSO_WM_UNIT_INDEX" val="2"/>
  <p:tag name="KSO_WM_UNIT_LAYERLEVEL" val="1"/>
  <p:tag name="KSO_WM_UNIT_TYPE" val="i"/>
</p:tagLst>
</file>

<file path=ppt/tags/tag22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a*1_4_1"/>
  <p:tag name="KSO_WM_UNIT_INDEX" val="1_4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224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233_1"/>
  <p:tag name="KSO_WM_SLIDE_INDEX" val="1"/>
  <p:tag name="KSO_WM_SLIDE_ITEM_CNT" val="2"/>
  <p:tag name="KSO_WM_SLIDE_LAYOUT" val="a_l"/>
  <p:tag name="KSO_WM_SLIDE_LAYOUT_CNT" val="1_1"/>
  <p:tag name="KSO_WM_SLIDE_POSITION" val="54.7501*124.973"/>
  <p:tag name="KSO_WM_SLIDE_SIZE" val="850.394*348.539"/>
  <p:tag name="KSO_WM_SLIDE_SUBTYPE" val="diag"/>
  <p:tag name="KSO_WM_SLIDE_TYPE" val="text"/>
  <p:tag name="KSO_WM_TAG_VERSION" val="3.0"/>
  <p:tag name="KSO_WM_TEMPLATE_CATEGORY" val="diagram"/>
  <p:tag name="KSO_WM_TEMPLATE_COLOR_TYPE" val="0"/>
  <p:tag name="KSO_WM_TEMPLATE_INDEX" val="20233233"/>
  <p:tag name="KSO_WM_TEMPLATE_MASTER_TYPE" val="0"/>
  <p:tag name="KSO_WM_TEMPLATE_SUBCATEGORY" val="0"/>
</p:tagLst>
</file>

<file path=ppt/tags/tag22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i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SUBTYPE" val="d"/>
  <p:tag name="KSO_WM_UNIT_TEXT_FILL_FORE_SCHEMECOLOR_INDEX" val="1"/>
  <p:tag name="KSO_WM_UNIT_TEXT_FILL_TYPE" val="1"/>
  <p:tag name="KSO_WM_UNIT_TYPE" val="l_h_i"/>
</p:tagLst>
</file>

<file path=ppt/tags/tag226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x*1_2_1"/>
  <p:tag name="KSO_WM_UNIT_INDEX" val="1_2_1"/>
  <p:tag name="KSO_WM_UNIT_LAYERLEVEL" val="1_1_1"/>
  <p:tag name="KSO_WM_UNIT_TYPE" val="m_h_x"/>
  <p:tag name="KSO_WM_UNIT_VALUE" val="83*90"/>
</p:tagLst>
</file>

<file path=ppt/tags/tag227.xml><?xml version="1.0" encoding="utf-8"?>
<p:tagLst xmlns:p="http://schemas.openxmlformats.org/presentationml/2006/main">
  <p:tag name="KSO_WM_BEAUTIFY_FLAG" val="#wm#"/>
  <p:tag name="KSO_WM_SLIDE_ID" val="custom20231587_9"/>
  <p:tag name="KSO_WM_SLIDE_INDEX" val="9"/>
  <p:tag name="KSO_WM_SLIDE_ITEM_CNT" val="0"/>
  <p:tag name="KSO_WM_SLIDE_LAYOUT" val="a_b"/>
  <p:tag name="KSO_WM_SLIDE_LAYOUT_CNT" val="1_1"/>
  <p:tag name="KSO_WM_SLIDE_SUBTYPE" val="pureTxt"/>
  <p:tag name="KSO_WM_SLIDE_TYPE" val="endPag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22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4"/>
  <p:tag name="KSO_WM_UNIT_INDEX" val="4"/>
  <p:tag name="KSO_WM_UNIT_LAYERLEVEL" val="1"/>
  <p:tag name="KSO_WM_UNIT_TYPE" val="i"/>
</p:tagLst>
</file>

<file path=ppt/tags/tag229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FILL_FORE_SCHEMECOLOR_INDEX" val="2"/>
  <p:tag name="KSO_WM_UNIT_FILL_FORE_SCHEMECOLOR_INDEX_BRIGHTNESS" val="0"/>
  <p:tag name="KSO_WM_UNIT_FILL_TYPE" val="1"/>
  <p:tag name="KSO_WM_UNIT_HIGHLIGHT" val="0"/>
  <p:tag name="KSO_WM_UNIT_ID" val="diagram20232468_1*l_h_i*1_1_3"/>
  <p:tag name="KSO_WM_UNIT_INDEX" val="1_1_3"/>
  <p:tag name="KSO_WM_UNIT_LAYERLEVEL" val="1_1_1"/>
  <p:tag name="KSO_WM_UNIT_LINE_FORE_SCHEMECOLOR_INDEX" val="5"/>
  <p:tag name="KSO_WM_UNIT_TYPE" val="l_h_i"/>
</p:tagLst>
</file>

<file path=ppt/tags/tag23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单击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41"/>
</p:tagLst>
</file>

<file path=ppt/tags/tag23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23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14"/>
  <p:tag name="KSO_WM_UNIT_FILL_FORE_SCHEMECOLOR_INDEX_BRIGHTNESS" val="0"/>
  <p:tag name="KSO_WM_UNIT_FILL_TYPE" val="1"/>
  <p:tag name="KSO_WM_UNIT_HIGHLIGHT" val="0"/>
  <p:tag name="KSO_WM_UNIT_ID" val="diagram20231459_1*m_h_i*1_2_4"/>
  <p:tag name="KSO_WM_UNIT_INDEX" val="1_2_4"/>
  <p:tag name="KSO_WM_UNIT_LAYERLEVEL" val="1_1_1"/>
  <p:tag name="KSO_WM_UNIT_TYPE" val="m_h_i"/>
</p:tagLst>
</file>

<file path=ppt/tags/tag23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23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4"/>
  <p:tag name="KSO_WM_UNIT_INDEX" val="4"/>
  <p:tag name="KSO_WM_UNIT_LAYERLEVEL" val="1"/>
  <p:tag name="KSO_WM_UNIT_TYPE" val="i"/>
</p:tagLst>
</file>

<file path=ppt/tags/tag23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23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f*1_2_1"/>
  <p:tag name="KSO_WM_UNIT_INDEX" val="1_2_1"/>
  <p:tag name="KSO_WM_UNIT_LAYERLEVEL" val="1_1_1"/>
  <p:tag name="KSO_WM_UNIT_NOCLEAR" val="0"/>
  <p:tag name="KSO_WM_UNIT_PRESET_TEXT" val="单击添加文本具体内容，简明扼要地阐述您内容观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28"/>
</p:tagLst>
</file>

<file path=ppt/tags/tag23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3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39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9*a*1"/>
  <p:tag name="KSO_WM_UNIT_INDEX" val="1"/>
  <p:tag name="KSO_WM_UNIT_ISCONTENTSTITLE" val="0"/>
  <p:tag name="KSO_WM_UNIT_ISNUMDGMTITLE" val="0"/>
  <p:tag name="KSO_WM_UNIT_LAYERLEVEL" val="1"/>
  <p:tag name="KSO_WM_UNIT_NOCLEAR" val="1"/>
  <p:tag name="KSO_WM_UNIT_TYPE" val="a"/>
</p:tagLst>
</file>

<file path=ppt/tags/tag24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4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2_1"/>
  <p:tag name="KSO_WM_UNIT_INDEX" val="1_2_1"/>
  <p:tag name="KSO_WM_UNIT_LAYERLEVEL" val="1_1_1"/>
  <p:tag name="KSO_WM_UNIT_LINE_FORE_SCHEMECOLOR_INDEX" val="-2"/>
  <p:tag name="KSO_WM_UNIT_TYPE" val="m_h_i"/>
</p:tagLst>
</file>

<file path=ppt/tags/tag24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3"/>
  <p:tag name="KSO_WM_UNIT_INDEX" val="3"/>
  <p:tag name="KSO_WM_UNIT_LAYERLEVEL" val="1"/>
  <p:tag name="KSO_WM_UNIT_TYPE" val="i"/>
</p:tagLst>
</file>

<file path=ppt/tags/tag24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1973_3*l_h_i*1_2_3"/>
  <p:tag name="KSO_WM_UNIT_INDEX" val="1_2_3"/>
  <p:tag name="KSO_WM_UNIT_LAYERLEVEL" val="1_1_1"/>
  <p:tag name="KSO_WM_UNIT_TYPE" val="l_h_i"/>
</p:tagLst>
</file>

<file path=ppt/tags/tag24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45.xml><?xml version="1.0" encoding="utf-8"?>
<p:tagLst xmlns:p="http://schemas.openxmlformats.org/presentationml/2006/main">
  <p:tag name="KSO_WM_BEAUTIFY_FLAG" val="#wm#"/>
  <p:tag name="KSO_WM_SLIDE_ID" val="custom20231587_1"/>
  <p:tag name="KSO_WM_SLIDE_INDEX" val="1"/>
  <p:tag name="KSO_WM_SLIDE_ITEM_CNT" val="0"/>
  <p:tag name="KSO_WM_SLIDE_LAYOUT" val="a_b_f"/>
  <p:tag name="KSO_WM_SLIDE_LAYOUT_CNT" val="1_1_1"/>
  <p:tag name="KSO_WM_SLIDE_SUBTYPE" val="pureTxt"/>
  <p:tag name="KSO_WM_SLIDE_TYPE" val="title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  <p:tag name="KSO_WM_TEMPLATE_THUMBS_INDEX" val="1、9"/>
</p:tagLst>
</file>

<file path=ppt/tags/tag24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4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i*1_3_2"/>
  <p:tag name="KSO_WM_UNIT_INDEX" val="1_3_2"/>
  <p:tag name="KSO_WM_UNIT_LAYERLEVEL" val="1_1_1"/>
  <p:tag name="KSO_WM_UNIT_LINE_FORE_SCHEMECOLOR_INDEX" val="5"/>
  <p:tag name="KSO_WM_UNIT_TYPE" val="l_h_i"/>
</p:tagLst>
</file>

<file path=ppt/tags/tag24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249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1*m_h_i*1_2_1"/>
  <p:tag name="KSO_WM_UNIT_INDEX" val="1_2_1"/>
  <p:tag name="KSO_WM_UNIT_LAYERLEVEL" val="1_1_1"/>
  <p:tag name="KSO_WM_UNIT_LINE_FORE_SCHEMECOLOR_INDEX" val="-2"/>
  <p:tag name="KSO_WM_UNIT_TYPE" val="m_h_i"/>
</p:tagLst>
</file>

<file path=ppt/tags/tag250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0968_2*l_h_i*1_3_1"/>
  <p:tag name="KSO_WM_UNIT_INDEX" val="1_3_1"/>
  <p:tag name="KSO_WM_UNIT_LAYERLEVEL" val="1_1_1"/>
  <p:tag name="KSO_WM_UNIT_LINE_FORE_SCHEMECOLOR_INDEX" val="13"/>
  <p:tag name="KSO_WM_UNIT_SHADOW_SCHEMECOLOR_INDEX" val="14"/>
  <p:tag name="KSO_WM_UNIT_SHADOW_SCHEMECOLOR_INDEX_BRIGHTNESS" val="-0.15"/>
  <p:tag name="KSO_WM_UNIT_TEXT_FILL_FORE_SCHEMECOLOR_INDEX" val="2"/>
  <p:tag name="KSO_WM_UNIT_TEXT_FILL_FORE_SCHEMECOLOR_INDEX_BRIGHTNESS" val="0"/>
  <p:tag name="KSO_WM_UNIT_TEXT_FILL_TYPE" val="1"/>
  <p:tag name="KSO_WM_UNIT_TYPE" val="l_h_i"/>
</p:tagLst>
</file>

<file path=ppt/tags/tag251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1"/>
  <p:tag name="KSO_WM_UNIT_DIAGRAM_ISNUMVISUAL" val="0"/>
  <p:tag name="KSO_WM_UNIT_DIAGRAM_ISREFERUNIT" val="0"/>
  <p:tag name="KSO_WM_UNIT_HIGHLIGHT" val="0"/>
  <p:tag name="KSO_WM_UNIT_ID" val="custom20231587_7*e*1"/>
  <p:tag name="KSO_WM_UNIT_INDEX" val="1"/>
  <p:tag name="KSO_WM_UNIT_LAYERLEVEL" val="1"/>
  <p:tag name="KSO_WM_UNIT_NOCLEAR" val="0"/>
  <p:tag name="KSO_WM_UNIT_TYPE" val="e"/>
  <p:tag name="KSO_WM_UNIT_VALUE" val="13"/>
</p:tagLst>
</file>

<file path=ppt/tags/tag252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1784_2"/>
  <p:tag name="KSO_WM_SLIDE_INDEX" val="2"/>
  <p:tag name="KSO_WM_SLIDE_ITEM_CNT" val="3"/>
  <p:tag name="KSO_WM_SLIDE_LAYOUT" val="a_l"/>
  <p:tag name="KSO_WM_SLIDE_LAYOUT_CNT" val="1_1"/>
  <p:tag name="KSO_WM_SLIDE_POSITION" val="54.7968*105.7"/>
  <p:tag name="KSO_WM_SLIDE_SIZE" val="851.132*388.3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1784"/>
  <p:tag name="KSO_WM_TEMPLATE_MASTER_TYPE" val="0"/>
  <p:tag name="KSO_WM_TEMPLATE_SUBCATEGORY" val="0"/>
</p:tagLst>
</file>

<file path=ppt/tags/tag25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i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SUBTYPE" val="d"/>
  <p:tag name="KSO_WM_UNIT_TEXT_FILL_FORE_SCHEMECOLOR_INDEX" val="1"/>
  <p:tag name="KSO_WM_UNIT_TEXT_FILL_TYPE" val="1"/>
  <p:tag name="KSO_WM_UNIT_TYPE" val="l_h_i"/>
</p:tagLst>
</file>

<file path=ppt/tags/tag25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2454_2*l_i*1_3"/>
  <p:tag name="KSO_WM_UNIT_INDEX" val="1_3"/>
  <p:tag name="KSO_WM_UNIT_LAYERLEVEL" val="1_1"/>
  <p:tag name="KSO_WM_UNIT_TYPE" val="l_i"/>
</p:tagLst>
</file>

<file path=ppt/tags/tag255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1973_3*l_h_i*1_1_3"/>
  <p:tag name="KSO_WM_UNIT_INDEX" val="1_1_3"/>
  <p:tag name="KSO_WM_UNIT_LAYERLEVEL" val="1_1_1"/>
  <p:tag name="KSO_WM_UNIT_TYPE" val="l_h_i"/>
</p:tagLst>
</file>

<file path=ppt/tags/tag25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5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f*1_3_1"/>
  <p:tag name="KSO_WM_UNIT_INDEX" val="1_3_1"/>
  <p:tag name="KSO_WM_UNIT_LAYERLEVEL" val="1_1_1"/>
  <p:tag name="KSO_WM_UNIT_NOCLEAR" val="0"/>
  <p:tag name="KSO_WM_UNIT_PRESET_TEXT" val="单击此处添加文本具体内容，简明扼要地阐述您的观点。根据需要可酌情增减文字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55"/>
</p:tagLst>
</file>

<file path=ppt/tags/tag25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5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260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custom20231587_5"/>
  <p:tag name="KSO_WM_SLIDE_INDEX" val="5"/>
  <p:tag name="KSO_WM_SLIDE_ITEM_CNT" val="5"/>
  <p:tag name="KSO_WM_SLIDE_LAYOUT" val="a_l"/>
  <p:tag name="KSO_WM_SLIDE_LAYOUT_CNT" val="1_1"/>
  <p:tag name="KSO_WM_SLIDE_SUBTYPE" val="diag"/>
  <p:tag name="KSO_WM_SLIDE_TYPE" val="contents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</p:tagLst>
</file>

<file path=ppt/tags/tag26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6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147_2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211392921955*gallery_gallery_ai_v2.0.9_ONLINE*1746951672570_1.59_05b53314757e-slide-3"/>
</p:tagLst>
</file>

<file path=ppt/tags/tag26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26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26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f*1_1_1"/>
  <p:tag name="KSO_WM_UNIT_INDEX" val="1_1_1"/>
  <p:tag name="KSO_WM_UNIT_LAYERLEVEL" val="1_1_1"/>
  <p:tag name="KSO_WM_UNIT_NOCLEAR" val="0"/>
  <p:tag name="KSO_WM_UNIT_PRESET_TEXT" val="单击添加文本内容，简明扼要地阐述您内容观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28"/>
</p:tagLst>
</file>

<file path=ppt/tags/tag26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f*1"/>
  <p:tag name="KSO_WM_UNIT_INDEX" val="1"/>
  <p:tag name="KSO_WM_UNIT_LAYERLEVEL" val="1"/>
  <p:tag name="KSO_WM_UNIT_NOCLEAR" val="0"/>
  <p:tag name="KSO_WM_UNIT_PRESET_TEXT" val="单击此处编辑母版文本样式二级三级四级五级"/>
  <p:tag name="KSO_WM_UNIT_SUBTYPE" val="a"/>
  <p:tag name="KSO_WM_UNIT_TYPE" val="f"/>
  <p:tag name="KSO_WM_UNIT_VALUE" val="330"/>
</p:tagLst>
</file>

<file path=ppt/tags/tag26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2_1"/>
  <p:tag name="KSO_WM_UNIT_INDEX" val="1_2_1"/>
  <p:tag name="KSO_WM_UNIT_LAYERLEVEL" val="1_1_1"/>
  <p:tag name="KSO_WM_UNIT_SUBTYPE" val="d"/>
  <p:tag name="KSO_WM_UNIT_TEXT_FILL_FORE_SCHEMECOLOR_INDEX" val="1"/>
  <p:tag name="KSO_WM_UNIT_TEXT_FILL_FORE_SCHEMECOLOR_INDEX_BRIGHTNESS" val="0.15"/>
  <p:tag name="KSO_WM_UNIT_TEXT_FILL_TYPE" val="1"/>
  <p:tag name="KSO_WM_UNIT_TYPE" val="l_h_i"/>
</p:tagLst>
</file>

<file path=ppt/tags/tag26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0968_2*l_h_i*1_2_1"/>
  <p:tag name="KSO_WM_UNIT_INDEX" val="1_2_1"/>
  <p:tag name="KSO_WM_UNIT_LAYERLEVEL" val="1_1_1"/>
  <p:tag name="KSO_WM_UNIT_LINE_FORE_SCHEMECOLOR_INDEX" val="5"/>
  <p:tag name="KSO_WM_UNIT_SHADOW_SCHEMECOLOR_INDEX" val="5"/>
  <p:tag name="KSO_WM_UNIT_SHADOW_SCHEMECOLOR_INDEX_BRIGHTNESS" val="0"/>
  <p:tag name="KSO_WM_UNIT_TEXT_FILL_FORE_SCHEMECOLOR_INDEX" val="2"/>
  <p:tag name="KSO_WM_UNIT_TEXT_FILL_FORE_SCHEMECOLOR_INDEX_BRIGHTNESS" val="0"/>
  <p:tag name="KSO_WM_UNIT_TEXT_FILL_TYPE" val="1"/>
  <p:tag name="KSO_WM_UNIT_TYPE" val="l_h_i"/>
</p:tagLst>
</file>

<file path=ppt/tags/tag26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i*1_2_1"/>
  <p:tag name="KSO_WM_UNIT_INDEX" val="1_2_1"/>
  <p:tag name="KSO_WM_UNIT_LAYERLEVEL" val="1_1_1"/>
  <p:tag name="KSO_WM_UNIT_LINE_FORE_SCHEMECOLOR_INDEX" val="5"/>
  <p:tag name="KSO_WM_UNIT_TYPE" val="l_h_i"/>
</p:tagLst>
</file>

<file path=ppt/tags/tag27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546*1182"/>
  <p:tag name="MH_PIC_SOURCE_TYPE" val="generate_slide_ai*VCG41N1362881090*gallery_gallery_ai_v2.0.9_ONLINE*1746951686846_1.59_e63eba11d369-slide-9"/>
</p:tagLst>
</file>

<file path=ppt/tags/tag27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27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i*1_2_2"/>
  <p:tag name="KSO_WM_UNIT_INDEX" val="1_2_2"/>
  <p:tag name="KSO_WM_UNIT_LAYERLEVEL" val="1_1_1"/>
  <p:tag name="KSO_WM_UNIT_LINE_FORE_SCHEMECOLOR_INDEX" val="5"/>
  <p:tag name="KSO_WM_UNIT_TYPE" val="l_h_i"/>
</p:tagLst>
</file>

<file path=ppt/tags/tag27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1*m_h_i*1_1_2"/>
  <p:tag name="KSO_WM_UNIT_INDEX" val="1_1_2"/>
  <p:tag name="KSO_WM_UNIT_LAYERLEVEL" val="1_1_1"/>
  <p:tag name="KSO_WM_UNIT_LINE_FORE_SCHEMECOLOR_INDEX" val="-2"/>
  <p:tag name="KSO_WM_UNIT_TYPE" val="m_h_i"/>
</p:tagLst>
</file>

<file path=ppt/tags/tag274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27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FILL_FORE_SCHEMECOLOR_INDEX" val="2"/>
  <p:tag name="KSO_WM_UNIT_FILL_FORE_SCHEMECOLOR_INDEX_BRIGHTNESS" val="0"/>
  <p:tag name="KSO_WM_UNIT_HIGHLIGHT" val="0"/>
  <p:tag name="KSO_WM_UNIT_ID" val="diagram20232468_1*l_h_i*1_1_2"/>
  <p:tag name="KSO_WM_UNIT_INDEX" val="1_1_2"/>
  <p:tag name="KSO_WM_UNIT_LAYERLEVEL" val="1_1_1"/>
  <p:tag name="KSO_WM_UNIT_LINE_FORE_SCHEMECOLOR_INDEX" val="5"/>
  <p:tag name="KSO_WM_UNIT_TYPE" val="l_h_i"/>
</p:tagLst>
</file>

<file path=ppt/tags/tag27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7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i*1_1_1"/>
  <p:tag name="KSO_WM_UNIT_INDEX" val="1_1_1"/>
  <p:tag name="KSO_WM_UNIT_LAYERLEVEL" val="1_1_1"/>
  <p:tag name="KSO_WM_UNIT_TYPE" val="m_h_i"/>
</p:tagLst>
</file>

<file path=ppt/tags/tag27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7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a*1_4_1"/>
  <p:tag name="KSO_WM_UNIT_INDEX" val="1_4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0"/>
</p:tagLst>
</file>

<file path=ppt/tags/tag28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f*1_2_1"/>
  <p:tag name="KSO_WM_UNIT_INDEX" val="1_2_1"/>
  <p:tag name="KSO_WM_UNIT_LAYERLEVEL" val="1_1_1"/>
  <p:tag name="KSO_WM_UNIT_NOCLEAR" val="0"/>
  <p:tag name="KSO_WM_UNIT_PRESET_TEXT" val="单击此处添加文本，简明扼要地阐述您的观点。根据需要可酌情增减文字，以便观者准确地理解您传达的思想。单击此处添加文本具体内容，简明扼要地阐述您的观点。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28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31_1*l_h_d*1_2_1"/>
  <p:tag name="KSO_WM_UNIT_INDEX" val="1_2_1"/>
  <p:tag name="KSO_WM_UNIT_LAYERLEVEL" val="1_1_1"/>
  <p:tag name="KSO_WM_UNIT_LINE_FORE_SCHEMECOLOR_INDEX" val="5"/>
  <p:tag name="KSO_WM_UNIT_PICTURE_SUBTYPE" val="b"/>
  <p:tag name="KSO_WM_UNIT_TYPE" val="l_h_d"/>
  <p:tag name="KSO_WM_UNIT_VALUE" val="471*471"/>
  <p:tag name="MH_PIC_SOURCE_TYPE" val="generate_slide_ai*VCG211239972052*gallery_gallery_ai_v2.0.9_ONLINE*1746951686846_1.59_e63eba11d369-slide-11"/>
</p:tagLst>
</file>

<file path=ppt/tags/tag282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custom20232484_1"/>
  <p:tag name="KSO_WM_SLIDE_INDEX" val="1"/>
  <p:tag name="KSO_WM_SLIDE_ITEM_CNT" val="2"/>
  <p:tag name="KSO_WM_SLIDE_LAYOUT" val="a_d_l"/>
  <p:tag name="KSO_WM_SLIDE_LAYOUT_CNT" val="1_1_1"/>
  <p:tag name="KSO_WM_SLIDE_POSITION" val="120.25*376.775"/>
  <p:tag name="KSO_WM_SLIDE_SIZE" val="746*95.95"/>
  <p:tag name="KSO_WM_SLIDE_SUBTYPE" val="picTxt"/>
  <p:tag name="KSO_WM_SLIDE_TYPE" val="text"/>
  <p:tag name="KSO_WM_SPECIAL_SOURCE" val="bdnull"/>
  <p:tag name="KSO_WM_TAG_VERSION" val="3.0"/>
  <p:tag name="KSO_WM_TEMPLATE_CATEGORY" val="custom"/>
  <p:tag name="KSO_WM_TEMPLATE_COLOR_TYPE" val="0"/>
  <p:tag name="KSO_WM_TEMPLATE_INDEX" val="20232484"/>
  <p:tag name="KSO_WM_TEMPLATE_MASTER_TYPE" val="0"/>
  <p:tag name="KSO_WM_TEMPLATE_SUBCATEGORY" val="0"/>
</p:tagLst>
</file>

<file path=ppt/tags/tag28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i*1_3_1"/>
  <p:tag name="KSO_WM_UNIT_INDEX" val="1_3_1"/>
  <p:tag name="KSO_WM_UNIT_LAYERLEVEL" val="1_1_1"/>
  <p:tag name="KSO_WM_UNIT_SUBTYPE" val="d"/>
  <p:tag name="KSO_WM_UNIT_TYPE" val="l_h_i"/>
</p:tagLst>
</file>

<file path=ppt/tags/tag28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2"/>
  <p:tag name="KSO_WM_UNIT_INDEX" val="2"/>
  <p:tag name="KSO_WM_UNIT_LAYERLEVEL" val="1"/>
  <p:tag name="KSO_WM_UNIT_TYPE" val="i"/>
</p:tagLst>
</file>

<file path=ppt/tags/tag28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TYPE" val="1"/>
  <p:tag name="KSO_WM_UNIT_TEXT_TYPE" val="1"/>
  <p:tag name="KSO_WM_UNIT_TYPE" val="l_h_a"/>
</p:tagLst>
</file>

<file path=ppt/tags/tag28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第二级第三级第四级第五级"/>
  <p:tag name="KSO_WM_UNIT_SUBTYPE" val="a"/>
  <p:tag name="KSO_WM_UNIT_TYPE" val="f"/>
</p:tagLst>
</file>

<file path=ppt/tags/tag28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a*1_3_1"/>
  <p:tag name="KSO_WM_UNIT_INDEX" val="1_3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28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1_1"/>
  <p:tag name="KSO_WM_UNIT_INDEX" val="1_1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290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459_1*m_h_i*1_1_3"/>
  <p:tag name="KSO_WM_UNIT_INDEX" val="1_1_3"/>
  <p:tag name="KSO_WM_UNIT_LAYERLEVEL" val="1_1_1"/>
  <p:tag name="KSO_WM_UNIT_TYPE" val="m_h_i"/>
</p:tagLst>
</file>

<file path=ppt/tags/tag29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29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9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f*1_2_1"/>
  <p:tag name="KSO_WM_UNIT_INDEX" val="1_2_1"/>
  <p:tag name="KSO_WM_UNIT_LAYERLEVEL" val="1_1_1"/>
  <p:tag name="KSO_WM_UNIT_NOCLEAR" val="0"/>
  <p:tag name="KSO_WM_UNIT_PRESET_TEXT" val="单击此处输入您的项正文，文字是您思想的提炼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29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i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SUBTYPE" val="d"/>
  <p:tag name="KSO_WM_UNIT_TEXT_FILL_FORE_SCHEMECOLOR_INDEX" val="1"/>
  <p:tag name="KSO_WM_UNIT_TEXT_FILL_TYPE" val="1"/>
  <p:tag name="KSO_WM_UNIT_TYPE" val="l_h_i"/>
</p:tagLst>
</file>

<file path=ppt/tags/tag295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3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</p:tagLst>
</file>

<file path=ppt/tags/tag29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29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9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3*m_h_i*1_2_2"/>
  <p:tag name="KSO_WM_UNIT_INDEX" val="1_2_2"/>
  <p:tag name="KSO_WM_UNIT_LAYERLEVEL" val="1_1_1"/>
  <p:tag name="KSO_WM_UNIT_LINE_FORE_SCHEMECOLOR_INDEX" val="-2"/>
  <p:tag name="KSO_WM_UNIT_TYPE" val="m_h_i"/>
</p:tagLst>
</file>

<file path=ppt/tags/tag299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5"/>
</p:tagLst>
</file>

<file path=ppt/tags/tag30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f*1_1_1"/>
  <p:tag name="KSO_WM_UNIT_INDEX" val="1_1_1"/>
  <p:tag name="KSO_WM_UNIT_LAYERLEVEL" val="1_1_1"/>
  <p:tag name="KSO_WM_UNIT_LINE_FORE_SCHEMECOLOR_INDEX" val="-2"/>
  <p:tag name="KSO_WM_UNIT_NOCLEAR" val="0"/>
  <p:tag name="KSO_WM_UNIT_PRESET_TEXT" val="单击此处输入您的智能图形项正文，文字是思想的提炼，请尽量言简意赅的阐述观点。单击输入您的项正文，文字是思想的提炼，单击此处输入您的智能图形项正文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30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f*1_2_1"/>
  <p:tag name="KSO_WM_UNIT_INDEX" val="1_2_1"/>
  <p:tag name="KSO_WM_UNIT_LAYERLEVEL" val="1_1_1"/>
  <p:tag name="KSO_WM_UNIT_NOCLEAR" val="0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90"/>
</p:tagLst>
</file>

<file path=ppt/tags/tag30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1*m_h_f*1_2_1"/>
  <p:tag name="KSO_WM_UNIT_INDEX" val="1_2_1"/>
  <p:tag name="KSO_WM_UNIT_LAYERLEVEL" val="1_1_1"/>
  <p:tag name="KSO_WM_UNIT_LINE_FORE_SCHEMECOLOR_INDEX" val="-2"/>
  <p:tag name="KSO_WM_UNIT_NOCLEAR" val="0"/>
  <p:tag name="KSO_WM_UNIT_PRESET_TEXT" val="单击此处输入您的智能图形项正文，文字是您思想的提炼，请尽量言简意赅的阐述观点。单击此处输入智能图形项正文具体内容，文字是您思想的提炼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303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304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custom20231930_1"/>
  <p:tag name="KSO_WM_SLIDE_INDEX" val="1"/>
  <p:tag name="KSO_WM_SLIDE_ITEM_CNT" val="2"/>
  <p:tag name="KSO_WM_SLIDE_LAYOUT" val="a_d_l"/>
  <p:tag name="KSO_WM_SLIDE_LAYOUT_CNT" val="1_1_1"/>
  <p:tag name="KSO_WM_SLIDE_POSITION" val="54.8*410.65"/>
  <p:tag name="KSO_WM_SLIDE_SIZE" val="746*95.95"/>
  <p:tag name="KSO_WM_SLIDE_SUBTYPE" val="picTxt"/>
  <p:tag name="KSO_WM_SLIDE_TYPE" val="text"/>
  <p:tag name="KSO_WM_SPECIAL_SOURCE" val="bdnull"/>
  <p:tag name="KSO_WM_TAG_VERSION" val="3.0"/>
  <p:tag name="KSO_WM_TEMPLATE_CATEGORY" val="custom"/>
  <p:tag name="KSO_WM_TEMPLATE_COLOR_TYPE" val="0"/>
  <p:tag name="KSO_WM_TEMPLATE_INDEX" val="20231930"/>
  <p:tag name="KSO_WM_TEMPLATE_MASTER_TYPE" val="0"/>
  <p:tag name="KSO_WM_TEMPLATE_SUBCATEGORY" val="0"/>
</p:tagLst>
</file>

<file path=ppt/tags/tag30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41N468683798*gallery_gallery_ai_v2.0.9_ONLINE*1746951686846_1.59_e63eba11d369-slide-24"/>
</p:tagLst>
</file>

<file path=ppt/tags/tag306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EXT_TYPE" val="1"/>
  <p:tag name="KSO_WM_UNIT_TYPE" val="a"/>
  <p:tag name="KSO_WM_UNIT_VALUE" val="14"/>
</p:tagLst>
</file>

<file path=ppt/tags/tag307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3256"/>
  <p:tag name="KSO_WM_UNIT_COMPATIBLE" val="0"/>
  <p:tag name="KSO_WM_UNIT_DIAGRAM_ISNUMVISUAL" val="0"/>
  <p:tag name="KSO_WM_UNIT_DIAGRAM_ISREFERUNIT" val="0"/>
  <p:tag name="KSO_WM_UNIT_HIGHLIGHT" val="0"/>
  <p:tag name="KSO_WM_UNIT_ID" val="custom2023325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内容"/>
  <p:tag name="KSO_WM_UNIT_TEXT_TYPE" val="1"/>
  <p:tag name="KSO_WM_UNIT_TYPE" val="a"/>
  <p:tag name="KSO_WM_UNIT_VALUE" val="24"/>
</p:tagLst>
</file>

<file path=ppt/tags/tag30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09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335_1*l_h_i*1_1_1"/>
  <p:tag name="KSO_WM_UNIT_INDEX" val="1_1_1"/>
  <p:tag name="KSO_WM_UNIT_LAYERLEVEL" val="1_1_1"/>
  <p:tag name="KSO_WM_UNIT_TYPE" val="l_h_i"/>
</p:tagLst>
</file>

<file path=ppt/tags/tag310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315_1*l_h_i*1_1_1"/>
  <p:tag name="KSO_WM_UNIT_INDEX" val="1_1_1"/>
  <p:tag name="KSO_WM_UNIT_LAYERLEVEL" val="1_1_1"/>
  <p:tag name="KSO_WM_UNIT_SUBTYPE" val="d"/>
  <p:tag name="KSO_WM_UNIT_TEXT_FILL_FORE_SCHEMECOLOR_INDEX" val="1"/>
  <p:tag name="KSO_WM_UNIT_TEXT_FILL_TYPE" val="1"/>
  <p:tag name="KSO_WM_UNIT_TYPE" val="l_h_i"/>
</p:tagLst>
</file>

<file path=ppt/tags/tag31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315_1*l_h_i*1_3_1"/>
  <p:tag name="KSO_WM_UNIT_INDEX" val="1_3_1"/>
  <p:tag name="KSO_WM_UNIT_LAYERLEVEL" val="1_1_1"/>
  <p:tag name="KSO_WM_UNIT_SUBTYPE" val="d"/>
  <p:tag name="KSO_WM_UNIT_TEXT_FILL_FORE_SCHEMECOLOR_INDEX" val="1"/>
  <p:tag name="KSO_WM_UNIT_TEXT_FILL_TYPE" val="1"/>
  <p:tag name="KSO_WM_UNIT_TYPE" val="l_h_i"/>
</p:tagLst>
</file>

<file path=ppt/tags/tag312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1"/>
  <p:tag name="KSO_WM_DIAGRAM_VERSION" val="3"/>
  <p:tag name="KSO_WM_DIAGRAM_VIRTUALLY_FRAME" val="{&quot;height&quot;:241.4499969482422,&quot;width&quot;:408.04998779296875}"/>
  <p:tag name="KSO_WM_TAG_VERSION" val="3.0"/>
  <p:tag name="KSO_WM_TEMPLATE_CATEGORY" val="diagram"/>
  <p:tag name="KSO_WM_TEMPLATE_INDEX" val="20233255"/>
  <p:tag name="KSO_WM_UNIT_COMPATIBLE" val="0"/>
  <p:tag name="KSO_WM_UNIT_DIAGRAM_ISNUMVISUAL" val="0"/>
  <p:tag name="KSO_WM_UNIT_DIAGRAM_ISREFERUNIT" val="0"/>
  <p:tag name="KSO_WM_UNIT_HIGHLIGHT" val="0"/>
  <p:tag name="KSO_WM_UNIT_ID" val="diagram20233255_3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TYPE" val="1"/>
  <p:tag name="KSO_WM_UNIT_TEXT_TYPE" val="1"/>
  <p:tag name="KSO_WM_UNIT_TYPE" val="l_h_a"/>
  <p:tag name="KSO_WM_UNIT_VALUE" val="21"/>
</p:tagLst>
</file>

<file path=ppt/tags/tag313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TYPE" val="a"/>
  <p:tag name="KSO_WM_UNIT_VALUE" val="3"/>
</p:tagLst>
</file>

<file path=ppt/tags/tag314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3"/>
  <p:tag name="KSO_WM_UNIT_INDEX" val="3"/>
  <p:tag name="KSO_WM_UNIT_LAYERLEVEL" val="1"/>
  <p:tag name="KSO_WM_UNIT_TYPE" val="i"/>
</p:tagLst>
</file>

<file path=ppt/tags/tag315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0968_2*l_h_d*1_2_1"/>
  <p:tag name="KSO_WM_UNIT_INDEX" val="1_2_1"/>
  <p:tag name="KSO_WM_UNIT_LAYERLEVEL" val="1_1_1"/>
  <p:tag name="KSO_WM_UNIT_LINE_FORE_SCHEMECOLOR_INDEX" val="13"/>
  <p:tag name="KSO_WM_UNIT_PICTURE_SUBTYPE" val="b"/>
  <p:tag name="KSO_WM_UNIT_TYPE" val="l_h_d"/>
  <p:tag name="KSO_WM_UNIT_VALUE" val="529*932"/>
  <p:tag name="MH_PIC_SOURCE_TYPE" val="generate_slide_ai*VCG41N1455386183*gallery_gallery_ai_v2.0.9_ONLINE*1746951686846_1.59_e63eba11d369-slide-6"/>
</p:tagLst>
</file>

<file path=ppt/tags/tag316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1930"/>
  <p:tag name="KSO_WM_UNIT_COMPATIBLE" val="0"/>
  <p:tag name="KSO_WM_UNIT_DIAGRAM_ISNUMVISUAL" val="0"/>
  <p:tag name="KSO_WM_UNIT_DIAGRAM_ISREFERUNIT" val="0"/>
  <p:tag name="KSO_WM_UNIT_HIGHLIGHT" val="0"/>
  <p:tag name="KSO_WM_UNIT_ID" val="custom20231930_1*i*1"/>
  <p:tag name="KSO_WM_UNIT_INDEX" val="1"/>
  <p:tag name="KSO_WM_UNIT_LAYERLEVEL" val="1"/>
  <p:tag name="KSO_WM_UNIT_TYPE" val="i"/>
</p:tagLst>
</file>

<file path=ppt/tags/tag31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2"/>
  <p:tag name="KSO_WM_UNIT_INDEX" val="2"/>
  <p:tag name="KSO_WM_UNIT_LAYERLEVEL" val="1"/>
  <p:tag name="KSO_WM_UNIT_NOCLEAR" val="0"/>
  <p:tag name="KSO_WM_UNIT_PRESET_TEXT" val="单击此处编辑母版文本样式二级三级四级五级"/>
  <p:tag name="KSO_WM_UNIT_SUBTYPE" val="a"/>
  <p:tag name="KSO_WM_UNIT_TYPE" val="f"/>
  <p:tag name="KSO_WM_UNIT_VALUE" val="160"/>
</p:tagLst>
</file>

<file path=ppt/tags/tag31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2454_2*l_i*1_1"/>
  <p:tag name="KSO_WM_UNIT_INDEX" val="1_1"/>
  <p:tag name="KSO_WM_UNIT_LAYERLEVEL" val="1_1"/>
  <p:tag name="KSO_WM_UNIT_TYPE" val="l_i"/>
</p:tagLst>
</file>

<file path=ppt/tags/tag31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8.29998779296875,&quot;width&quot;:851.1322631835938}"/>
  <p:tag name="KSO_WM_TAG_VERSION" val="3.0"/>
  <p:tag name="KSO_WM_TEMPLATE_CATEGORY" val="diagram"/>
  <p:tag name="KSO_WM_TEMPLATE_INDEX" val="20231784"/>
  <p:tag name="KSO_WM_UNIT_COMPATIBLE" val="0"/>
  <p:tag name="KSO_WM_UNIT_DIAGRAM_ISNUMVISUAL" val="0"/>
  <p:tag name="KSO_WM_UNIT_DIAGRAM_ISREFERUNIT" val="0"/>
  <p:tag name="KSO_WM_UNIT_HIGHLIGHT" val="0"/>
  <p:tag name="KSO_WM_UNIT_ID" val="diagram20231784_1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32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i*1_2_1"/>
  <p:tag name="KSO_WM_UNIT_INDEX" val="1_2_1"/>
  <p:tag name="KSO_WM_UNIT_LAYERLEVEL" val="1_1_1"/>
  <p:tag name="KSO_WM_UNIT_TYPE" val="m_h_i"/>
</p:tagLst>
</file>

<file path=ppt/tags/tag321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f*1_2_1"/>
  <p:tag name="KSO_WM_UNIT_INDEX" val="1_2_1"/>
  <p:tag name="KSO_WM_UNIT_LAYERLEVEL" val="1_1_1"/>
  <p:tag name="KSO_WM_UNIT_NOCLEAR" val="0"/>
  <p:tag name="KSO_WM_UNIT_PRESET_TEXT" val="单击此处添加文本具体内容，简明扼要地阐述您的观点。根据需要可酌情增减文字，以便观者准确地理解您传达的思想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32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1_1"/>
  <p:tag name="KSO_WM_UNIT_INDEX" val="1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32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71.7520446777344,&quot;width&quot;:743.9749755859375}"/>
  <p:tag name="KSO_WM_TAG_VERSION" val="3.0"/>
  <p:tag name="KSO_WM_TEMPLATE_CATEGORY" val="diagram"/>
  <p:tag name="KSO_WM_TEMPLATE_INDEX" val="20233231"/>
  <p:tag name="KSO_WM_UNIT_COMPATIBLE" val="0"/>
  <p:tag name="KSO_WM_UNIT_DIAGRAM_ISNUMVISUAL" val="0"/>
  <p:tag name="KSO_WM_UNIT_DIAGRAM_ISREFERUNIT" val="0"/>
  <p:tag name="KSO_WM_UNIT_HIGHLIGHT" val="0"/>
  <p:tag name="KSO_WM_UNIT_ID" val="diagram20233231_1*l_h_f*1_2_1"/>
  <p:tag name="KSO_WM_UNIT_INDEX" val="1_2_1"/>
  <p:tag name="KSO_WM_UNIT_LAYERLEVEL" val="1_1_1"/>
  <p:tag name="KSO_WM_UNIT_NOCLEAR" val="0"/>
  <p:tag name="KSO_WM_UNIT_PRESET_TEXT" val="请单击此处添加正文具体内容，文字是您思想的提炼，请言简意赅的阐述观点。单击此处添加正文，文字是您思想的提炼。单击此处添加正文，文字是您思想的提炼。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80"/>
</p:tagLst>
</file>

<file path=ppt/tags/tag32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a*1_1_1"/>
  <p:tag name="KSO_WM_UNIT_INDEX" val="1_1_1"/>
  <p:tag name="KSO_WM_UNIT_ISCONTENTSTITLE" val="0"/>
  <p:tag name="KSO_WM_UNIT_ISNUMDGMTITLE" val="0"/>
  <p:tag name="KSO_WM_UNIT_LAYERLEVEL" val="1_1_1"/>
  <p:tag name="KSO_WM_UNIT_LINE_FORE_SCHEMECOLOR_INDEX" val="-2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32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26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custom20233256_1"/>
  <p:tag name="KSO_WM_SLIDE_INDEX" val="1"/>
  <p:tag name="KSO_WM_SLIDE_ITEM_CNT" val="4"/>
  <p:tag name="KSO_WM_SLIDE_LAYOUT" val="a_d_l"/>
  <p:tag name="KSO_WM_SLIDE_LAYOUT_CNT" val="1_1_1"/>
  <p:tag name="KSO_WM_SLIDE_POSITION" val="87.8997*272.733"/>
  <p:tag name="KSO_WM_SLIDE_SIZE" val="408.05*186.55"/>
  <p:tag name="KSO_WM_SLIDE_SUBTYPE" val="picTxt"/>
  <p:tag name="KSO_WM_SLIDE_TYPE" val="text"/>
  <p:tag name="KSO_WM_TAG_VERSION" val="3.0"/>
  <p:tag name="KSO_WM_TEMPLATE_CATEGORY" val="custom"/>
  <p:tag name="KSO_WM_TEMPLATE_COLOR_TYPE" val="0"/>
  <p:tag name="KSO_WM_TEMPLATE_INDEX" val="20233256"/>
  <p:tag name="KSO_WM_TEMPLATE_MASTER_TYPE" val="0"/>
  <p:tag name="KSO_WM_TEMPLATE_SUBCATEGORY" val="0"/>
</p:tagLst>
</file>

<file path=ppt/tags/tag327.xml><?xml version="1.0" encoding="utf-8"?>
<p:tagLst xmlns:p="http://schemas.openxmlformats.org/presentationml/2006/main">
  <p:tag name="KSO_WM_BEAUTIFY_FLAG" val="#wm#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solidLine&quot;:{&quot;brightness&quot;:-0.25,&quot;colorType&quot;:1,&quot;foreColorIndex&quot;:5,&quot;transparency&quot;:0.800000011920929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FILL_TYPE" val="3"/>
  <p:tag name="KSO_WM_UNIT_HIGHLIGHT" val="0"/>
  <p:tag name="KSO_WM_UNIT_ID" val="diagram20232468_1*l_h_i*1_2_2"/>
  <p:tag name="KSO_WM_UNIT_INDEX" val="1_2_2"/>
  <p:tag name="KSO_WM_UNIT_LAYERLEVEL" val="1_1_1"/>
  <p:tag name="KSO_WM_UNIT_LINE_FORE_SCHEMECOLOR_INDEX" val="5"/>
  <p:tag name="KSO_WM_UNIT_TYPE" val="l_h_i"/>
</p:tagLst>
</file>

<file path=ppt/tags/tag32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973_3*l_h_i*1_1_1"/>
  <p:tag name="KSO_WM_UNIT_INDEX" val="1_1_1"/>
  <p:tag name="KSO_WM_UNIT_LAYERLEVEL" val="1_1_1"/>
  <p:tag name="KSO_WM_UNIT_PRESET_TEXT" val="01"/>
  <p:tag name="KSO_WM_UNIT_SUBTYPE" val="d"/>
  <p:tag name="KSO_WM_UNIT_TEXT_FILL_TYPE" val="1"/>
  <p:tag name="KSO_WM_UNIT_TYPE" val="l_h_i"/>
</p:tagLst>
</file>

<file path=ppt/tags/tag32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l_h_a"/>
  <p:tag name="KSO_WM_UNIT_VALUE" val="10"/>
</p:tagLst>
</file>

<file path=ppt/tags/tag33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f*1_3_1"/>
  <p:tag name="KSO_WM_UNIT_INDEX" val="1_3_1"/>
  <p:tag name="KSO_WM_UNIT_LAYERLEVEL" val="1_1_1"/>
  <p:tag name="KSO_WM_UNIT_LINE_FORE_SCHEMECOLOR_INDEX" val="-2"/>
  <p:tag name="KSO_WM_UNIT_NOCLEAR" val="0"/>
  <p:tag name="KSO_WM_UNIT_PRESET_TEXT" val="单击输入您的项正文，文字是思想的提炼，请尽量言简意赅的阐述观点。单击输入您的项正文，文字是思想的提炼，单击此处输入您的智能图形项正文，文字是您思想的提炼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33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2_1"/>
  <p:tag name="KSO_WM_UNIT_INDEX" val="2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33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3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400000214576721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i*1_1"/>
  <p:tag name="KSO_WM_UNIT_INDEX" val="1_1"/>
  <p:tag name="KSO_WM_UNIT_LAYERLEVEL" val="1_1"/>
  <p:tag name="KSO_WM_UNIT_TYPE" val="m_i"/>
</p:tagLst>
</file>

<file path=ppt/tags/tag33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HIGHLIGHT" val="0"/>
  <p:tag name="KSO_WM_UNIT_ID" val="diagram20230968_2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FILL_FORE_SCHEMECOLOR_INDEX" val="1"/>
  <p:tag name="KSO_WM_UNIT_TEXT_FILL_FORE_SCHEMECOLOR_INDEX_BRIGHTNESS" val="0"/>
  <p:tag name="KSO_WM_UNIT_TEXT_FILL_TYPE" val="1"/>
  <p:tag name="KSO_WM_UNIT_TEXT_TYPE" val="1"/>
  <p:tag name="KSO_WM_UNIT_TYPE" val="l_h_a"/>
  <p:tag name="KSO_WM_UNIT_VALUE" val="10"/>
</p:tagLst>
</file>

<file path=ppt/tags/tag335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3233_1"/>
  <p:tag name="KSO_WM_SLIDE_INDEX" val="1"/>
  <p:tag name="KSO_WM_SLIDE_ITEM_CNT" val="2"/>
  <p:tag name="KSO_WM_SLIDE_LAYOUT" val="a_l"/>
  <p:tag name="KSO_WM_SLIDE_LAYOUT_CNT" val="1_1"/>
  <p:tag name="KSO_WM_SLIDE_POSITION" val="54.7501*124.973"/>
  <p:tag name="KSO_WM_SLIDE_SIZE" val="850.394*348.539"/>
  <p:tag name="KSO_WM_SLIDE_SUBTYPE" val="diag"/>
  <p:tag name="KSO_WM_SLIDE_TYPE" val="text"/>
  <p:tag name="KSO_WM_TAG_VERSION" val="3.0"/>
  <p:tag name="KSO_WM_TEMPLATE_CATEGORY" val="diagram"/>
  <p:tag name="KSO_WM_TEMPLATE_COLOR_TYPE" val="0"/>
  <p:tag name="KSO_WM_TEMPLATE_INDEX" val="20233233"/>
  <p:tag name="KSO_WM_TEMPLATE_MASTER_TYPE" val="0"/>
  <p:tag name="KSO_WM_TEMPLATE_SUBCATEGORY" val="0"/>
</p:tagLst>
</file>

<file path=ppt/tags/tag336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973_3*l_h_i*1_2_1"/>
  <p:tag name="KSO_WM_UNIT_INDEX" val="1_2_1"/>
  <p:tag name="KSO_WM_UNIT_LAYERLEVEL" val="1_1_1"/>
  <p:tag name="KSO_WM_UNIT_PRESET_TEXT" val="02"/>
  <p:tag name="KSO_WM_UNIT_SUBTYPE" val="d"/>
  <p:tag name="KSO_WM_UNIT_TEXT_FILL_TYPE" val="1"/>
  <p:tag name="KSO_WM_UNIT_TYPE" val="l_h_i"/>
</p:tagLst>
</file>

<file path=ppt/tags/tag33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338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6.2639465332031,&quot;width&quot;:850.4000244140625}"/>
  <p:tag name="KSO_WM_TAG_VERSION" val="3.0"/>
  <p:tag name="KSO_WM_TEMPLATE_CATEGORY" val="diagram"/>
  <p:tag name="KSO_WM_TEMPLATE_INDEX" val="2023096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0968_2*l_h_d*1_1_1"/>
  <p:tag name="KSO_WM_UNIT_INDEX" val="1_1_1"/>
  <p:tag name="KSO_WM_UNIT_LAYERLEVEL" val="1_1_1"/>
  <p:tag name="KSO_WM_UNIT_LINE_FORE_SCHEMECOLOR_INDEX" val="13"/>
  <p:tag name="KSO_WM_UNIT_PICTURE_SUBTYPE" val="b"/>
  <p:tag name="KSO_WM_UNIT_TYPE" val="l_h_d"/>
  <p:tag name="KSO_WM_UNIT_VALUE" val="529*932"/>
  <p:tag name="MH_PIC_SOURCE_TYPE" val="generate_slide_ai*VCG41N1471595408*gallery_gallery_ai_v2.0.9_ONLINE*1746951686846_1.59_e63eba11d369-slide-6"/>
</p:tagLst>
</file>

<file path=ppt/tags/tag33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4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341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1930"/>
  <p:tag name="KSO_WM_UNIT_COMPATIBLE" val="0"/>
  <p:tag name="KSO_WM_UNIT_DIAGRAM_ISNUMVISUAL" val="0"/>
  <p:tag name="KSO_WM_UNIT_DIAGRAM_ISREFERUNIT" val="0"/>
  <p:tag name="KSO_WM_UNIT_HIGHLIGHT" val="0"/>
  <p:tag name="KSO_WM_UNIT_ID" val="custom20231930_1*d*1"/>
  <p:tag name="KSO_WM_UNIT_INDEX" val="1"/>
  <p:tag name="KSO_WM_UNIT_LAYERLEVEL" val="1"/>
  <p:tag name="KSO_WM_UNIT_PICTURE_SUBTYPE" val="b"/>
  <p:tag name="KSO_WM_UNIT_TYPE" val="d"/>
  <p:tag name="KSO_WM_UNIT_VALUE" val="831*2998"/>
  <p:tag name="MH_PIC_SOURCE_TYPE" val="generate_slide_ai*VCG41N665791196*gallery_gallery_ai_v2.0.9_ONLINE*1746951686846_1.59_e63eba11d369-slide-5"/>
</p:tagLst>
</file>

<file path=ppt/tags/tag34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3"/>
  <p:tag name="KSO_WM_UNIT_INDEX" val="3"/>
  <p:tag name="KSO_WM_UNIT_LAYERLEVEL" val="1"/>
  <p:tag name="KSO_WM_UNIT_TYPE" val="i"/>
</p:tagLst>
</file>

<file path=ppt/tags/tag343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HIGHLIGHT" val="0"/>
  <p:tag name="KSO_WM_UNIT_ID" val="diagram20231973_3*l_h_i*1_4_2"/>
  <p:tag name="KSO_WM_UNIT_INDEX" val="1_4_2"/>
  <p:tag name="KSO_WM_UNIT_LAYERLEVEL" val="1_1_1"/>
  <p:tag name="KSO_WM_UNIT_LINE_FORE_SCHEMECOLOR_INDEX" val="5"/>
  <p:tag name="KSO_WM_UNIT_TYPE" val="l_h_i"/>
</p:tagLst>
</file>

<file path=ppt/tags/tag344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1459_1*m_h_i*1_2_2"/>
  <p:tag name="KSO_WM_UNIT_INDEX" val="1_2_2"/>
  <p:tag name="KSO_WM_UNIT_LAYERLEVEL" val="1_1_1"/>
  <p:tag name="KSO_WM_UNIT_LINE_FORE_SCHEMECOLOR_INDEX" val="5"/>
  <p:tag name="KSO_WM_UNIT_TYPE" val="m_h_i"/>
</p:tagLst>
</file>

<file path=ppt/tags/tag34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d*1_3_1"/>
  <p:tag name="KSO_WM_UNIT_INDEX" val="1_3_1"/>
  <p:tag name="KSO_WM_UNIT_LAYERLEVEL" val="1_1_1"/>
  <p:tag name="KSO_WM_UNIT_LINE_FORE_SCHEMECOLOR_INDEX" val="13"/>
  <p:tag name="KSO_WM_UNIT_PICTURE_SUBTYPE" val="b"/>
  <p:tag name="KSO_WM_UNIT_TYPE" val="l_h_d"/>
  <p:tag name="KSO_WM_UNIT_VALUE" val="450*450"/>
  <p:tag name="MH_PIC_SOURCE_TYPE" val="generate_slide_ai*VCG211380099026*gallery_gallery_ai_v2.0.9_ONLINE*1746951686846_1.59_e63eba11d369-slide-19"/>
</p:tagLst>
</file>

<file path=ppt/tags/tag346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章节副标题"/>
  <p:tag name="KSO_WM_UNIT_TEXT_TYPE" val="1"/>
  <p:tag name="KSO_WM_UNIT_TYPE" val="b"/>
  <p:tag name="KSO_WM_UNIT_VALUE" val="35"/>
</p:tagLst>
</file>

<file path=ppt/tags/tag34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3_1"/>
  <p:tag name="KSO_WM_UNIT_INDEX" val="1_3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34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34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350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351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3"/>
  <p:tag name="KSO_WM_UNIT_INDEX" val="3"/>
  <p:tag name="KSO_WM_UNIT_LAYERLEVEL" val="1"/>
  <p:tag name="KSO_WM_UNIT_TYPE" val="i"/>
</p:tagLst>
</file>

<file path=ppt/tags/tag352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diagram20231973_1"/>
  <p:tag name="KSO_WM_SLIDE_INDEX" val="1"/>
  <p:tag name="KSO_WM_SLIDE_ITEM_CNT" val="2"/>
  <p:tag name="KSO_WM_SLIDE_LAYOUT" val="a_l"/>
  <p:tag name="KSO_WM_SLIDE_LAYOUT_CNT" val="1_1"/>
  <p:tag name="KSO_WM_SLIDE_POSITION" val="54.85*131.9"/>
  <p:tag name="KSO_WM_SLIDE_SIZE" val="850.35*326.55"/>
  <p:tag name="KSO_WM_SLIDE_SUBTYPE" val="diag"/>
  <p:tag name="KSO_WM_SLIDE_TYPE" val="text"/>
  <p:tag name="KSO_WM_SPECIAL_SOURCE" val="bdnull"/>
  <p:tag name="KSO_WM_TAG_VERSION" val="3.0"/>
  <p:tag name="KSO_WM_TEMPLATE_CATEGORY" val="diagram"/>
  <p:tag name="KSO_WM_TEMPLATE_COLOR_TYPE" val="0"/>
  <p:tag name="KSO_WM_TEMPLATE_INDEX" val="20231973"/>
  <p:tag name="KSO_WM_TEMPLATE_MASTER_TYPE" val="0"/>
  <p:tag name="KSO_WM_TEMPLATE_SUBCATEGORY" val="0"/>
</p:tagLst>
</file>

<file path=ppt/tags/tag353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  <p:tag name="KSO_WM_TEMPLATE_THUMBS_INDEX" val="1、9"/>
</p:tagLst>
</file>

<file path=ppt/tags/tag35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3"/>
  <p:tag name="KSO_WM_DIAGRAM_MIN_ITEMCNT" val="1"/>
  <p:tag name="KSO_WM_DIAGRAM_VERSION" val="3"/>
  <p:tag name="KSO_WM_DIAGRAM_VIRTUALLY_FRAME" val="{&quot;height&quot;:132.14999389648438,&quot;width&quot;:746}"/>
  <p:tag name="KSO_WM_TAG_VERSION" val="3.0"/>
  <p:tag name="KSO_WM_TEMPLATE_CATEGORY" val="diagram"/>
  <p:tag name="KSO_WM_TEMPLATE_INDEX" val="20232476"/>
  <p:tag name="KSO_WM_UNIT_COMPATIBLE" val="0"/>
  <p:tag name="KSO_WM_UNIT_DIAGRAM_ISNUMVISUAL" val="0"/>
  <p:tag name="KSO_WM_UNIT_DIAGRAM_ISREFERUNIT" val="0"/>
  <p:tag name="KSO_WM_UNIT_HIGHLIGHT" val="0"/>
  <p:tag name="KSO_WM_UNIT_ID" val="diagram20232476_3*l_h_f*1_1_1"/>
  <p:tag name="KSO_WM_UNIT_INDEX" val="1_1_1"/>
  <p:tag name="KSO_WM_UNIT_LAYERLEVEL" val="1_1_1"/>
  <p:tag name="KSO_WM_UNIT_NOCLEAR" val="0"/>
  <p:tag name="KSO_WM_UNIT_PRESET_TEXT" val="单击此处输入你的项正文，请尽量言简意赅的阐述观点，单击此处输入你的项正文。"/>
  <p:tag name="KSO_WM_UNIT_SUBTYPE" val="a"/>
  <p:tag name="KSO_WM_UNIT_TEXT_FILL_TYPE" val="1"/>
  <p:tag name="KSO_WM_UNIT_TEXT_LAYER_COUNT" val="1"/>
  <p:tag name="KSO_WM_UNIT_TEXT_TYPE" val="1"/>
  <p:tag name="KSO_WM_UNIT_TYPE" val="l_h_f"/>
  <p:tag name="KSO_WM_UNIT_VALUE" val="138"/>
</p:tagLst>
</file>

<file path=ppt/tags/tag35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f*1_3_1"/>
  <p:tag name="KSO_WM_UNIT_INDEX" val="1_3_1"/>
  <p:tag name="KSO_WM_UNIT_LAYERLEVEL" val="1_1_1"/>
  <p:tag name="KSO_WM_UNIT_NOCLEAR" val="0"/>
  <p:tag name="KSO_WM_UNIT_PRESET_TEXT" val="单击此处添加内容，简明扼要地阐述观点。根据需要酌情增减文字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  <p:tag name="KSO_WM_UNIT_VALUE" val="32"/>
</p:tagLst>
</file>

<file path=ppt/tags/tag356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INDEX" val="20231587"/>
  <p:tag name="KSO_WM_UNIT_COMPATIBLE" val="1"/>
  <p:tag name="KSO_WM_UNIT_DIAGRAM_ISNUMVISUAL" val="0"/>
  <p:tag name="KSO_WM_UNIT_DIAGRAM_ISREFERUNIT" val="0"/>
  <p:tag name="KSO_WM_UNIT_HIGHLIGHT" val="0"/>
  <p:tag name="KSO_WM_UNIT_ID" val="custom20231587_7*e*1"/>
  <p:tag name="KSO_WM_UNIT_INDEX" val="1"/>
  <p:tag name="KSO_WM_UNIT_LAYERLEVEL" val="1"/>
  <p:tag name="KSO_WM_UNIT_NOCLEAR" val="0"/>
  <p:tag name="KSO_WM_UNIT_TYPE" val="e"/>
  <p:tag name="KSO_WM_UNIT_VALUE" val="13"/>
</p:tagLst>
</file>

<file path=ppt/tags/tag357.xml><?xml version="1.0" encoding="utf-8"?>
<p:tagLst xmlns:p="http://schemas.openxmlformats.org/presentationml/2006/main">
  <p:tag name="KSO_WM_BEAUTIFY_FLAG" val="#wm#"/>
  <p:tag name="KSO_WM_TAG_VERSION" val="3.0"/>
  <p:tag name="KSO_WM_TEMPLATE_CATEGORY" val="custom"/>
  <p:tag name="KSO_WM_TEMPLATE_COLOR_TYPE" val="0"/>
  <p:tag name="KSO_WM_TEMPLATE_INDEX" val="20231587"/>
  <p:tag name="KSO_WM_TEMPLATE_MASTER_TYPE" val="0"/>
  <p:tag name="KSO_WM_TEMPLATE_SUBCATEGORY" val="29"/>
  <p:tag name="KSO_WM_TEMPLATE_THUMBS_INDEX" val="1、9"/>
</p:tagLst>
</file>

<file path=ppt/tags/tag358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副标题"/>
  <p:tag name="KSO_WM_UNIT_TYPE" val="b"/>
  <p:tag name="KSO_WM_UNIT_VALUE" val="75"/>
</p:tagLst>
</file>

<file path=ppt/tags/tag359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i*2"/>
  <p:tag name="KSO_WM_UNIT_INDEX" val="2"/>
  <p:tag name="KSO_WM_UNIT_LAYERLEVEL" val="1"/>
  <p:tag name="KSO_WM_UNIT_TYPE" val="i"/>
</p:tagLst>
</file>

<file path=ppt/tags/tag360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61.xml><?xml version="1.0" encoding="utf-8"?>
<p:tagLst xmlns:p="http://schemas.openxmlformats.org/presentationml/2006/main">
  <p:tag name="KSO_WM_BEAUTIFY_FLAG" val="#wm#"/>
  <p:tag name="KSO_WM_DIAGRAM_GROUP_CODE" val="m1-1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29"/>
</p:tagLst>
</file>

<file path=ppt/tags/tag36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147_2*l_h_d*1_3_1"/>
  <p:tag name="KSO_WM_UNIT_INDEX" val="1_3_1"/>
  <p:tag name="KSO_WM_UNIT_LAYERLEVEL" val="1_1_1"/>
  <p:tag name="KSO_WM_UNIT_LINE_FORE_SCHEMECOLOR_INDEX" val="13"/>
  <p:tag name="KSO_WM_UNIT_PICTURE_SUBTYPE" val="b"/>
  <p:tag name="KSO_WM_UNIT_TYPE" val="l_h_d"/>
  <p:tag name="KSO_WM_UNIT_VALUE" val="735*689"/>
  <p:tag name="MH_PIC_SOURCE_TYPE" val="generate_slide_ai*VCG41N1294409495*gallery_gallery_ai_v2.0.9_ONLINE*1746951686846_1.59_e63eba11d369-slide-24"/>
</p:tagLst>
</file>

<file path=ppt/tags/tag363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3256"/>
  <p:tag name="KSO_WM_UNIT_COMPATIBLE" val="0"/>
  <p:tag name="KSO_WM_UNIT_DIAGRAM_ISNUMVISUAL" val="0"/>
  <p:tag name="KSO_WM_UNIT_DIAGRAM_ISREFERUNIT" val="0"/>
  <p:tag name="KSO_WM_UNIT_HIGHLIGHT" val="0"/>
  <p:tag name="KSO_WM_UNIT_ID" val="custom20233256_1*i*1"/>
  <p:tag name="KSO_WM_UNIT_INDEX" val="1"/>
  <p:tag name="KSO_WM_UNIT_LAYERLEVEL" val="1"/>
  <p:tag name="KSO_WM_UNIT_TYPE" val="i"/>
</p:tagLst>
</file>

<file path=ppt/tags/tag364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3256"/>
  <p:tag name="KSO_WM_UNIT_COMPATIBLE" val="0"/>
  <p:tag name="KSO_WM_UNIT_DIAGRAM_ISNUMVISUAL" val="0"/>
  <p:tag name="KSO_WM_UNIT_DIAGRAM_ISREFERUNIT" val="0"/>
  <p:tag name="KSO_WM_UNIT_HIGHLIGHT" val="0"/>
  <p:tag name="KSO_WM_UNIT_ID" val="custom20233256_1*d*1"/>
  <p:tag name="KSO_WM_UNIT_INDEX" val="1"/>
  <p:tag name="KSO_WM_UNIT_LAYERLEVEL" val="1"/>
  <p:tag name="KSO_WM_UNIT_PICTURE_SUBTYPE" val="b"/>
  <p:tag name="KSO_WM_UNIT_TYPE" val="d"/>
  <p:tag name="KSO_WM_UNIT_VALUE" val="1226*964"/>
  <p:tag name="MH_PIC_SOURCE_TYPE" val="generate_slide_ai*VCG41N858172100*gallery_gallery_ai_v2.0.9_ONLINE*1746951686846_1.59_e63eba11d369-slide-13"/>
</p:tagLst>
</file>

<file path=ppt/tags/tag365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66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5"/>
  <p:tag name="KSO_WM_UNIT_INDEX" val="5"/>
  <p:tag name="KSO_WM_UNIT_LAYERLEVEL" val="1"/>
  <p:tag name="KSO_WM_UNIT_TYPE" val="i"/>
</p:tagLst>
</file>

<file path=ppt/tags/tag367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2"/>
  <p:tag name="KSO_WM_DIAGRAM_MIN_ITEMCNT" val="2"/>
  <p:tag name="KSO_WM_DIAGRAM_VERSION" val="3"/>
  <p:tag name="KSO_WM_DIAGRAM_VIRTUALLY_FRAME" val="{&quot;height&quot;:348.5389099121094,&quot;width&quot;:850.3936767578125}"/>
  <p:tag name="KSO_WM_TAG_VERSION" val="3.0"/>
  <p:tag name="KSO_WM_TEMPLATE_CATEGORY" val="diagram"/>
  <p:tag name="KSO_WM_TEMPLATE_INDEX" val="20233233"/>
  <p:tag name="KSO_WM_UNIT_COMPATIBLE" val="0"/>
  <p:tag name="KSO_WM_UNIT_DIAGRAM_ISNUMVISUAL" val="0"/>
  <p:tag name="KSO_WM_UNIT_DIAGRAM_ISREFERUNIT" val="0"/>
  <p:tag name="KSO_WM_UNIT_HIGHLIGHT" val="0"/>
  <p:tag name="KSO_WM_UNIT_ID" val="diagram20233233_1*l_h_f*1_1_1"/>
  <p:tag name="KSO_WM_UNIT_INDEX" val="1_1_1"/>
  <p:tag name="KSO_WM_UNIT_LAYERLEVEL" val="1_1_1"/>
  <p:tag name="KSO_WM_UNIT_NOCLEAR" val="0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SUBTYPE" val="a"/>
  <p:tag name="KSO_WM_UNIT_TEXT_FILL_FORE_SCHEMECOLOR_INDEX" val="1"/>
  <p:tag name="KSO_WM_UNIT_TEXT_FILL_TYPE" val="1"/>
  <p:tag name="KSO_WM_UNIT_TEXT_LAYER_COUNT" val="1"/>
  <p:tag name="KSO_WM_UNIT_TEXT_TYPE" val="1"/>
  <p:tag name="KSO_WM_UNIT_TYPE" val="l_h_f"/>
</p:tagLst>
</file>

<file path=ppt/tags/tag36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01.70001220703125,&quot;width&quot;:851.232666015625}"/>
  <p:tag name="KSO_WM_TAG_VERSION" val="3.0"/>
  <p:tag name="KSO_WM_TEMPLATE_CATEGORY" val="diagram"/>
  <p:tag name="KSO_WM_TEMPLATE_INDEX" val="20232468"/>
  <p:tag name="KSO_WM_UNIT_COMPATIBLE" val="0"/>
  <p:tag name="KSO_WM_UNIT_DIAGRAM_ISNUMVISUAL" val="0"/>
  <p:tag name="KSO_WM_UNIT_DIAGRAM_ISREFERUNIT" val="0"/>
  <p:tag name="KSO_WM_UNIT_HIGHLIGHT" val="0"/>
  <p:tag name="KSO_WM_UNIT_ID" val="diagram20232468_1*l_h_i*1_1_1"/>
  <p:tag name="KSO_WM_UNIT_INDEX" val="1_1_1"/>
  <p:tag name="KSO_WM_UNIT_LAYERLEVEL" val="1_1_1"/>
  <p:tag name="KSO_WM_UNIT_SUBTYPE" val="d"/>
  <p:tag name="KSO_WM_UNIT_TEXT_FILL_FORE_SCHEMECOLOR_INDEX" val="1"/>
  <p:tag name="KSO_WM_UNIT_TEXT_FILL_TYPE" val="1"/>
  <p:tag name="KSO_WM_UNIT_TYPE" val="l_h_i"/>
</p:tagLst>
</file>

<file path=ppt/tags/tag36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65.1412658691406,&quot;width&quot;:812.9407348632812}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2*l_h_f*1_3_1"/>
  <p:tag name="KSO_WM_UNIT_INDEX" val="1_3_1"/>
  <p:tag name="KSO_WM_UNIT_LAYERLEVEL" val="1_1_1"/>
  <p:tag name="KSO_WM_UNIT_NOCLEAR" val="0"/>
  <p:tag name="KSO_WM_UNIT_PRESET_TEXT" val="单击此处输入项正文，文字是您思想的提炼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l_h_f"/>
  <p:tag name="KSO_WM_UNIT_VALUE" val="60"/>
</p:tagLst>
</file>

<file path=ppt/tags/tag37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i*1_3_2"/>
  <p:tag name="KSO_WM_UNIT_INDEX" val="1_3_2"/>
  <p:tag name="KSO_WM_UNIT_LAYERLEVEL" val="1_1_1"/>
  <p:tag name="KSO_WM_UNIT_LINE_FORE_SCHEMECOLOR_INDEX" val="2"/>
  <p:tag name="KSO_WM_UNIT_TYPE" val="l_h_i"/>
</p:tagLst>
</file>

<file path=ppt/tags/tag37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HIGHLIGHT" val="0"/>
  <p:tag name="KSO_WM_UNIT_ID" val="diagram20233265_3*m_h_x*1_2_1"/>
  <p:tag name="KSO_WM_UNIT_INDEX" val="1_2_1"/>
  <p:tag name="KSO_WM_UNIT_LAYERLEVEL" val="1_1_1"/>
  <p:tag name="KSO_WM_UNIT_TYPE" val="m_h_x"/>
  <p:tag name="KSO_WM_UNIT_VALUE" val="83*90"/>
</p:tagLst>
</file>

<file path=ppt/tags/tag372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373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326.54998779296875,&quot;width&quot;:850.3499755859375}"/>
  <p:tag name="KSO_WM_TAG_VERSION" val="3.0"/>
  <p:tag name="KSO_WM_TEMPLATE_CATEGORY" val="diagram"/>
  <p:tag name="KSO_WM_TEMPLATE_INDEX" val="20231973"/>
  <p:tag name="KSO_WM_UNIT_COMPATIBLE" val="0"/>
  <p:tag name="KSO_WM_UNIT_DIAGRAM_ISNUMVISUAL" val="0"/>
  <p:tag name="KSO_WM_UNIT_DIAGRAM_ISREFERUNIT" val="0"/>
  <p:tag name="KSO_WM_UNIT_FILL_FORE_SCHEMECOLOR_INDEX" val="13"/>
  <p:tag name="KSO_WM_UNIT_FILL_FORE_SCHEMECOLOR_INDEX_BRIGHTNESS" val="0.6"/>
  <p:tag name="KSO_WM_UNIT_FILL_TYPE" val="1"/>
  <p:tag name="KSO_WM_UNIT_HIGHLIGHT" val="0"/>
  <p:tag name="KSO_WM_UNIT_ID" val="diagram20231973_3*l_h_i*1_3_3"/>
  <p:tag name="KSO_WM_UNIT_INDEX" val="1_3_3"/>
  <p:tag name="KSO_WM_UNIT_LAYERLEVEL" val="1_1_1"/>
  <p:tag name="KSO_WM_UNIT_TYPE" val="l_h_i"/>
</p:tagLst>
</file>

<file path=ppt/tags/tag374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a*1_5_1"/>
  <p:tag name="KSO_WM_UNIT_INDEX" val="1_5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0"/>
</p:tagLst>
</file>

<file path=ppt/tags/tag375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05.4681091308594,&quot;width&quot;:850.393798828125}"/>
  <p:tag name="KSO_WM_TAG_VERSION" val="3.0"/>
  <p:tag name="KSO_WM_TEMPLATE_CATEGORY" val="diagram"/>
  <p:tag name="KSO_WM_TEMPLATE_INDEX" val="20233315"/>
  <p:tag name="KSO_WM_UNIT_COMPATIBLE" val="0"/>
  <p:tag name="KSO_WM_UNIT_DIAGRAM_ISNUMVISUAL" val="0"/>
  <p:tag name="KSO_WM_UNIT_DIAGRAM_ISREFERUNIT" val="0"/>
  <p:tag name="KSO_WM_UNIT_HIGHLIGHT" val="0"/>
  <p:tag name="KSO_WM_UNIT_ID" val="diagram20233315_1*l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此处添加项标题"/>
  <p:tag name="KSO_WM_UNIT_TEXT_FILL_FORE_SCHEMECOLOR_INDEX" val="1"/>
  <p:tag name="KSO_WM_UNIT_TEXT_FILL_TYPE" val="1"/>
  <p:tag name="KSO_WM_UNIT_TEXT_TYPE" val="1"/>
  <p:tag name="KSO_WM_UNIT_TYPE" val="l_h_a"/>
  <p:tag name="KSO_WM_UNIT_VALUE" val="12"/>
</p:tagLst>
</file>

<file path=ppt/tags/tag376.xml><?xml version="1.0" encoding="utf-8"?>
<p:tagLst xmlns:p="http://schemas.openxmlformats.org/presentationml/2006/main">
  <p:tag name="AS_NET" val="6.0.36"/>
  <p:tag name="AS_OS" val="Microsoft Windows NT 10.0.17763.0"/>
  <p:tag name="AS_RELEASE_DATE" val="2013.12.17"/>
  <p:tag name="AS_TITLE" val="Spire.Presentation for .NET "/>
  <p:tag name="AS_VERSION" val="2.1.0.0"/>
</p:tagLst>
</file>

<file path=ppt/tags/tag377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378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项标题"/>
  <p:tag name="KSO_WM_UNIT_TEXT_FILL_FORE_SCHEMECOLOR_INDEX" val="1"/>
  <p:tag name="KSO_WM_UNIT_TEXT_FILL_FORE_SCHEMECOLOR_INDEX_BRIGHTNESS" val="0.15"/>
  <p:tag name="KSO_WM_UNIT_TEXT_FILL_TYPE" val="1"/>
  <p:tag name="KSO_WM_UNIT_TEXT_TYPE" val="1"/>
  <p:tag name="KSO_WM_UNIT_TYPE" val="m_h_a"/>
  <p:tag name="KSO_WM_UNIT_VALUE" val="10"/>
</p:tagLst>
</file>

<file path=ppt/tags/tag379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6"/>
  <p:tag name="KSO_WM_DIAGRAM_MIN_ITEMCNT" val="2"/>
  <p:tag name="KSO_WM_DIAGRAM_VERSION" val="3"/>
  <p:tag name="KSO_WM_DIAGRAM_VIRTUALLY_FRAME" val="{&quot;height&quot;:214.2863006591797,&quot;width&quot;:511.47857666015625}"/>
  <p:tag name="KSO_WM_TAG_VERSION" val="3.0"/>
  <p:tag name="KSO_WM_TEMPLATE_CATEGORY" val="custom"/>
  <p:tag name="KSO_WM_TEMPLATE_INDEX" val="20231587"/>
  <p:tag name="KSO_WM_UNIT_COMPATIBLE" val="0"/>
  <p:tag name="KSO_WM_UNIT_DIAGRAM_ISNUMVISUAL" val="0"/>
  <p:tag name="KSO_WM_UNIT_DIAGRAM_ISREFERUNIT" val="0"/>
  <p:tag name="KSO_WM_UNIT_HIGHLIGHT" val="0"/>
  <p:tag name="KSO_WM_UNIT_ID" val="custom20231587_5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添加标题"/>
  <p:tag name="KSO_WM_UNIT_TEXT_TYPE" val="1"/>
  <p:tag name="KSO_WM_UNIT_TYPE" val="l_h_a"/>
  <p:tag name="KSO_WM_UNIT_VALUE" val="10"/>
</p:tagLst>
</file>

<file path=ppt/tags/tag380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6"/>
  <p:tag name="KSO_WM_DIAGRAM_MIN_ITEMCNT" val="2"/>
  <p:tag name="KSO_WM_DIAGRAM_VERSION" val="3"/>
  <p:tag name="KSO_WM_DIAGRAM_VIRTUALLY_FRAME" val="{&quot;height&quot;:380.28558349609375,&quot;width&quot;:850.3936767578125}"/>
  <p:tag name="KSO_WM_TAG_VERSION" val="3.0"/>
  <p:tag name="KSO_WM_TEMPLATE_CATEGORY" val="diagram"/>
  <p:tag name="KSO_WM_TEMPLATE_INDEX" val="20231459"/>
  <p:tag name="KSO_WM_UNIT_COMPATIBLE" val="0"/>
  <p:tag name="KSO_WM_UNIT_DIAGRAM_ISNUMVISUAL" val="0"/>
  <p:tag name="KSO_WM_UNIT_DIAGRAM_ISREFERUNIT" val="0"/>
  <p:tag name="KSO_WM_UNIT_HIGHLIGHT" val="0"/>
  <p:tag name="KSO_WM_UNIT_ID" val="diagram20231459_1*m_h_f*1_1_1"/>
  <p:tag name="KSO_WM_UNIT_INDEX" val="1_1_1"/>
  <p:tag name="KSO_WM_UNIT_LAYERLEVEL" val="1_1_1"/>
  <p:tag name="KSO_WM_UNIT_NOCLEAR" val="0"/>
  <p:tag name="KSO_WM_UNIT_PRESET_TEXT" val="单击此处输入您的项正文，文字是您思想的提炼，请尽量言简意赅的阐述观点"/>
  <p:tag name="KSO_WM_UNIT_SUBTYPE" val="a"/>
  <p:tag name="KSO_WM_UNIT_TEXT_FILL_FORE_SCHEMECOLOR_INDEX" val="1"/>
  <p:tag name="KSO_WM_UNIT_TEXT_FILL_FORE_SCHEMECOLOR_INDEX_BRIGHTNESS" val="0.15"/>
  <p:tag name="KSO_WM_UNIT_TEXT_FILL_TYPE" val="1"/>
  <p:tag name="KSO_WM_UNIT_TEXT_LAYER_COUNT" val="1"/>
  <p:tag name="KSO_WM_UNIT_TEXT_TYPE" val="1"/>
  <p:tag name="KSO_WM_UNIT_TYPE" val="m_h_f"/>
  <p:tag name="KSO_WM_UNIT_VALUE" val="60"/>
</p:tagLst>
</file>

<file path=ppt/tags/tag381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m1-1"/>
  <p:tag name="KSO_WM_DIAGRAM_MAX_ITEMCNT" val="5"/>
  <p:tag name="KSO_WM_DIAGRAM_MIN_ITEMCNT" val="2"/>
  <p:tag name="KSO_WM_DIAGRAM_VERSION" val="3"/>
  <p:tag name="KSO_WM_DIAGRAM_VIRTUALLY_FRAME" val="{&quot;height&quot;:355.3999938964844,&quot;width&quot;:850.3499755859375}"/>
  <p:tag name="KSO_WM_TAG_VERSION" val="3.0"/>
  <p:tag name="KSO_WM_TEMPLATE_CATEGORY" val="diagram"/>
  <p:tag name="KSO_WM_TEMPLATE_INDEX" val="20233265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33265_1*m_h_i*1_1_1"/>
  <p:tag name="KSO_WM_UNIT_INDEX" val="1_1_1"/>
  <p:tag name="KSO_WM_UNIT_LAYERLEVEL" val="1_1_1"/>
  <p:tag name="KSO_WM_UNIT_LINE_FORE_SCHEMECOLOR_INDEX" val="-2"/>
  <p:tag name="KSO_WM_UNIT_TYPE" val="m_h_i"/>
</p:tagLst>
</file>

<file path=ppt/tags/tag382.xml><?xml version="1.0" encoding="utf-8"?>
<p:tagLst xmlns:p="http://schemas.openxmlformats.org/presentationml/2006/main">
  <p:tag name="KSO_WM_BEAUTIFY_FLAG" val="#wm#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EXT_CAN_REMOVE" val="n"/>
  <p:tag name="KSO_WM_DIAGRAM_COLOR_TRICK" val="1"/>
  <p:tag name="KSO_WM_DIAGRAM_GROUP_CODE" val="l1-1"/>
  <p:tag name="KSO_WM_DIAGRAM_MAX_ITEMCNT" val="5"/>
  <p:tag name="KSO_WM_DIAGRAM_MIN_ITEMCNT" val="2"/>
  <p:tag name="KSO_WM_DIAGRAM_VERSION" val="3"/>
  <p:tag name="KSO_WM_DIAGRAM_VIRTUALLY_FRAME" val="{&quot;height&quot;:418.8055114746094,&quot;width&quot;:960.33056640625}"/>
  <p:tag name="KSO_WM_TAG_VERSION" val="3.0"/>
  <p:tag name="KSO_WM_TEMPLATE_CATEGORY" val="diagram"/>
  <p:tag name="KSO_WM_TEMPLATE_INDEX" val="20232454"/>
  <p:tag name="KSO_WM_UNIT_COMPATIBLE" val="0"/>
  <p:tag name="KSO_WM_UNIT_DIAGRAM_ISNUMVISUAL" val="0"/>
  <p:tag name="KSO_WM_UNIT_DIAGRAM_ISREFERUNIT" val="0"/>
  <p:tag name="KSO_WM_UNIT_HIGHLIGHT" val="0"/>
  <p:tag name="KSO_WM_UNIT_ID" val="diagram20232454_2*l_h_x*1_1_1"/>
  <p:tag name="KSO_WM_UNIT_INDEX" val="1_1_1"/>
  <p:tag name="KSO_WM_UNIT_LAYERLEVEL" val="1_1_1"/>
  <p:tag name="KSO_WM_UNIT_TYPE" val="l_h_x"/>
  <p:tag name="KSO_WM_UNIT_VALUE" val="150*150"/>
</p:tagLst>
</file>

<file path=ppt/tags/tag383.xml><?xml version="1.0" encoding="utf-8"?>
<p:tagLst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384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diagram"/>
  <p:tag name="KSO_WM_TEMPLATE_INDEX" val="20233147"/>
  <p:tag name="KSO_WM_UNIT_COMPATIBLE" val="0"/>
  <p:tag name="KSO_WM_UNIT_DIAGRAM_ISNUMVISUAL" val="0"/>
  <p:tag name="KSO_WM_UNIT_DIAGRAM_ISREFERUNIT" val="0"/>
  <p:tag name="KSO_WM_UNIT_HIGHLIGHT" val="0"/>
  <p:tag name="KSO_WM_UNIT_ID" val="diagram20233147_3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TYPE" val="1"/>
  <p:tag name="KSO_WM_UNIT_TYPE" val="a"/>
  <p:tag name="KSO_WM_UNIT_VALUE" val="30"/>
</p:tagLst>
</file>

<file path=ppt/tags/tag385.xml><?xml version="1.0" encoding="utf-8"?>
<p:tagLst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2484"/>
  <p:tag name="KSO_WM_UNIT_COMPATIBLE" val="0"/>
  <p:tag name="KSO_WM_UNIT_DIAGRAM_ISNUMVISUAL" val="0"/>
  <p:tag name="KSO_WM_UNIT_DIAGRAM_ISREFERUNIT" val="0"/>
  <p:tag name="KSO_WM_UNIT_HIGHLIGHT" val="0"/>
  <p:tag name="KSO_WM_UNIT_ID" val="custom20232484_1*d*1"/>
  <p:tag name="KSO_WM_UNIT_INDEX" val="1"/>
  <p:tag name="KSO_WM_UNIT_LAYERLEVEL" val="1"/>
  <p:tag name="KSO_WM_UNIT_LINE_FILL_TYPE" val="2"/>
  <p:tag name="KSO_WM_UNIT_LINE_FORE_SCHEMECOLOR_INDEX" val="1"/>
  <p:tag name="KSO_WM_UNIT_PICTURE_SUBTYPE" val="a"/>
  <p:tag name="KSO_WM_UNIT_TYPE" val="d"/>
  <p:tag name="KSO_WM_UNIT_USESOURCEFORMAT_APPLY" val="1"/>
  <p:tag name="KSO_WM_UNIT_VALUE" val="952*3384"/>
  <p:tag name="MH_PIC_SOURCE_TYPE" val="generate_slide_ai*VCG41N1700238563*gallery_gallery_ai_v2.0.9_ONLINE*1746951686846_1.59_e63eba11d369-slide-23"/>
</p:tagLst>
</file>

<file path=ppt/tags/tag386.xml><?xml version="1.0" encoding="utf-8"?>
<p:tagLst xmlns:p="http://schemas.openxmlformats.org/presentationml/2006/main">
  <p:tag name="KSO_WM_BEAUTIFY_FLAG" val="#wm#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2"/>
  <p:tag name="KSO_WM_DIAGRAM_VERSION" val="3"/>
  <p:tag name="KSO_WM_DIAGRAM_VIRTUALLY_FRAME" val="{&quot;height&quot;:380.3822937011719,&quot;width&quot;:850.4000244140625}"/>
  <p:tag name="KSO_WM_TAG_VERSION" val="3.0"/>
  <p:tag name="KSO_WM_TEMPLATE_CATEGORY" val="diagram"/>
  <p:tag name="KSO_WM_TEMPLATE_INDEX" val="20233335"/>
  <p:tag name="KSO_WM_UNIT_COMPATIBLE" val="0"/>
  <p:tag name="KSO_WM_UNIT_DIAGRAM_ISNUMVISUAL" val="0"/>
  <p:tag name="KSO_WM_UNIT_DIAGRAM_ISREFERUNIT" val="0"/>
  <p:tag name="KSO_WM_UNIT_HIGHLIGHT" val="0"/>
  <p:tag name="KSO_WM_UNIT_ID" val="diagram20233335_1*l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单击此处添加智能图形项标题"/>
  <p:tag name="KSO_WM_UNIT_TEXT_FILL_FORE_SCHEMECOLOR_INDEX_BRIGHTNESS" val="0.15"/>
  <p:tag name="KSO_WM_UNIT_TEXT_FILL_TYPE" val="1"/>
  <p:tag name="KSO_WM_UNIT_TEXT_TYPE" val="1"/>
  <p:tag name="KSO_WM_UNIT_TYPE" val="l_h_a"/>
  <p:tag name="KSO_WM_UNIT_VALUE" val="28"/>
</p:tagLst>
</file>

<file path=ppt/theme/theme1.xml><?xml version="1.0" encoding="utf-8"?>
<a:theme xmlns:a="http://schemas.openxmlformats.org/drawingml/2006/main" name="1_Office 主题​​">
  <a:themeElements>
    <a:clrScheme name="自定义 31">
      <a:dk1>
        <a:srgbClr val="000000"/>
      </a:dk1>
      <a:lt1>
        <a:srgbClr val="FFFFFF"/>
      </a:lt1>
      <a:dk2>
        <a:srgbClr val="00071A"/>
      </a:dk2>
      <a:lt2>
        <a:srgbClr val="FFFFFF"/>
      </a:lt2>
      <a:accent1>
        <a:srgbClr val="BC5858"/>
      </a:accent1>
      <a:accent2>
        <a:srgbClr val="B83A3A"/>
      </a:accent2>
      <a:accent3>
        <a:srgbClr val="BA8080"/>
      </a:accent3>
      <a:accent4>
        <a:srgbClr val="C51919"/>
      </a:accent4>
      <a:accent5>
        <a:srgbClr val="7C5050"/>
      </a:accent5>
      <a:accent6>
        <a:srgbClr val="8B5B5B"/>
      </a:accent6>
      <a:hlink>
        <a:srgbClr val="304FFE"/>
      </a:hlink>
      <a:folHlink>
        <a:srgbClr val="492067"/>
      </a:folHlink>
    </a:clrScheme>
    <a:fontScheme name="自定义 129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>
    <a:spDef>
      <a:spPr/>
      <a:bodyPr anchor="ctr" rtlCol="0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rtlCol="0" wrap="square">
        <a:spAutoFit/>
      </a:bodyPr>
      <a:lstStyle>
        <a:defPPr algn="l">
          <a:defRPr dirty="0"/>
        </a:defPPr>
      </a:lstStyle>
    </a:tx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Knda" typeface="Tunga"/>
        <a:font script="Ethi" typeface="Nyala"/>
        <a:font script="Thai" typeface="TH Sarabun PSK"/>
        <a:font script="Syrc" typeface="Estrangelo Edessa"/>
        <a:font script="Deva" typeface="Mangal"/>
        <a:font script="Jpan" typeface="ＭＳ Ｐゴシック"/>
        <a:font script="Gujr" typeface="Shruti"/>
        <a:font script="Khmr" typeface="MoolBoran"/>
        <a:font script="Thaa" typeface="MV Boli"/>
        <a:font script="Sinh" typeface="Iskoola Pota"/>
        <a:font script="Yiii" typeface="Microsoft Yi Baiti"/>
        <a:font script="Hebr" typeface="Times New Roman"/>
        <a:font script="Cher" typeface="Plantagenet Cherokee"/>
        <a:font script="Hant" typeface="新細明體"/>
        <a:font script="Uigh" typeface="Microsoft Uighur"/>
        <a:font script="Guru" typeface="Raavi"/>
        <a:font script="Orya" typeface="Kalinga"/>
        <a:font script="Mlym" typeface="Kartika"/>
        <a:font script="Viet" typeface="Times New Roman"/>
        <a:font script="Telu" typeface="Gautami"/>
        <a:font script="Hans" typeface="宋体"/>
        <a:font script="Geor" typeface="Sylfaen"/>
        <a:font script="Mong" typeface="Mongolian Baiti"/>
        <a:font script="Beng" typeface="Vrinda"/>
        <a:font script="Hang" typeface="맑은 고딕"/>
        <a:font script="Laoo" typeface="DokChampa"/>
        <a:font script="Taml" typeface="Latha"/>
        <a:font script="Arab" typeface="Times New Roman"/>
        <a:font script="Tibt" typeface="Microsoft Himalaya"/>
        <a:font script="Cans" typeface="Euphemia"/>
      </a:majorFont>
      <a:minorFont>
        <a:latin typeface="Calibri"/>
        <a:ea typeface="Calibri"/>
        <a:cs typeface="Arial"/>
        <a:font script="Knda" typeface="Tunga"/>
        <a:font script="Ethi" typeface="Nyala"/>
        <a:font script="Thai" typeface="TH Sarabun PSK"/>
        <a:font script="Syrc" typeface="Estrangelo Edessa"/>
        <a:font script="Deva" typeface="Mangal"/>
        <a:font script="Jpan" typeface="ＭＳ Ｐゴシック"/>
        <a:font script="Gujr" typeface="Shruti"/>
        <a:font script="Khmr" typeface="DaunPenh"/>
        <a:font script="Thaa" typeface="MV Boli"/>
        <a:font script="Sinh" typeface="Iskoola Pota"/>
        <a:font script="Yiii" typeface="Microsoft Yi Baiti"/>
        <a:font script="Hebr" typeface="Arial"/>
        <a:font script="Cher" typeface="Plantagenet Cherokee"/>
        <a:font script="Hant" typeface="新細明體"/>
        <a:font script="Uigh" typeface="Microsoft Uighur"/>
        <a:font script="Guru" typeface="Raavi"/>
        <a:font script="Orya" typeface="Kalinga"/>
        <a:font script="Mlym" typeface="Kartika"/>
        <a:font script="Viet" typeface="Arial"/>
        <a:font script="Telu" typeface="Gautami"/>
        <a:font script="Hans" typeface="宋体"/>
        <a:font script="Geor" typeface="Sylfaen"/>
        <a:font script="Mong" typeface="Mongolian Baiti"/>
        <a:font script="Beng" typeface="Vrinda"/>
        <a:font script="Hang" typeface="맑은 고딕"/>
        <a:font script="Laoo" typeface="DokChampa"/>
        <a:font script="Taml" typeface="Latha"/>
        <a:font script="Arab" typeface="Arial"/>
        <a:font script="Tibt" typeface="Microsoft Himalaya"/>
        <a:font script="Cans" typeface="Euphem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r="5400000" dist="1905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Knda" typeface="Tunga"/>
        <a:font script="Ethi" typeface="Nyala"/>
        <a:font script="Thai" typeface="Angsana New"/>
        <a:font script="Syrc" typeface="Estrangelo Edessa"/>
        <a:font script="Deva" typeface="Mangal"/>
        <a:font script="Jpan" typeface="ＭＳ Ｐゴシック"/>
        <a:font script="Gujr" typeface="Shruti"/>
        <a:font script="Khmr" typeface="MoolBoran"/>
        <a:font script="Thaa" typeface="MV Boli"/>
        <a:font script="Sinh" typeface="Iskoola Pota"/>
        <a:font script="Yiii" typeface="Microsoft Yi Baiti"/>
        <a:font script="Hebr" typeface="Times New Roman"/>
        <a:font script="Cher" typeface="Plantagenet Cherokee"/>
        <a:font script="Hant" typeface="新細明體"/>
        <a:font script="Uigh" typeface="Microsoft Uighur"/>
        <a:font script="Guru" typeface="Raavi"/>
        <a:font script="Orya" typeface="Kalinga"/>
        <a:font script="Mlym" typeface="Kartika"/>
        <a:font script="Viet" typeface="Times New Roman"/>
        <a:font script="Telu" typeface="Gautami"/>
        <a:font script="Hans" typeface="宋体"/>
        <a:font script="Geor" typeface="Sylfaen"/>
        <a:font script="Mong" typeface="Mongolian Baiti"/>
        <a:font script="Beng" typeface="Vrinda"/>
        <a:font script="Hang" typeface="맑은 고딕"/>
        <a:font script="Laoo" typeface="DokChampa"/>
        <a:font script="Taml" typeface="Latha"/>
        <a:font script="Arab" typeface="Times New Roman"/>
        <a:font script="Tibt" typeface="Microsoft Himalaya"/>
        <a:font script="Cans" typeface="Euphemia"/>
      </a:majorFont>
      <a:minorFont>
        <a:latin typeface="Calibri"/>
        <a:ea typeface="宋体"/>
        <a:cs typeface="Arial"/>
        <a:font script="Knda" typeface="Tunga"/>
        <a:font script="Ethi" typeface="Nyala"/>
        <a:font script="Thai" typeface="Cordia New"/>
        <a:font script="Syrc" typeface="Estrangelo Edessa"/>
        <a:font script="Deva" typeface="Mangal"/>
        <a:font script="Jpan" typeface="ＭＳ Ｐゴシック"/>
        <a:font script="Gujr" typeface="Shruti"/>
        <a:font script="Khmr" typeface="DaunPenh"/>
        <a:font script="Thaa" typeface="MV Boli"/>
        <a:font script="Sinh" typeface="Iskoola Pota"/>
        <a:font script="Yiii" typeface="Microsoft Yi Baiti"/>
        <a:font script="Hebr" typeface="Arial"/>
        <a:font script="Cher" typeface="Plantagenet Cherokee"/>
        <a:font script="Hant" typeface="新細明體"/>
        <a:font script="Uigh" typeface="Microsoft Uighur"/>
        <a:font script="Guru" typeface="Raavi"/>
        <a:font script="Orya" typeface="Kalinga"/>
        <a:font script="Mlym" typeface="Kartika"/>
        <a:font script="Viet" typeface="Arial"/>
        <a:font script="Telu" typeface="Gautami"/>
        <a:font script="Hans" typeface="宋体"/>
        <a:font script="Geor" typeface="Sylfaen"/>
        <a:font script="Mong" typeface="Mongolian Baiti"/>
        <a:font script="Beng" typeface="Vrinda"/>
        <a:font script="Hang" typeface="맑은 고딕"/>
        <a:font script="Laoo" typeface="DokChampa"/>
        <a:font script="Taml" typeface="Latha"/>
        <a:font script="Arab" typeface="Arial"/>
        <a:font script="Tibt" typeface="Microsoft Himalaya"/>
        <a:font script="Cans" typeface="Euphemi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</a:theme>
</file>

<file path=ppt/theme/theme4.xml><?xml version="1.0" encoding="utf-8"?>
<a:theme xmlns:a="http://schemas.openxmlformats.org/drawingml/2006/main" name="2_Office 主题​​">
  <a:themeElements>
    <a:clrScheme name="自定义 31">
      <a:dk1>
        <a:srgbClr val="000000"/>
      </a:dk1>
      <a:lt1>
        <a:srgbClr val="FFFFFF"/>
      </a:lt1>
      <a:dk2>
        <a:srgbClr val="00071A"/>
      </a:dk2>
      <a:lt2>
        <a:srgbClr val="FFFFFF"/>
      </a:lt2>
      <a:accent1>
        <a:srgbClr val="BC5858"/>
      </a:accent1>
      <a:accent2>
        <a:srgbClr val="B83A3A"/>
      </a:accent2>
      <a:accent3>
        <a:srgbClr val="BA8080"/>
      </a:accent3>
      <a:accent4>
        <a:srgbClr val="C51919"/>
      </a:accent4>
      <a:accent5>
        <a:srgbClr val="7C5050"/>
      </a:accent5>
      <a:accent6>
        <a:srgbClr val="8B5B5B"/>
      </a:accent6>
      <a:hlink>
        <a:srgbClr val="304FFE"/>
      </a:hlink>
      <a:folHlink>
        <a:srgbClr val="492067"/>
      </a:folHlink>
    </a:clrScheme>
    <a:fontScheme name="自定义 129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>
    <a:spDef>
      <a:spPr/>
      <a:bodyPr anchor="ctr" rtlCol="0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rtlCol="0" wrap="square">
        <a:spAutoFit/>
      </a:bodyPr>
      <a:lstStyle>
        <a:defPPr algn="l">
          <a:defRPr dirty="0"/>
        </a:defPPr>
      </a:lstStyle>
    </a:txDef>
  </a:objectDefaults>
</a:theme>
</file>

<file path=ppt/theme/theme5.xml><?xml version="1.0" encoding="utf-8"?>
<a:theme xmlns:a="http://schemas.openxmlformats.org/drawingml/2006/main" name="Office 主题​​">
  <a:themeElements>
    <a:clrScheme name="自定义 31">
      <a:dk1>
        <a:srgbClr val="000000"/>
      </a:dk1>
      <a:lt1>
        <a:srgbClr val="FFFFFF"/>
      </a:lt1>
      <a:dk2>
        <a:srgbClr val="00071A"/>
      </a:dk2>
      <a:lt2>
        <a:srgbClr val="FFFFFF"/>
      </a:lt2>
      <a:accent1>
        <a:srgbClr val="BC5858"/>
      </a:accent1>
      <a:accent2>
        <a:srgbClr val="B83A3A"/>
      </a:accent2>
      <a:accent3>
        <a:srgbClr val="BA8080"/>
      </a:accent3>
      <a:accent4>
        <a:srgbClr val="C51919"/>
      </a:accent4>
      <a:accent5>
        <a:srgbClr val="7C5050"/>
      </a:accent5>
      <a:accent6>
        <a:srgbClr val="8B5B5B"/>
      </a:accent6>
      <a:hlink>
        <a:srgbClr val="304FFE"/>
      </a:hlink>
      <a:folHlink>
        <a:srgbClr val="492067"/>
      </a:folHlink>
    </a:clrScheme>
    <a:fontScheme name="自定义 129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>
    <a:spDef>
      <a:spPr/>
      <a:bodyPr anchor="ctr" rtlCol="0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rtlCol="0" wrap="square">
        <a:spAutoFit/>
      </a:bodyPr>
      <a:lstStyle>
        <a:defPPr algn="l">
          <a:defRPr dirty="0"/>
        </a:defPPr>
      </a:lstStyle>
    </a:txDef>
  </a:objectDefaul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Slides>26</Slide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LinksUpToDate>0</LinksUpToDate>
  <SharedDoc>false</SharedDoc>
  <HyperlinksChanged>0</HyperlinksChanged>
  <Application>Aspose.Slides for .NET</Application>
  <AppVersion>25.0100</AppVersion>
  <TotalTime>0</TotalTime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NX629J</dc:creator>
  <cp:revision>1</cp:revision>
  <dcterms:created xsi:type="dcterms:W3CDTF">2025-05-11T08:22:19.0000000Z</dcterms:created>
  <dcterms:modified xsi:type="dcterms:W3CDTF">2025-06-13T18:34:14.7864813Z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xns:property xmlns:xns="http://schemas.openxmlformats.org/officeDocument/2006/custom-properties" fmtid="{D5CDD505-2E9C-101B-9397-08002B2CF9AE}" pid="2" name="ICV">
    <vt:lpwstr>3467dc0a2e324c4093b26ee4ff855f36_21</vt:lpwstr>
  </xns:property>
  <xns:property xmlns:xns="http://schemas.openxmlformats.org/officeDocument/2006/custom-properties" fmtid="{D5CDD505-2E9C-101B-9397-08002B2CF9AE}" pid="3" name="KSOProductBuildVer">
    <vt:lpwstr>2052-11.1.0.8500</vt:lpwstr>
  </xns:property>
</Properties>
</file>