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media/media1.mp3" ContentType="audio/mpe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57" r:id="rId3"/>
    <p:sldId id="263" r:id="rId4"/>
    <p:sldId id="259" r:id="rId5"/>
    <p:sldId id="282" r:id="rId6"/>
    <p:sldId id="283" r:id="rId7"/>
    <p:sldId id="264" r:id="rId8"/>
    <p:sldId id="284" r:id="rId9"/>
    <p:sldId id="273" r:id="rId10"/>
    <p:sldId id="276" r:id="rId11"/>
    <p:sldId id="287" r:id="rId12"/>
    <p:sldId id="288" r:id="rId13"/>
    <p:sldId id="289" r:id="rId14"/>
    <p:sldId id="290" r:id="rId15"/>
    <p:sldId id="292" r:id="rId16"/>
    <p:sldId id="291" r:id="rId17"/>
    <p:sldId id="269" r:id="rId18"/>
    <p:sldId id="268" r:id="rId19"/>
    <p:sldId id="267" r:id="rId20"/>
    <p:sldId id="262" r:id="rId21"/>
    <p:sldId id="293" r:id="rId22"/>
    <p:sldId id="294" r:id="rId23"/>
    <p:sldId id="295" r:id="rId24"/>
    <p:sldId id="281" r:id="rId25"/>
  </p:sldIdLst>
  <p:sldSz cx="12192000" cy="6858000"/>
  <p:notesSz cx="6858000" cy="9144000"/>
  <p:custDataLst>
    <p:tags r:id="rId2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99"/>
    <a:srgbClr val="FFCC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showGuides="1">
      <p:cViewPr varScale="1">
        <p:scale>
          <a:sx n="114" d="100"/>
          <a:sy n="114" d="100"/>
        </p:scale>
        <p:origin x="474" y="108"/>
      </p:cViewPr>
      <p:guideLst>
        <p:guide orient="horz" pos="2137"/>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tags" Target="tags/tag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1983510636037883E-2"/>
          <c:y val="0.17812498904250806"/>
          <c:w val="0.92605546422423624"/>
          <c:h val="0.69644065597682969"/>
        </c:manualLayout>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07EA-4FA1-81B3-6A8AC3391FF0}"/>
            </c:ext>
          </c:extLst>
        </c:ser>
        <c:ser>
          <c:idx val="2"/>
          <c:order val="1"/>
          <c:tx>
            <c:strRef>
              <c:f>Sheet1!$D$1</c:f>
              <c:strCache>
                <c:ptCount val="1"/>
                <c:pt idx="0">
                  <c:v>系列 3</c:v>
                </c:pt>
              </c:strCache>
            </c:strRef>
          </c:tx>
          <c:spPr>
            <a:solidFill>
              <a:srgbClr val="FF9999"/>
            </a:solidFill>
            <a:ln>
              <a:noFill/>
            </a:ln>
            <a:effectLst/>
          </c:spPr>
          <c:invertIfNegative val="0"/>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07EA-4FA1-81B3-6A8AC3391FF0}"/>
            </c:ext>
          </c:extLst>
        </c:ser>
        <c:dLbls>
          <c:showLegendKey val="0"/>
          <c:showVal val="0"/>
          <c:showCatName val="0"/>
          <c:showSerName val="0"/>
          <c:showPercent val="0"/>
          <c:showBubbleSize val="0"/>
        </c:dLbls>
        <c:gapWidth val="219"/>
        <c:overlap val="-27"/>
        <c:axId val="139474928"/>
        <c:axId val="139480752"/>
      </c:barChart>
      <c:catAx>
        <c:axId val="139474928"/>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crossAx val="139480752"/>
        <c:crosses val="autoZero"/>
        <c:auto val="1"/>
        <c:lblAlgn val="ctr"/>
        <c:lblOffset val="100"/>
        <c:noMultiLvlLbl val="0"/>
      </c:catAx>
      <c:valAx>
        <c:axId val="139480752"/>
        <c:scaling>
          <c:orientation val="minMax"/>
        </c:scaling>
        <c:delete val="1"/>
        <c:axPos val="l"/>
        <c:numFmt formatCode="General" sourceLinked="1"/>
        <c:majorTickMark val="none"/>
        <c:minorTickMark val="none"/>
        <c:tickLblPos val="nextTo"/>
        <c:crossAx val="13947492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93DEDE-07B8-4FAC-9522-042787A7ACF7}" type="datetimeFigureOut">
              <a:rPr lang="zh-CN" altLang="en-US" smtClean="0"/>
              <a:t>2019/1/5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7965A4-4F9B-42AD-97F6-5956B56DB139}" type="slidenum">
              <a:rPr lang="zh-CN" altLang="en-US" smtClean="0"/>
              <a:t>‹#›</a:t>
            </a:fld>
            <a:endParaRPr lang="zh-CN" altLang="en-US"/>
          </a:p>
        </p:txBody>
      </p:sp>
    </p:spTree>
    <p:extLst>
      <p:ext uri="{BB962C8B-B14F-4D97-AF65-F5344CB8AC3E}">
        <p14:creationId xmlns:p14="http://schemas.microsoft.com/office/powerpoint/2010/main" val="17654552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E7965A4-4F9B-42AD-97F6-5956B56DB139}" type="slidenum">
              <a:rPr lang="zh-CN" altLang="en-US" smtClean="0"/>
              <a:t>1</a:t>
            </a:fld>
            <a:endParaRPr lang="zh-CN" altLang="en-US"/>
          </a:p>
        </p:txBody>
      </p:sp>
    </p:spTree>
    <p:extLst>
      <p:ext uri="{BB962C8B-B14F-4D97-AF65-F5344CB8AC3E}">
        <p14:creationId xmlns:p14="http://schemas.microsoft.com/office/powerpoint/2010/main" val="14964282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E7965A4-4F9B-42AD-97F6-5956B56DB139}" type="slidenum">
              <a:rPr lang="zh-CN" altLang="en-US" smtClean="0"/>
              <a:t>2</a:t>
            </a:fld>
            <a:endParaRPr lang="zh-CN" altLang="en-US"/>
          </a:p>
        </p:txBody>
      </p:sp>
    </p:spTree>
    <p:extLst>
      <p:ext uri="{BB962C8B-B14F-4D97-AF65-F5344CB8AC3E}">
        <p14:creationId xmlns:p14="http://schemas.microsoft.com/office/powerpoint/2010/main" val="27970003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E7965A4-4F9B-42AD-97F6-5956B56DB139}" type="slidenum">
              <a:rPr lang="zh-CN" altLang="en-US" smtClean="0"/>
              <a:t>3</a:t>
            </a:fld>
            <a:endParaRPr lang="zh-CN" altLang="en-US"/>
          </a:p>
        </p:txBody>
      </p:sp>
    </p:spTree>
    <p:extLst>
      <p:ext uri="{BB962C8B-B14F-4D97-AF65-F5344CB8AC3E}">
        <p14:creationId xmlns:p14="http://schemas.microsoft.com/office/powerpoint/2010/main" val="42891406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E7965A4-4F9B-42AD-97F6-5956B56DB139}" type="slidenum">
              <a:rPr lang="zh-CN" altLang="en-US" smtClean="0"/>
              <a:t>4</a:t>
            </a:fld>
            <a:endParaRPr lang="zh-CN" altLang="en-US"/>
          </a:p>
        </p:txBody>
      </p:sp>
    </p:spTree>
    <p:extLst>
      <p:ext uri="{BB962C8B-B14F-4D97-AF65-F5344CB8AC3E}">
        <p14:creationId xmlns:p14="http://schemas.microsoft.com/office/powerpoint/2010/main" val="11372628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E7965A4-4F9B-42AD-97F6-5956B56DB139}" type="slidenum">
              <a:rPr lang="zh-CN" altLang="en-US" smtClean="0"/>
              <a:t>5</a:t>
            </a:fld>
            <a:endParaRPr lang="zh-CN" altLang="en-US"/>
          </a:p>
        </p:txBody>
      </p:sp>
    </p:spTree>
    <p:extLst>
      <p:ext uri="{BB962C8B-B14F-4D97-AF65-F5344CB8AC3E}">
        <p14:creationId xmlns:p14="http://schemas.microsoft.com/office/powerpoint/2010/main" val="2160306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E7965A4-4F9B-42AD-97F6-5956B56DB139}" type="slidenum">
              <a:rPr lang="zh-CN" altLang="en-US" smtClean="0"/>
              <a:t>6</a:t>
            </a:fld>
            <a:endParaRPr lang="zh-CN" altLang="en-US"/>
          </a:p>
        </p:txBody>
      </p:sp>
    </p:spTree>
    <p:extLst>
      <p:ext uri="{BB962C8B-B14F-4D97-AF65-F5344CB8AC3E}">
        <p14:creationId xmlns:p14="http://schemas.microsoft.com/office/powerpoint/2010/main" val="11773887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E7965A4-4F9B-42AD-97F6-5956B56DB139}" type="slidenum">
              <a:rPr lang="zh-CN" altLang="en-US" smtClean="0"/>
              <a:t>7</a:t>
            </a:fld>
            <a:endParaRPr lang="zh-CN" altLang="en-US"/>
          </a:p>
        </p:txBody>
      </p:sp>
    </p:spTree>
    <p:extLst>
      <p:ext uri="{BB962C8B-B14F-4D97-AF65-F5344CB8AC3E}">
        <p14:creationId xmlns:p14="http://schemas.microsoft.com/office/powerpoint/2010/main" val="3612102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E7965A4-4F9B-42AD-97F6-5956B56DB139}" type="slidenum">
              <a:rPr lang="zh-CN" altLang="en-US" smtClean="0"/>
              <a:t>8</a:t>
            </a:fld>
            <a:endParaRPr lang="zh-CN" altLang="en-US"/>
          </a:p>
        </p:txBody>
      </p:sp>
    </p:spTree>
    <p:extLst>
      <p:ext uri="{BB962C8B-B14F-4D97-AF65-F5344CB8AC3E}">
        <p14:creationId xmlns:p14="http://schemas.microsoft.com/office/powerpoint/2010/main" val="16548050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E7965A4-4F9B-42AD-97F6-5956B56DB139}" type="slidenum">
              <a:rPr lang="zh-CN" altLang="en-US" smtClean="0"/>
              <a:t>9</a:t>
            </a:fld>
            <a:endParaRPr lang="zh-CN" altLang="en-US"/>
          </a:p>
        </p:txBody>
      </p:sp>
    </p:spTree>
    <p:extLst>
      <p:ext uri="{BB962C8B-B14F-4D97-AF65-F5344CB8AC3E}">
        <p14:creationId xmlns:p14="http://schemas.microsoft.com/office/powerpoint/2010/main" val="30747448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E7965A4-4F9B-42AD-97F6-5956B56DB139}" type="slidenum">
              <a:rPr lang="zh-CN" altLang="en-US" smtClean="0"/>
              <a:t>10</a:t>
            </a:fld>
            <a:endParaRPr lang="zh-CN" altLang="en-US"/>
          </a:p>
        </p:txBody>
      </p:sp>
    </p:spTree>
    <p:extLst>
      <p:ext uri="{BB962C8B-B14F-4D97-AF65-F5344CB8AC3E}">
        <p14:creationId xmlns:p14="http://schemas.microsoft.com/office/powerpoint/2010/main" val="33464505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E7965A4-4F9B-42AD-97F6-5956B56DB139}" type="slidenum">
              <a:rPr lang="zh-CN" altLang="en-US" smtClean="0"/>
              <a:t>11</a:t>
            </a:fld>
            <a:endParaRPr lang="zh-CN" altLang="en-US"/>
          </a:p>
        </p:txBody>
      </p:sp>
    </p:spTree>
    <p:extLst>
      <p:ext uri="{BB962C8B-B14F-4D97-AF65-F5344CB8AC3E}">
        <p14:creationId xmlns:p14="http://schemas.microsoft.com/office/powerpoint/2010/main" val="2335523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E7965A4-4F9B-42AD-97F6-5956B56DB139}" type="slidenum">
              <a:rPr lang="zh-CN" altLang="en-US" smtClean="0"/>
              <a:t>12</a:t>
            </a:fld>
            <a:endParaRPr lang="zh-CN" altLang="en-US"/>
          </a:p>
        </p:txBody>
      </p:sp>
    </p:spTree>
    <p:extLst>
      <p:ext uri="{BB962C8B-B14F-4D97-AF65-F5344CB8AC3E}">
        <p14:creationId xmlns:p14="http://schemas.microsoft.com/office/powerpoint/2010/main" val="12594444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E7965A4-4F9B-42AD-97F6-5956B56DB139}" type="slidenum">
              <a:rPr lang="zh-CN" altLang="en-US" smtClean="0"/>
              <a:t>13</a:t>
            </a:fld>
            <a:endParaRPr lang="zh-CN" altLang="en-US"/>
          </a:p>
        </p:txBody>
      </p:sp>
    </p:spTree>
    <p:extLst>
      <p:ext uri="{BB962C8B-B14F-4D97-AF65-F5344CB8AC3E}">
        <p14:creationId xmlns:p14="http://schemas.microsoft.com/office/powerpoint/2010/main" val="20218414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E7965A4-4F9B-42AD-97F6-5956B56DB139}" type="slidenum">
              <a:rPr lang="zh-CN" altLang="en-US" smtClean="0"/>
              <a:t>14</a:t>
            </a:fld>
            <a:endParaRPr lang="zh-CN" altLang="en-US"/>
          </a:p>
        </p:txBody>
      </p:sp>
    </p:spTree>
    <p:extLst>
      <p:ext uri="{BB962C8B-B14F-4D97-AF65-F5344CB8AC3E}">
        <p14:creationId xmlns:p14="http://schemas.microsoft.com/office/powerpoint/2010/main" val="15325441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E7965A4-4F9B-42AD-97F6-5956B56DB139}" type="slidenum">
              <a:rPr lang="zh-CN" altLang="en-US" smtClean="0"/>
              <a:t>15</a:t>
            </a:fld>
            <a:endParaRPr lang="zh-CN" altLang="en-US"/>
          </a:p>
        </p:txBody>
      </p:sp>
    </p:spTree>
    <p:extLst>
      <p:ext uri="{BB962C8B-B14F-4D97-AF65-F5344CB8AC3E}">
        <p14:creationId xmlns:p14="http://schemas.microsoft.com/office/powerpoint/2010/main" val="3617700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E7965A4-4F9B-42AD-97F6-5956B56DB139}" type="slidenum">
              <a:rPr lang="zh-CN" altLang="en-US" smtClean="0"/>
              <a:t>16</a:t>
            </a:fld>
            <a:endParaRPr lang="zh-CN" altLang="en-US"/>
          </a:p>
        </p:txBody>
      </p:sp>
    </p:spTree>
    <p:extLst>
      <p:ext uri="{BB962C8B-B14F-4D97-AF65-F5344CB8AC3E}">
        <p14:creationId xmlns:p14="http://schemas.microsoft.com/office/powerpoint/2010/main" val="16238401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E7965A4-4F9B-42AD-97F6-5956B56DB139}" type="slidenum">
              <a:rPr lang="zh-CN" altLang="en-US" smtClean="0"/>
              <a:t>17</a:t>
            </a:fld>
            <a:endParaRPr lang="zh-CN" altLang="en-US"/>
          </a:p>
        </p:txBody>
      </p:sp>
    </p:spTree>
    <p:extLst>
      <p:ext uri="{BB962C8B-B14F-4D97-AF65-F5344CB8AC3E}">
        <p14:creationId xmlns:p14="http://schemas.microsoft.com/office/powerpoint/2010/main" val="31667961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E7965A4-4F9B-42AD-97F6-5956B56DB139}" type="slidenum">
              <a:rPr lang="zh-CN" altLang="en-US" smtClean="0"/>
              <a:t>18</a:t>
            </a:fld>
            <a:endParaRPr lang="zh-CN" altLang="en-US"/>
          </a:p>
        </p:txBody>
      </p:sp>
    </p:spTree>
    <p:extLst>
      <p:ext uri="{BB962C8B-B14F-4D97-AF65-F5344CB8AC3E}">
        <p14:creationId xmlns:p14="http://schemas.microsoft.com/office/powerpoint/2010/main" val="22885214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E7965A4-4F9B-42AD-97F6-5956B56DB139}" type="slidenum">
              <a:rPr lang="zh-CN" altLang="en-US" smtClean="0"/>
              <a:t>19</a:t>
            </a:fld>
            <a:endParaRPr lang="zh-CN" altLang="en-US"/>
          </a:p>
        </p:txBody>
      </p:sp>
    </p:spTree>
    <p:extLst>
      <p:ext uri="{BB962C8B-B14F-4D97-AF65-F5344CB8AC3E}">
        <p14:creationId xmlns:p14="http://schemas.microsoft.com/office/powerpoint/2010/main" val="15557411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E7965A4-4F9B-42AD-97F6-5956B56DB139}" type="slidenum">
              <a:rPr lang="zh-CN" altLang="en-US" smtClean="0"/>
              <a:t>20</a:t>
            </a:fld>
            <a:endParaRPr lang="zh-CN" altLang="en-US"/>
          </a:p>
        </p:txBody>
      </p:sp>
    </p:spTree>
    <p:extLst>
      <p:ext uri="{BB962C8B-B14F-4D97-AF65-F5344CB8AC3E}">
        <p14:creationId xmlns:p14="http://schemas.microsoft.com/office/powerpoint/2010/main" val="3646526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E7965A4-4F9B-42AD-97F6-5956B56DB139}" type="slidenum">
              <a:rPr lang="zh-CN" altLang="en-US" smtClean="0"/>
              <a:t>21</a:t>
            </a:fld>
            <a:endParaRPr lang="zh-CN" altLang="en-US"/>
          </a:p>
        </p:txBody>
      </p:sp>
    </p:spTree>
    <p:extLst>
      <p:ext uri="{BB962C8B-B14F-4D97-AF65-F5344CB8AC3E}">
        <p14:creationId xmlns:p14="http://schemas.microsoft.com/office/powerpoint/2010/main" val="26179293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E7965A4-4F9B-42AD-97F6-5956B56DB139}" type="slidenum">
              <a:rPr lang="zh-CN" altLang="en-US" smtClean="0"/>
              <a:t>22</a:t>
            </a:fld>
            <a:endParaRPr lang="zh-CN" altLang="en-US"/>
          </a:p>
        </p:txBody>
      </p:sp>
    </p:spTree>
    <p:extLst>
      <p:ext uri="{BB962C8B-B14F-4D97-AF65-F5344CB8AC3E}">
        <p14:creationId xmlns:p14="http://schemas.microsoft.com/office/powerpoint/2010/main" val="38247776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E7965A4-4F9B-42AD-97F6-5956B56DB139}" type="slidenum">
              <a:rPr lang="zh-CN" altLang="en-US" smtClean="0"/>
              <a:t>23</a:t>
            </a:fld>
            <a:endParaRPr lang="zh-CN" altLang="en-US"/>
          </a:p>
        </p:txBody>
      </p:sp>
    </p:spTree>
    <p:extLst>
      <p:ext uri="{BB962C8B-B14F-4D97-AF65-F5344CB8AC3E}">
        <p14:creationId xmlns:p14="http://schemas.microsoft.com/office/powerpoint/2010/main" val="40484143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E7965A4-4F9B-42AD-97F6-5956B56DB139}" type="slidenum">
              <a:rPr lang="zh-CN" altLang="en-US" smtClean="0"/>
              <a:t>24</a:t>
            </a:fld>
            <a:endParaRPr lang="zh-CN" altLang="en-US"/>
          </a:p>
        </p:txBody>
      </p:sp>
    </p:spTree>
    <p:extLst>
      <p:ext uri="{BB962C8B-B14F-4D97-AF65-F5344CB8AC3E}">
        <p14:creationId xmlns:p14="http://schemas.microsoft.com/office/powerpoint/2010/main" val="16730735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A6E5F6AD-1DCF-4F18-9BBA-2BC622BDF2FB}" type="datetimeFigureOut">
              <a:rPr lang="zh-CN" altLang="en-US" smtClean="0"/>
              <a:t>2019/1/5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1B0D12B-A1F6-4D3F-98AE-9ADCFED71E04}" type="slidenum">
              <a:rPr lang="zh-CN" altLang="en-US" smtClean="0"/>
              <a:t>‹#›</a:t>
            </a:fld>
            <a:endParaRPr lang="zh-CN" altLang="en-US"/>
          </a:p>
        </p:txBody>
      </p:sp>
    </p:spTree>
    <p:extLst>
      <p:ext uri="{BB962C8B-B14F-4D97-AF65-F5344CB8AC3E}">
        <p14:creationId xmlns:p14="http://schemas.microsoft.com/office/powerpoint/2010/main" val="18039829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6E5F6AD-1DCF-4F18-9BBA-2BC622BDF2FB}" type="datetimeFigureOut">
              <a:rPr lang="zh-CN" altLang="en-US" smtClean="0"/>
              <a:t>2019/1/5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1B0D12B-A1F6-4D3F-98AE-9ADCFED71E04}" type="slidenum">
              <a:rPr lang="zh-CN" altLang="en-US" smtClean="0"/>
              <a:t>‹#›</a:t>
            </a:fld>
            <a:endParaRPr lang="zh-CN" altLang="en-US"/>
          </a:p>
        </p:txBody>
      </p:sp>
    </p:spTree>
    <p:extLst>
      <p:ext uri="{BB962C8B-B14F-4D97-AF65-F5344CB8AC3E}">
        <p14:creationId xmlns:p14="http://schemas.microsoft.com/office/powerpoint/2010/main" val="601397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A6E5F6AD-1DCF-4F18-9BBA-2BC622BDF2FB}" type="datetimeFigureOut">
              <a:rPr lang="zh-CN" altLang="en-US" smtClean="0"/>
              <a:t>2019/1/5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1B0D12B-A1F6-4D3F-98AE-9ADCFED71E04}" type="slidenum">
              <a:rPr lang="zh-CN" altLang="en-US" smtClean="0"/>
              <a:t>‹#›</a:t>
            </a:fld>
            <a:endParaRPr lang="zh-CN" altLang="en-US"/>
          </a:p>
        </p:txBody>
      </p:sp>
    </p:spTree>
    <p:extLst>
      <p:ext uri="{BB962C8B-B14F-4D97-AF65-F5344CB8AC3E}">
        <p14:creationId xmlns:p14="http://schemas.microsoft.com/office/powerpoint/2010/main" val="35383121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A6E5F6AD-1DCF-4F18-9BBA-2BC622BDF2FB}" type="datetimeFigureOut">
              <a:rPr lang="zh-CN" altLang="en-US" smtClean="0"/>
              <a:t>2019/1/5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1B0D12B-A1F6-4D3F-98AE-9ADCFED71E04}" type="slidenum">
              <a:rPr lang="zh-CN" altLang="en-US" smtClean="0"/>
              <a:t>‹#›</a:t>
            </a:fld>
            <a:endParaRPr lang="zh-CN" altLang="en-US"/>
          </a:p>
        </p:txBody>
      </p:sp>
    </p:spTree>
    <p:extLst>
      <p:ext uri="{BB962C8B-B14F-4D97-AF65-F5344CB8AC3E}">
        <p14:creationId xmlns:p14="http://schemas.microsoft.com/office/powerpoint/2010/main" val="1750609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A6E5F6AD-1DCF-4F18-9BBA-2BC622BDF2FB}" type="datetimeFigureOut">
              <a:rPr lang="zh-CN" altLang="en-US" smtClean="0"/>
              <a:t>2019/1/5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1B0D12B-A1F6-4D3F-98AE-9ADCFED71E04}" type="slidenum">
              <a:rPr lang="zh-CN" altLang="en-US" smtClean="0"/>
              <a:t>‹#›</a:t>
            </a:fld>
            <a:endParaRPr lang="zh-CN" altLang="en-US"/>
          </a:p>
        </p:txBody>
      </p:sp>
    </p:spTree>
    <p:extLst>
      <p:ext uri="{BB962C8B-B14F-4D97-AF65-F5344CB8AC3E}">
        <p14:creationId xmlns:p14="http://schemas.microsoft.com/office/powerpoint/2010/main" val="5467148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A6E5F6AD-1DCF-4F18-9BBA-2BC622BDF2FB}" type="datetimeFigureOut">
              <a:rPr lang="zh-CN" altLang="en-US" smtClean="0"/>
              <a:t>2019/1/5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1B0D12B-A1F6-4D3F-98AE-9ADCFED71E04}" type="slidenum">
              <a:rPr lang="zh-CN" altLang="en-US" smtClean="0"/>
              <a:t>‹#›</a:t>
            </a:fld>
            <a:endParaRPr lang="zh-CN" altLang="en-US"/>
          </a:p>
        </p:txBody>
      </p:sp>
    </p:spTree>
    <p:extLst>
      <p:ext uri="{BB962C8B-B14F-4D97-AF65-F5344CB8AC3E}">
        <p14:creationId xmlns:p14="http://schemas.microsoft.com/office/powerpoint/2010/main" val="12997628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6E5F6AD-1DCF-4F18-9BBA-2BC622BDF2FB}" type="datetimeFigureOut">
              <a:rPr lang="zh-CN" altLang="en-US" smtClean="0"/>
              <a:t>2019/1/5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1B0D12B-A1F6-4D3F-98AE-9ADCFED71E04}" type="slidenum">
              <a:rPr lang="zh-CN" altLang="en-US" smtClean="0"/>
              <a:t>‹#›</a:t>
            </a:fld>
            <a:endParaRPr lang="zh-CN" altLang="en-US"/>
          </a:p>
        </p:txBody>
      </p:sp>
    </p:spTree>
    <p:extLst>
      <p:ext uri="{BB962C8B-B14F-4D97-AF65-F5344CB8AC3E}">
        <p14:creationId xmlns:p14="http://schemas.microsoft.com/office/powerpoint/2010/main" val="32291755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A6E5F6AD-1DCF-4F18-9BBA-2BC622BDF2FB}" type="datetimeFigureOut">
              <a:rPr lang="zh-CN" altLang="en-US" smtClean="0"/>
              <a:t>2019/1/5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1B0D12B-A1F6-4D3F-98AE-9ADCFED71E04}" type="slidenum">
              <a:rPr lang="zh-CN" altLang="en-US" smtClean="0"/>
              <a:t>‹#›</a:t>
            </a:fld>
            <a:endParaRPr lang="zh-CN" altLang="en-US"/>
          </a:p>
        </p:txBody>
      </p:sp>
    </p:spTree>
    <p:extLst>
      <p:ext uri="{BB962C8B-B14F-4D97-AF65-F5344CB8AC3E}">
        <p14:creationId xmlns:p14="http://schemas.microsoft.com/office/powerpoint/2010/main" val="3526092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A6E5F6AD-1DCF-4F18-9BBA-2BC622BDF2FB}" type="datetimeFigureOut">
              <a:rPr lang="zh-CN" altLang="en-US" smtClean="0"/>
              <a:t>2019/1/5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1B0D12B-A1F6-4D3F-98AE-9ADCFED71E04}" type="slidenum">
              <a:rPr lang="zh-CN" altLang="en-US" smtClean="0"/>
              <a:t>‹#›</a:t>
            </a:fld>
            <a:endParaRPr lang="zh-CN" altLang="en-US"/>
          </a:p>
        </p:txBody>
      </p:sp>
    </p:spTree>
    <p:extLst>
      <p:ext uri="{BB962C8B-B14F-4D97-AF65-F5344CB8AC3E}">
        <p14:creationId xmlns:p14="http://schemas.microsoft.com/office/powerpoint/2010/main" val="38030811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6E5F6AD-1DCF-4F18-9BBA-2BC622BDF2FB}" type="datetimeFigureOut">
              <a:rPr lang="zh-CN" altLang="en-US" smtClean="0"/>
              <a:t>2019/1/5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1B0D12B-A1F6-4D3F-98AE-9ADCFED71E04}" type="slidenum">
              <a:rPr lang="zh-CN" altLang="en-US" smtClean="0"/>
              <a:t>‹#›</a:t>
            </a:fld>
            <a:endParaRPr lang="zh-CN" altLang="en-US"/>
          </a:p>
        </p:txBody>
      </p:sp>
    </p:spTree>
    <p:extLst>
      <p:ext uri="{BB962C8B-B14F-4D97-AF65-F5344CB8AC3E}">
        <p14:creationId xmlns:p14="http://schemas.microsoft.com/office/powerpoint/2010/main" val="28546802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6E5F6AD-1DCF-4F18-9BBA-2BC622BDF2FB}" type="datetimeFigureOut">
              <a:rPr lang="zh-CN" altLang="en-US" smtClean="0"/>
              <a:t>2019/1/5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1B0D12B-A1F6-4D3F-98AE-9ADCFED71E04}" type="slidenum">
              <a:rPr lang="zh-CN" altLang="en-US" smtClean="0"/>
              <a:t>‹#›</a:t>
            </a:fld>
            <a:endParaRPr lang="zh-CN" altLang="en-US"/>
          </a:p>
        </p:txBody>
      </p:sp>
    </p:spTree>
    <p:extLst>
      <p:ext uri="{BB962C8B-B14F-4D97-AF65-F5344CB8AC3E}">
        <p14:creationId xmlns:p14="http://schemas.microsoft.com/office/powerpoint/2010/main" val="148556237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E5F6AD-1DCF-4F18-9BBA-2BC622BDF2FB}" type="datetimeFigureOut">
              <a:rPr lang="zh-CN" altLang="en-US" smtClean="0"/>
              <a:t>2019/1/5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B0D12B-A1F6-4D3F-98AE-9ADCFED71E04}" type="slidenum">
              <a:rPr lang="zh-CN" altLang="en-US" smtClean="0"/>
              <a:t>‹#›</a:t>
            </a:fld>
            <a:endParaRPr lang="zh-CN" altLang="en-US"/>
          </a:p>
        </p:txBody>
      </p:sp>
    </p:spTree>
    <p:extLst>
      <p:ext uri="{BB962C8B-B14F-4D97-AF65-F5344CB8AC3E}">
        <p14:creationId xmlns:p14="http://schemas.microsoft.com/office/powerpoint/2010/main" val="42838979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microsoft.com/office/2007/relationships/media" Target="../media/media1.mp3"/><Relationship Id="rId2" Type="http://schemas.openxmlformats.org/officeDocument/2006/relationships/audio" Target="../media/media1.mp3"/><Relationship Id="rId3" Type="http://schemas.openxmlformats.org/officeDocument/2006/relationships/slideLayout" Target="../slideLayouts/slideLayout1.xml"/><Relationship Id="rId4" Type="http://schemas.openxmlformats.org/officeDocument/2006/relationships/notesSlide" Target="../notesSlides/notesSlide1.xml"/><Relationship Id="rId5" Type="http://schemas.openxmlformats.org/officeDocument/2006/relationships/image" Target="../media/image1.jpeg"/><Relationship Id="rId6" Type="http://schemas.openxmlformats.org/officeDocument/2006/relationships/image" Target="../media/image2.png"/><Relationship Id="rId7" Type="http://schemas.microsoft.com/office/2007/relationships/hdphoto" Target="../media/hdphoto1.wdp"/><Relationship Id="rId8" Type="http://schemas.openxmlformats.org/officeDocument/2006/relationships/image" Target="../media/image3.png"/><Relationship Id="rId9" Type="http://schemas.openxmlformats.org/officeDocument/2006/relationships/image" Target="../media/image4.png"/><Relationship Id="rId10" Type="http://schemas.openxmlformats.org/officeDocument/2006/relationships/image" Target="../media/image5.png"/><Relationship Id="rId11" Type="http://schemas.microsoft.com/office/2007/relationships/hdphoto" Target="../media/hdphoto2.wdp"/><Relationship Id="rId12" Type="http://schemas.openxmlformats.org/officeDocument/2006/relationships/image" Target="../media/image6.png"/><Relationship Id="rId13" Type="http://schemas.microsoft.com/office/2007/relationships/hdphoto" Target="../media/hdphoto3.wdp"/><Relationship Id="rId14" Type="http://schemas.openxmlformats.org/officeDocument/2006/relationships/image" Target="../media/image7.png"/><Relationship Id="rId15" Type="http://schemas.microsoft.com/office/2007/relationships/hdphoto" Target="../media/hdphoto4.wdp"/><Relationship Id="rId16" Type="http://schemas.openxmlformats.org/officeDocument/2006/relationships/image" Target="../media/image8.png"/><Relationship Id="rId17" Type="http://schemas.microsoft.com/office/2007/relationships/hdphoto" Target="../media/hdphoto5.wdp"/><Relationship Id="rId18"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0.jpg"/><Relationship Id="rId4" Type="http://schemas.openxmlformats.org/officeDocument/2006/relationships/image" Target="../media/image11.jpeg"/><Relationship Id="rId5" Type="http://schemas.openxmlformats.org/officeDocument/2006/relationships/image" Target="../media/image12.png"/><Relationship Id="rId6" Type="http://schemas.microsoft.com/office/2007/relationships/hdphoto" Target="../media/hdphoto1.wdp"/><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png"/><Relationship Id="rId10" Type="http://schemas.openxmlformats.org/officeDocument/2006/relationships/image" Target="../media/image16.png"/><Relationship Id="rId11" Type="http://schemas.openxmlformats.org/officeDocument/2006/relationships/image" Target="../media/image8.png"/><Relationship Id="rId12" Type="http://schemas.microsoft.com/office/2007/relationships/hdphoto" Target="../media/hdphoto6.wdp"/></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0.jpg"/><Relationship Id="rId4" Type="http://schemas.openxmlformats.org/officeDocument/2006/relationships/image" Target="../media/image17.png"/><Relationship Id="rId5" Type="http://schemas.microsoft.com/office/2007/relationships/hdphoto" Target="../media/hdphoto2.wdp"/><Relationship Id="rId6" Type="http://schemas.openxmlformats.org/officeDocument/2006/relationships/image" Target="../media/image12.png"/><Relationship Id="rId7" Type="http://schemas.microsoft.com/office/2007/relationships/hdphoto" Target="../media/hdphoto1.wdp"/><Relationship Id="rId8" Type="http://schemas.openxmlformats.org/officeDocument/2006/relationships/image" Target="../media/image16.png"/><Relationship Id="rId9" Type="http://schemas.openxmlformats.org/officeDocument/2006/relationships/image" Target="../media/image18.png"/><Relationship Id="rId10" Type="http://schemas.openxmlformats.org/officeDocument/2006/relationships/image" Target="../media/image19.png"/><Relationship Id="rId11"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0.jpg"/><Relationship Id="rId4" Type="http://schemas.openxmlformats.org/officeDocument/2006/relationships/image" Target="../media/image5.png"/><Relationship Id="rId5" Type="http://schemas.microsoft.com/office/2007/relationships/hdphoto" Target="../media/hdphoto2.wdp"/><Relationship Id="rId6" Type="http://schemas.openxmlformats.org/officeDocument/2006/relationships/image" Target="../media/image6.png"/><Relationship Id="rId7" Type="http://schemas.microsoft.com/office/2007/relationships/hdphoto" Target="../media/hdphoto3.wdp"/><Relationship Id="rId8" Type="http://schemas.openxmlformats.org/officeDocument/2006/relationships/image" Target="../media/image7.png"/><Relationship Id="rId9" Type="http://schemas.microsoft.com/office/2007/relationships/hdphoto" Target="../media/hdphoto4.wdp"/><Relationship Id="rId10" Type="http://schemas.openxmlformats.org/officeDocument/2006/relationships/image" Target="../media/image8.png"/><Relationship Id="rId11" Type="http://schemas.microsoft.com/office/2007/relationships/hdphoto" Target="../media/hdphoto5.wdp"/></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0.jpg"/><Relationship Id="rId4" Type="http://schemas.openxmlformats.org/officeDocument/2006/relationships/image" Target="../media/image17.png"/><Relationship Id="rId5" Type="http://schemas.microsoft.com/office/2007/relationships/hdphoto" Target="../media/hdphoto2.wdp"/><Relationship Id="rId6" Type="http://schemas.openxmlformats.org/officeDocument/2006/relationships/image" Target="../media/image20.jpeg"/><Relationship Id="rId7" Type="http://schemas.openxmlformats.org/officeDocument/2006/relationships/image" Target="../media/image21.jpeg"/><Relationship Id="rId8" Type="http://schemas.openxmlformats.org/officeDocument/2006/relationships/image" Target="../media/image16.png"/><Relationship Id="rId9" Type="http://schemas.microsoft.com/office/2007/relationships/hdphoto" Target="../media/hdphoto1.wdp"/></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0.jpg"/><Relationship Id="rId4" Type="http://schemas.openxmlformats.org/officeDocument/2006/relationships/image" Target="../media/image17.png"/><Relationship Id="rId5" Type="http://schemas.microsoft.com/office/2007/relationships/hdphoto" Target="../media/hdphoto2.wdp"/></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0.jpg"/><Relationship Id="rId4" Type="http://schemas.openxmlformats.org/officeDocument/2006/relationships/image" Target="../media/image17.png"/><Relationship Id="rId5" Type="http://schemas.microsoft.com/office/2007/relationships/hdphoto" Target="../media/hdphoto2.wdp"/><Relationship Id="rId6" Type="http://schemas.openxmlformats.org/officeDocument/2006/relationships/image" Target="../media/image12.png"/><Relationship Id="rId7" Type="http://schemas.microsoft.com/office/2007/relationships/hdphoto" Target="../media/hdphoto1.wdp"/><Relationship Id="rId8" Type="http://schemas.openxmlformats.org/officeDocument/2006/relationships/image" Target="../media/image16.png"/><Relationship Id="rId9"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0.jpg"/><Relationship Id="rId4" Type="http://schemas.openxmlformats.org/officeDocument/2006/relationships/image" Target="../media/image17.png"/><Relationship Id="rId5" Type="http://schemas.microsoft.com/office/2007/relationships/hdphoto" Target="../media/hdphoto2.wdp"/></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0.jpg"/><Relationship Id="rId4" Type="http://schemas.openxmlformats.org/officeDocument/2006/relationships/image" Target="../media/image7.png"/><Relationship Id="rId5" Type="http://schemas.microsoft.com/office/2007/relationships/hdphoto" Target="../media/hdphoto4.wdp"/><Relationship Id="rId6" Type="http://schemas.openxmlformats.org/officeDocument/2006/relationships/chart" Target="../charts/char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0.jpg"/><Relationship Id="rId4" Type="http://schemas.openxmlformats.org/officeDocument/2006/relationships/image" Target="../media/image8.png"/><Relationship Id="rId5" Type="http://schemas.microsoft.com/office/2007/relationships/hdphoto" Target="../media/hdphoto6.wdp"/><Relationship Id="rId6" Type="http://schemas.openxmlformats.org/officeDocument/2006/relationships/image" Target="../media/image12.png"/><Relationship Id="rId7" Type="http://schemas.microsoft.com/office/2007/relationships/hdphoto" Target="../media/hdphoto1.wdp"/><Relationship Id="rId8" Type="http://schemas.openxmlformats.org/officeDocument/2006/relationships/image" Target="../media/image16.png"/><Relationship Id="rId9"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0.jpg"/><Relationship Id="rId4" Type="http://schemas.openxmlformats.org/officeDocument/2006/relationships/image" Target="../media/image5.png"/><Relationship Id="rId5" Type="http://schemas.microsoft.com/office/2007/relationships/hdphoto" Target="../media/hdphoto2.wdp"/><Relationship Id="rId6" Type="http://schemas.openxmlformats.org/officeDocument/2006/relationships/image" Target="../media/image6.png"/><Relationship Id="rId7" Type="http://schemas.microsoft.com/office/2007/relationships/hdphoto" Target="../media/hdphoto3.wdp"/><Relationship Id="rId8" Type="http://schemas.openxmlformats.org/officeDocument/2006/relationships/image" Target="../media/image7.png"/><Relationship Id="rId9" Type="http://schemas.microsoft.com/office/2007/relationships/hdphoto" Target="../media/hdphoto4.wdp"/><Relationship Id="rId10" Type="http://schemas.openxmlformats.org/officeDocument/2006/relationships/image" Target="../media/image8.png"/><Relationship Id="rId11" Type="http://schemas.microsoft.com/office/2007/relationships/hdphoto" Target="../media/hdphoto5.wdp"/></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0.jpg"/><Relationship Id="rId4" Type="http://schemas.openxmlformats.org/officeDocument/2006/relationships/image" Target="../media/image22.png"/><Relationship Id="rId5" Type="http://schemas.microsoft.com/office/2007/relationships/hdphoto" Target="../media/hdphoto7.wdp"/><Relationship Id="rId6" Type="http://schemas.openxmlformats.org/officeDocument/2006/relationships/image" Target="../media/image23.png"/><Relationship Id="rId7" Type="http://schemas.microsoft.com/office/2007/relationships/hdphoto" Target="../media/hdphoto1.wdp"/><Relationship Id="rId8" Type="http://schemas.openxmlformats.org/officeDocument/2006/relationships/image" Target="../media/image18.png"/><Relationship Id="rId9"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0.jpg"/><Relationship Id="rId4" Type="http://schemas.openxmlformats.org/officeDocument/2006/relationships/image" Target="../media/image22.png"/><Relationship Id="rId5" Type="http://schemas.microsoft.com/office/2007/relationships/hdphoto" Target="../media/hdphoto7.wdp"/></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0.jpg"/><Relationship Id="rId4" Type="http://schemas.openxmlformats.org/officeDocument/2006/relationships/image" Target="../media/image22.png"/><Relationship Id="rId5" Type="http://schemas.microsoft.com/office/2007/relationships/hdphoto" Target="../media/hdphoto7.wdp"/><Relationship Id="rId6" Type="http://schemas.openxmlformats.org/officeDocument/2006/relationships/image" Target="../media/image13.png"/><Relationship Id="rId7" Type="http://schemas.microsoft.com/office/2007/relationships/hdphoto" Target="../media/hdphoto1.wdp"/></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0.jpg"/><Relationship Id="rId4" Type="http://schemas.openxmlformats.org/officeDocument/2006/relationships/image" Target="../media/image22.png"/><Relationship Id="rId5" Type="http://schemas.microsoft.com/office/2007/relationships/hdphoto" Target="../media/hdphoto7.wdp"/><Relationship Id="rId6" Type="http://schemas.openxmlformats.org/officeDocument/2006/relationships/image" Target="../media/image24.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0.jpg"/><Relationship Id="rId4" Type="http://schemas.openxmlformats.org/officeDocument/2006/relationships/image" Target="../media/image5.png"/><Relationship Id="rId5" Type="http://schemas.microsoft.com/office/2007/relationships/hdphoto" Target="../media/hdphoto2.wdp"/><Relationship Id="rId6" Type="http://schemas.openxmlformats.org/officeDocument/2006/relationships/image" Target="../media/image6.png"/><Relationship Id="rId7" Type="http://schemas.microsoft.com/office/2007/relationships/hdphoto" Target="../media/hdphoto3.wdp"/><Relationship Id="rId8" Type="http://schemas.openxmlformats.org/officeDocument/2006/relationships/image" Target="../media/image7.png"/><Relationship Id="rId9" Type="http://schemas.microsoft.com/office/2007/relationships/hdphoto" Target="../media/hdphoto4.wdp"/><Relationship Id="rId10" Type="http://schemas.openxmlformats.org/officeDocument/2006/relationships/image" Target="../media/image8.png"/><Relationship Id="rId11" Type="http://schemas.microsoft.com/office/2007/relationships/hdphoto" Target="../media/hdphoto5.wdp"/></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0.jpg"/><Relationship Id="rId4" Type="http://schemas.openxmlformats.org/officeDocument/2006/relationships/image" Target="../media/image8.png"/><Relationship Id="rId5" Type="http://schemas.microsoft.com/office/2007/relationships/hdphoto" Target="../media/hdphoto5.wdp"/></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0.jpg"/><Relationship Id="rId4" Type="http://schemas.openxmlformats.org/officeDocument/2006/relationships/image" Target="../media/image8.png"/><Relationship Id="rId5" Type="http://schemas.microsoft.com/office/2007/relationships/hdphoto" Target="../media/hdphoto5.wdp"/><Relationship Id="rId6" Type="http://schemas.openxmlformats.org/officeDocument/2006/relationships/image" Target="../media/image25.jpeg"/><Relationship Id="rId7" Type="http://schemas.openxmlformats.org/officeDocument/2006/relationships/image" Target="../media/image12.png"/><Relationship Id="rId8" Type="http://schemas.microsoft.com/office/2007/relationships/hdphoto" Target="../media/hdphoto1.wdp"/><Relationship Id="rId9" Type="http://schemas.openxmlformats.org/officeDocument/2006/relationships/image" Target="../media/image16.png"/><Relationship Id="rId10"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0.jpg"/><Relationship Id="rId4" Type="http://schemas.openxmlformats.org/officeDocument/2006/relationships/image" Target="../media/image8.png"/><Relationship Id="rId5" Type="http://schemas.microsoft.com/office/2007/relationships/hdphoto" Target="../media/hdphoto5.wdp"/></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0.jpg"/><Relationship Id="rId4" Type="http://schemas.openxmlformats.org/officeDocument/2006/relationships/image" Target="../media/image5.png"/><Relationship Id="rId5" Type="http://schemas.microsoft.com/office/2007/relationships/hdphoto" Target="../media/hdphoto2.wdp"/><Relationship Id="rId6" Type="http://schemas.openxmlformats.org/officeDocument/2006/relationships/image" Target="../media/image6.png"/><Relationship Id="rId7" Type="http://schemas.microsoft.com/office/2007/relationships/hdphoto" Target="../media/hdphoto3.wdp"/><Relationship Id="rId8" Type="http://schemas.openxmlformats.org/officeDocument/2006/relationships/image" Target="../media/image7.png"/><Relationship Id="rId9" Type="http://schemas.microsoft.com/office/2007/relationships/hdphoto" Target="../media/hdphoto4.wdp"/><Relationship Id="rId10" Type="http://schemas.openxmlformats.org/officeDocument/2006/relationships/image" Target="../media/image8.png"/><Relationship Id="rId11" Type="http://schemas.microsoft.com/office/2007/relationships/hdphoto" Target="../media/hdphoto5.wdp"/></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0.jpg"/><Relationship Id="rId4" Type="http://schemas.openxmlformats.org/officeDocument/2006/relationships/image" Target="../media/image26.png"/><Relationship Id="rId5" Type="http://schemas.microsoft.com/office/2007/relationships/hdphoto" Target="../media/hdphoto8.wdp"/><Relationship Id="rId6" Type="http://schemas.openxmlformats.org/officeDocument/2006/relationships/image" Target="../media/image13.png"/><Relationship Id="rId7" Type="http://schemas.microsoft.com/office/2007/relationships/hdphoto" Target="../media/hdphoto1.wdp"/></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0.jpg"/><Relationship Id="rId4" Type="http://schemas.openxmlformats.org/officeDocument/2006/relationships/image" Target="../media/image26.png"/><Relationship Id="rId5" Type="http://schemas.microsoft.com/office/2007/relationships/hdphoto" Target="../media/hdphoto8.wdp"/></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0.jpg"/><Relationship Id="rId4" Type="http://schemas.openxmlformats.org/officeDocument/2006/relationships/image" Target="../media/image26.png"/><Relationship Id="rId5" Type="http://schemas.microsoft.com/office/2007/relationships/hdphoto" Target="../media/hdphoto8.wdp"/><Relationship Id="rId6" Type="http://schemas.openxmlformats.org/officeDocument/2006/relationships/image" Target="../media/image27.png"/><Relationship Id="rId7" Type="http://schemas.openxmlformats.org/officeDocument/2006/relationships/image" Target="../media/image28.jpeg"/><Relationship Id="rId8" Type="http://schemas.openxmlformats.org/officeDocument/2006/relationships/image" Target="../media/image12.png"/><Relationship Id="rId9" Type="http://schemas.microsoft.com/office/2007/relationships/hdphoto" Target="../media/hdphoto1.wdp"/><Relationship Id="rId10"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jpeg"/><Relationship Id="rId4" Type="http://schemas.openxmlformats.org/officeDocument/2006/relationships/image" Target="../media/image2.png"/><Relationship Id="rId5" Type="http://schemas.microsoft.com/office/2007/relationships/hdphoto" Target="../media/hdphoto1.wdp"/><Relationship Id="rId6" Type="http://schemas.openxmlformats.org/officeDocument/2006/relationships/image" Target="../media/image3.png"/><Relationship Id="rId7" Type="http://schemas.openxmlformats.org/officeDocument/2006/relationships/image" Target="../media/image4.png"/><Relationship Id="rId8" Type="http://schemas.openxmlformats.org/officeDocument/2006/relationships/image" Target="../media/image5.png"/><Relationship Id="rId9" Type="http://schemas.microsoft.com/office/2007/relationships/hdphoto" Target="../media/hdphoto2.wdp"/><Relationship Id="rId10" Type="http://schemas.openxmlformats.org/officeDocument/2006/relationships/image" Target="../media/image6.png"/><Relationship Id="rId11" Type="http://schemas.microsoft.com/office/2007/relationships/hdphoto" Target="../media/hdphoto3.wdp"/><Relationship Id="rId12" Type="http://schemas.openxmlformats.org/officeDocument/2006/relationships/image" Target="../media/image7.png"/><Relationship Id="rId13" Type="http://schemas.microsoft.com/office/2007/relationships/hdphoto" Target="../media/hdphoto4.wdp"/><Relationship Id="rId14" Type="http://schemas.openxmlformats.org/officeDocument/2006/relationships/image" Target="../media/image8.png"/><Relationship Id="rId15" Type="http://schemas.microsoft.com/office/2007/relationships/hdphoto" Target="../media/hdphoto5.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a:xfrm>
            <a:off x="414338" y="442913"/>
            <a:ext cx="11401425" cy="5857875"/>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414338" y="2336006"/>
            <a:ext cx="11401425" cy="2071687"/>
          </a:xfrm>
          <a:prstGeom prst="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2956598" y="2481222"/>
            <a:ext cx="6600825" cy="1200329"/>
          </a:xfrm>
          <a:prstGeom prst="rect">
            <a:avLst/>
          </a:prstGeom>
          <a:noFill/>
        </p:spPr>
        <p:txBody>
          <a:bodyPr wrap="square" rtlCol="0">
            <a:spAutoFit/>
          </a:bodyPr>
          <a:lstStyle/>
          <a:p>
            <a:r>
              <a:rPr lang="zh-CN" altLang="en-US" sz="7200" dirty="0">
                <a:solidFill>
                  <a:schemeClr val="accent1">
                    <a:lumMod val="75000"/>
                  </a:schemeClr>
                </a:solidFill>
                <a:latin typeface="方正字迹-元童楷隶简体" panose="02010600010101010101" pitchFamily="2" charset="-122"/>
                <a:ea typeface="方正字迹-元童楷隶简体" panose="02010600010101010101" pitchFamily="2" charset="-122"/>
              </a:rPr>
              <a:t>儿童成长教育课件</a:t>
            </a:r>
          </a:p>
        </p:txBody>
      </p:sp>
      <p:pic>
        <p:nvPicPr>
          <p:cNvPr id="20" name="图片 19"/>
          <p:cNvPicPr>
            <a:picLocks noChangeAspect="1"/>
          </p:cNvPicPr>
          <p:nvPr/>
        </p:nvPicPr>
        <p:blipFill rotWithShape="1">
          <a:blip r:embed="rId5" cstate="print">
            <a:extLst>
              <a:ext uri="{28A0092B-C50C-407E-A947-70E740481C1C}">
                <a14:useLocalDpi xmlns:a14="http://schemas.microsoft.com/office/drawing/2010/main" val="0"/>
              </a:ext>
            </a:extLst>
          </a:blip>
          <a:srcRect l="5001" t="11880" r="6452" b="30000"/>
          <a:stretch/>
        </p:blipFill>
        <p:spPr>
          <a:xfrm>
            <a:off x="5284545" y="594668"/>
            <a:ext cx="1857214" cy="1828807"/>
          </a:xfrm>
          <a:prstGeom prst="ellipse">
            <a:avLst/>
          </a:prstGeom>
          <a:effectLst>
            <a:outerShdw blurRad="63500" sx="102000" sy="102000" algn="ctr" rotWithShape="0">
              <a:prstClr val="black">
                <a:alpha val="40000"/>
              </a:prstClr>
            </a:outerShdw>
          </a:effectLst>
        </p:spPr>
      </p:pic>
      <p:pic>
        <p:nvPicPr>
          <p:cNvPr id="21" name="图片 20"/>
          <p:cNvPicPr>
            <a:picLocks noChangeAspect="1"/>
          </p:cNvPicPr>
          <p:nvPr/>
        </p:nvPicPr>
        <p:blipFill rotWithShape="1">
          <a:blip r:embed="rId6" cstate="print">
            <a:extLst>
              <a:ext uri="{BEBA8EAE-BF5A-486C-A8C5-ECC9F3942E4B}">
                <a14:imgProps xmlns:a14="http://schemas.microsoft.com/office/drawing/2010/main">
                  <a14:imgLayer r:embed="rId7">
                    <a14:imgEffect>
                      <a14:backgroundRemoval t="1879" b="12061" l="17455" r="35182">
                        <a14:foregroundMark x1="28364" y1="4606" x2="28364" y2="4606"/>
                      </a14:backgroundRemoval>
                    </a14:imgEffect>
                  </a14:imgLayer>
                </a14:imgProps>
              </a:ext>
              <a:ext uri="{28A0092B-C50C-407E-A947-70E740481C1C}">
                <a14:useLocalDpi xmlns:a14="http://schemas.microsoft.com/office/drawing/2010/main" val="0"/>
              </a:ext>
            </a:extLst>
          </a:blip>
          <a:srcRect l="19224" r="63141" b="87927"/>
          <a:stretch/>
        </p:blipFill>
        <p:spPr>
          <a:xfrm>
            <a:off x="1614487" y="885873"/>
            <a:ext cx="1585913" cy="1628774"/>
          </a:xfrm>
          <a:prstGeom prst="rect">
            <a:avLst/>
          </a:prstGeom>
        </p:spPr>
      </p:pic>
      <p:pic>
        <p:nvPicPr>
          <p:cNvPr id="23" name="图片 22"/>
          <p:cNvPicPr>
            <a:picLocks noChangeAspect="1"/>
          </p:cNvPicPr>
          <p:nvPr/>
        </p:nvPicPr>
        <p:blipFill rotWithShape="1">
          <a:blip r:embed="rId8" cstate="print">
            <a:extLst>
              <a:ext uri="{BEBA8EAE-BF5A-486C-A8C5-ECC9F3942E4B}">
                <a14:imgProps xmlns:a14="http://schemas.microsoft.com/office/drawing/2010/main">
                  <a14:imgLayer r:embed="rId7">
                    <a14:imgEffect>
                      <a14:backgroundRemoval t="15939" b="25879" l="0" r="14000"/>
                    </a14:imgEffect>
                  </a14:imgLayer>
                </a14:imgProps>
              </a:ext>
              <a:ext uri="{28A0092B-C50C-407E-A947-70E740481C1C}">
                <a14:useLocalDpi xmlns:a14="http://schemas.microsoft.com/office/drawing/2010/main" val="0"/>
              </a:ext>
            </a:extLst>
          </a:blip>
          <a:srcRect t="15333" r="83114" b="73542"/>
          <a:stretch/>
        </p:blipFill>
        <p:spPr>
          <a:xfrm>
            <a:off x="10251735" y="1843087"/>
            <a:ext cx="1604640" cy="1585960"/>
          </a:xfrm>
          <a:prstGeom prst="rect">
            <a:avLst/>
          </a:prstGeom>
        </p:spPr>
      </p:pic>
      <p:pic>
        <p:nvPicPr>
          <p:cNvPr id="24" name="图片 23"/>
          <p:cNvPicPr>
            <a:picLocks noChangeAspect="1"/>
          </p:cNvPicPr>
          <p:nvPr/>
        </p:nvPicPr>
        <p:blipFill rotWithShape="1">
          <a:blip r:embed="rId9" cstate="print">
            <a:extLst>
              <a:ext uri="{BEBA8EAE-BF5A-486C-A8C5-ECC9F3942E4B}">
                <a14:imgProps xmlns:a14="http://schemas.microsoft.com/office/drawing/2010/main">
                  <a14:imgLayer r:embed="rId7">
                    <a14:imgEffect>
                      <a14:backgroundRemoval t="1292" b="11625" l="73941" r="97105"/>
                    </a14:imgEffect>
                  </a14:imgLayer>
                </a14:imgProps>
              </a:ext>
              <a:ext uri="{28A0092B-C50C-407E-A947-70E740481C1C}">
                <a14:useLocalDpi xmlns:a14="http://schemas.microsoft.com/office/drawing/2010/main" val="0"/>
              </a:ext>
            </a:extLst>
          </a:blip>
          <a:srcRect l="71045" t="4768" r="11358" b="87083"/>
          <a:stretch/>
        </p:blipFill>
        <p:spPr>
          <a:xfrm>
            <a:off x="7283995" y="414334"/>
            <a:ext cx="1573223" cy="1092991"/>
          </a:xfrm>
          <a:prstGeom prst="rect">
            <a:avLst/>
          </a:prstGeom>
        </p:spPr>
      </p:pic>
      <p:sp>
        <p:nvSpPr>
          <p:cNvPr id="25" name="文本框 24"/>
          <p:cNvSpPr txBox="1"/>
          <p:nvPr/>
        </p:nvSpPr>
        <p:spPr>
          <a:xfrm>
            <a:off x="5356897" y="3702691"/>
            <a:ext cx="1800226" cy="461665"/>
          </a:xfrm>
          <a:prstGeom prst="rect">
            <a:avLst/>
          </a:prstGeom>
          <a:noFill/>
        </p:spPr>
        <p:txBody>
          <a:bodyPr wrap="square" rtlCol="0">
            <a:spAutoFit/>
          </a:bodyPr>
          <a:lstStyle/>
          <a:p>
            <a:r>
              <a:rPr lang="zh-CN" altLang="en-US" sz="2400" dirty="0">
                <a:solidFill>
                  <a:schemeClr val="tx1">
                    <a:lumMod val="85000"/>
                    <a:lumOff val="15000"/>
                  </a:schemeClr>
                </a:solidFill>
                <a:latin typeface="方正字迹-元童楷隶简体" panose="02010600010101010101" pitchFamily="2" charset="-122"/>
                <a:ea typeface="方正字迹-元童楷隶简体" panose="02010600010101010101" pitchFamily="2" charset="-122"/>
              </a:rPr>
              <a:t>一年级一班</a:t>
            </a:r>
          </a:p>
        </p:txBody>
      </p:sp>
      <p:grpSp>
        <p:nvGrpSpPr>
          <p:cNvPr id="30" name="组合 29"/>
          <p:cNvGrpSpPr/>
          <p:nvPr/>
        </p:nvGrpSpPr>
        <p:grpSpPr>
          <a:xfrm>
            <a:off x="438171" y="3158529"/>
            <a:ext cx="11176684" cy="3558018"/>
            <a:chOff x="438171" y="3158529"/>
            <a:chExt cx="11176684" cy="3558018"/>
          </a:xfrm>
        </p:grpSpPr>
        <p:pic>
          <p:nvPicPr>
            <p:cNvPr id="26" name="图片 25"/>
            <p:cNvPicPr>
              <a:picLocks noChangeAspect="1"/>
            </p:cNvPicPr>
            <p:nvPr/>
          </p:nvPicPr>
          <p:blipFill rotWithShape="1">
            <a:blip r:embed="rId10" cstate="print">
              <a:extLst>
                <a:ext uri="{BEBA8EAE-BF5A-486C-A8C5-ECC9F3942E4B}">
                  <a14:imgProps xmlns:a14="http://schemas.microsoft.com/office/drawing/2010/main">
                    <a14:imgLayer r:embed="rId11">
                      <a14:imgEffect>
                        <a14:backgroundRemoval t="243" b="55064" l="9736" r="100000"/>
                      </a14:imgEffect>
                    </a14:imgLayer>
                  </a14:imgProps>
                </a:ext>
                <a:ext uri="{28A0092B-C50C-407E-A947-70E740481C1C}">
                  <a14:useLocalDpi xmlns:a14="http://schemas.microsoft.com/office/drawing/2010/main" val="0"/>
                </a:ext>
              </a:extLst>
            </a:blip>
            <a:srcRect l="36774" b="59911"/>
            <a:stretch/>
          </p:blipFill>
          <p:spPr>
            <a:xfrm>
              <a:off x="3243951" y="3968090"/>
              <a:ext cx="2889474" cy="2748457"/>
            </a:xfrm>
            <a:prstGeom prst="rect">
              <a:avLst/>
            </a:prstGeom>
          </p:spPr>
        </p:pic>
        <p:pic>
          <p:nvPicPr>
            <p:cNvPr id="27" name="图片 26"/>
            <p:cNvPicPr>
              <a:picLocks noChangeAspect="1"/>
            </p:cNvPicPr>
            <p:nvPr/>
          </p:nvPicPr>
          <p:blipFill rotWithShape="1">
            <a:blip r:embed="rId12" cstate="print">
              <a:extLst>
                <a:ext uri="{BEBA8EAE-BF5A-486C-A8C5-ECC9F3942E4B}">
                  <a14:imgProps xmlns:a14="http://schemas.microsoft.com/office/drawing/2010/main">
                    <a14:imgLayer r:embed="rId13">
                      <a14:imgEffect>
                        <a14:backgroundRemoval t="56883" b="100000" l="48226" r="100000">
                          <a14:foregroundMark x1="55687" y1="78108" x2="55687" y2="78108"/>
                          <a14:foregroundMark x1="76979" y1="78532" x2="76979" y2="78532"/>
                        </a14:backgroundRemoval>
                      </a14:imgEffect>
                    </a14:imgLayer>
                  </a14:imgProps>
                </a:ext>
                <a:ext uri="{28A0092B-C50C-407E-A947-70E740481C1C}">
                  <a14:useLocalDpi xmlns:a14="http://schemas.microsoft.com/office/drawing/2010/main" val="0"/>
                </a:ext>
              </a:extLst>
            </a:blip>
            <a:srcRect l="35074" t="53702"/>
            <a:stretch/>
          </p:blipFill>
          <p:spPr>
            <a:xfrm>
              <a:off x="6576648" y="3873608"/>
              <a:ext cx="2280570" cy="2439615"/>
            </a:xfrm>
            <a:prstGeom prst="rect">
              <a:avLst/>
            </a:prstGeom>
          </p:spPr>
        </p:pic>
        <p:pic>
          <p:nvPicPr>
            <p:cNvPr id="28" name="图片 27"/>
            <p:cNvPicPr>
              <a:picLocks noChangeAspect="1"/>
            </p:cNvPicPr>
            <p:nvPr/>
          </p:nvPicPr>
          <p:blipFill rotWithShape="1">
            <a:blip r:embed="rId14" cstate="print">
              <a:extLst>
                <a:ext uri="{BEBA8EAE-BF5A-486C-A8C5-ECC9F3942E4B}">
                  <a14:imgProps xmlns:a14="http://schemas.microsoft.com/office/drawing/2010/main">
                    <a14:imgLayer r:embed="rId15">
                      <a14:imgEffect>
                        <a14:backgroundRemoval t="9885" b="100000" l="9827" r="100000">
                          <a14:backgroundMark x1="62329" y1="21225" x2="98271" y2="38326"/>
                          <a14:backgroundMark x1="61056" y1="32262" x2="89445" y2="47301"/>
                          <a14:backgroundMark x1="98544" y1="59976" x2="99181" y2="62280"/>
                          <a14:backgroundMark x1="96633" y1="75440" x2="99818" y2="81261"/>
                        </a14:backgroundRemoval>
                      </a14:imgEffect>
                    </a14:imgLayer>
                  </a14:imgProps>
                </a:ext>
                <a:ext uri="{28A0092B-C50C-407E-A947-70E740481C1C}">
                  <a14:useLocalDpi xmlns:a14="http://schemas.microsoft.com/office/drawing/2010/main" val="0"/>
                </a:ext>
              </a:extLst>
            </a:blip>
            <a:srcRect t="35003" b="11364"/>
            <a:stretch/>
          </p:blipFill>
          <p:spPr>
            <a:xfrm>
              <a:off x="8493541" y="3765648"/>
              <a:ext cx="3121314" cy="2511296"/>
            </a:xfrm>
            <a:prstGeom prst="rect">
              <a:avLst/>
            </a:prstGeom>
          </p:spPr>
        </p:pic>
        <p:pic>
          <p:nvPicPr>
            <p:cNvPr id="29" name="图片 28"/>
            <p:cNvPicPr>
              <a:picLocks noChangeAspect="1"/>
            </p:cNvPicPr>
            <p:nvPr/>
          </p:nvPicPr>
          <p:blipFill rotWithShape="1">
            <a:blip r:embed="rId16" cstate="print">
              <a:extLst>
                <a:ext uri="{BEBA8EAE-BF5A-486C-A8C5-ECC9F3942E4B}">
                  <a14:imgProps xmlns:a14="http://schemas.microsoft.com/office/drawing/2010/main">
                    <a14:imgLayer r:embed="rId17">
                      <a14:imgEffect>
                        <a14:backgroundRemoval t="52274" b="99697" l="0" r="89991"/>
                      </a14:imgEffect>
                    </a14:imgLayer>
                  </a14:imgProps>
                </a:ext>
                <a:ext uri="{28A0092B-C50C-407E-A947-70E740481C1C}">
                  <a14:useLocalDpi xmlns:a14="http://schemas.microsoft.com/office/drawing/2010/main" val="0"/>
                </a:ext>
              </a:extLst>
            </a:blip>
            <a:srcRect t="53765"/>
            <a:stretch/>
          </p:blipFill>
          <p:spPr>
            <a:xfrm>
              <a:off x="438171" y="3158529"/>
              <a:ext cx="4571570" cy="3170838"/>
            </a:xfrm>
            <a:prstGeom prst="rect">
              <a:avLst/>
            </a:prstGeom>
          </p:spPr>
        </p:pic>
      </p:grpSp>
      <p:pic>
        <p:nvPicPr>
          <p:cNvPr id="3" name="佐藤利奈,大亀あすか - ごはんの練習">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18"/>
          <a:stretch>
            <a:fillRect/>
          </a:stretch>
        </p:blipFill>
        <p:spPr>
          <a:xfrm>
            <a:off x="12559236" y="2343427"/>
            <a:ext cx="609600" cy="609600"/>
          </a:xfrm>
          <a:prstGeom prst="rect">
            <a:avLst/>
          </a:prstGeom>
        </p:spPr>
      </p:pic>
    </p:spTree>
    <p:extLst>
      <p:ext uri="{BB962C8B-B14F-4D97-AF65-F5344CB8AC3E}">
        <p14:creationId xmlns:p14="http://schemas.microsoft.com/office/powerpoint/2010/main" val="1577268203"/>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1000"/>
                                        <p:tgtEl>
                                          <p:spTgt spid="4"/>
                                        </p:tgtEl>
                                      </p:cBhvr>
                                    </p:animEffect>
                                    <p:anim calcmode="lin" valueType="num">
                                      <p:cBhvr>
                                        <p:cTn id="12" dur="1000" fill="hold"/>
                                        <p:tgtEl>
                                          <p:spTgt spid="4"/>
                                        </p:tgtEl>
                                        <p:attrNameLst>
                                          <p:attrName>ppt_x</p:attrName>
                                        </p:attrNameLst>
                                      </p:cBhvr>
                                      <p:tavLst>
                                        <p:tav tm="0">
                                          <p:val>
                                            <p:strVal val="#ppt_x"/>
                                          </p:val>
                                        </p:tav>
                                        <p:tav tm="100000">
                                          <p:val>
                                            <p:strVal val="#ppt_x"/>
                                          </p:val>
                                        </p:tav>
                                      </p:tavLst>
                                    </p:anim>
                                    <p:anim calcmode="lin" valueType="num">
                                      <p:cBhvr>
                                        <p:cTn id="1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wipe(left)">
                                      <p:cBhvr>
                                        <p:cTn id="18" dur="500"/>
                                        <p:tgtEl>
                                          <p:spTgt spid="10"/>
                                        </p:tgtEl>
                                      </p:cBhvr>
                                    </p:animEffect>
                                  </p:childTnLst>
                                </p:cTn>
                              </p:par>
                              <p:par>
                                <p:cTn id="19" presetID="3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anim calcmode="lin" valueType="num">
                                      <p:cBhvr>
                                        <p:cTn id="21" dur="1000" fill="hold"/>
                                        <p:tgtEl>
                                          <p:spTgt spid="21"/>
                                        </p:tgtEl>
                                        <p:attrNameLst>
                                          <p:attrName>ppt_w</p:attrName>
                                        </p:attrNameLst>
                                      </p:cBhvr>
                                      <p:tavLst>
                                        <p:tav tm="0">
                                          <p:val>
                                            <p:fltVal val="0"/>
                                          </p:val>
                                        </p:tav>
                                        <p:tav tm="100000">
                                          <p:val>
                                            <p:strVal val="#ppt_w"/>
                                          </p:val>
                                        </p:tav>
                                      </p:tavLst>
                                    </p:anim>
                                    <p:anim calcmode="lin" valueType="num">
                                      <p:cBhvr>
                                        <p:cTn id="22" dur="1000" fill="hold"/>
                                        <p:tgtEl>
                                          <p:spTgt spid="21"/>
                                        </p:tgtEl>
                                        <p:attrNameLst>
                                          <p:attrName>ppt_h</p:attrName>
                                        </p:attrNameLst>
                                      </p:cBhvr>
                                      <p:tavLst>
                                        <p:tav tm="0">
                                          <p:val>
                                            <p:fltVal val="0"/>
                                          </p:val>
                                        </p:tav>
                                        <p:tav tm="100000">
                                          <p:val>
                                            <p:strVal val="#ppt_h"/>
                                          </p:val>
                                        </p:tav>
                                      </p:tavLst>
                                    </p:anim>
                                    <p:anim calcmode="lin" valueType="num">
                                      <p:cBhvr>
                                        <p:cTn id="23" dur="1000" fill="hold"/>
                                        <p:tgtEl>
                                          <p:spTgt spid="21"/>
                                        </p:tgtEl>
                                        <p:attrNameLst>
                                          <p:attrName>style.rotation</p:attrName>
                                        </p:attrNameLst>
                                      </p:cBhvr>
                                      <p:tavLst>
                                        <p:tav tm="0">
                                          <p:val>
                                            <p:fltVal val="90"/>
                                          </p:val>
                                        </p:tav>
                                        <p:tav tm="100000">
                                          <p:val>
                                            <p:fltVal val="0"/>
                                          </p:val>
                                        </p:tav>
                                      </p:tavLst>
                                    </p:anim>
                                    <p:animEffect transition="in" filter="fade">
                                      <p:cBhvr>
                                        <p:cTn id="24" dur="1000"/>
                                        <p:tgtEl>
                                          <p:spTgt spid="21"/>
                                        </p:tgtEl>
                                      </p:cBhvr>
                                    </p:animEffect>
                                  </p:childTnLst>
                                </p:cTn>
                              </p:par>
                              <p:par>
                                <p:cTn id="25" presetID="3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anim calcmode="lin" valueType="num">
                                      <p:cBhvr>
                                        <p:cTn id="27" dur="1000" fill="hold"/>
                                        <p:tgtEl>
                                          <p:spTgt spid="20"/>
                                        </p:tgtEl>
                                        <p:attrNameLst>
                                          <p:attrName>ppt_w</p:attrName>
                                        </p:attrNameLst>
                                      </p:cBhvr>
                                      <p:tavLst>
                                        <p:tav tm="0">
                                          <p:val>
                                            <p:fltVal val="0"/>
                                          </p:val>
                                        </p:tav>
                                        <p:tav tm="100000">
                                          <p:val>
                                            <p:strVal val="#ppt_w"/>
                                          </p:val>
                                        </p:tav>
                                      </p:tavLst>
                                    </p:anim>
                                    <p:anim calcmode="lin" valueType="num">
                                      <p:cBhvr>
                                        <p:cTn id="28" dur="1000" fill="hold"/>
                                        <p:tgtEl>
                                          <p:spTgt spid="20"/>
                                        </p:tgtEl>
                                        <p:attrNameLst>
                                          <p:attrName>ppt_h</p:attrName>
                                        </p:attrNameLst>
                                      </p:cBhvr>
                                      <p:tavLst>
                                        <p:tav tm="0">
                                          <p:val>
                                            <p:fltVal val="0"/>
                                          </p:val>
                                        </p:tav>
                                        <p:tav tm="100000">
                                          <p:val>
                                            <p:strVal val="#ppt_h"/>
                                          </p:val>
                                        </p:tav>
                                      </p:tavLst>
                                    </p:anim>
                                    <p:anim calcmode="lin" valueType="num">
                                      <p:cBhvr>
                                        <p:cTn id="29" dur="1000" fill="hold"/>
                                        <p:tgtEl>
                                          <p:spTgt spid="20"/>
                                        </p:tgtEl>
                                        <p:attrNameLst>
                                          <p:attrName>style.rotation</p:attrName>
                                        </p:attrNameLst>
                                      </p:cBhvr>
                                      <p:tavLst>
                                        <p:tav tm="0">
                                          <p:val>
                                            <p:fltVal val="90"/>
                                          </p:val>
                                        </p:tav>
                                        <p:tav tm="100000">
                                          <p:val>
                                            <p:fltVal val="0"/>
                                          </p:val>
                                        </p:tav>
                                      </p:tavLst>
                                    </p:anim>
                                    <p:animEffect transition="in" filter="fade">
                                      <p:cBhvr>
                                        <p:cTn id="30" dur="1000"/>
                                        <p:tgtEl>
                                          <p:spTgt spid="20"/>
                                        </p:tgtEl>
                                      </p:cBhvr>
                                    </p:animEffect>
                                  </p:childTnLst>
                                </p:cTn>
                              </p:par>
                              <p:par>
                                <p:cTn id="31" presetID="31" presetClass="entr" presetSubtype="0" fill="hold" nodeType="withEffect">
                                  <p:stCondLst>
                                    <p:cond delay="0"/>
                                  </p:stCondLst>
                                  <p:childTnLst>
                                    <p:set>
                                      <p:cBhvr>
                                        <p:cTn id="32" dur="1" fill="hold">
                                          <p:stCondLst>
                                            <p:cond delay="0"/>
                                          </p:stCondLst>
                                        </p:cTn>
                                        <p:tgtEl>
                                          <p:spTgt spid="24"/>
                                        </p:tgtEl>
                                        <p:attrNameLst>
                                          <p:attrName>style.visibility</p:attrName>
                                        </p:attrNameLst>
                                      </p:cBhvr>
                                      <p:to>
                                        <p:strVal val="visible"/>
                                      </p:to>
                                    </p:set>
                                    <p:anim calcmode="lin" valueType="num">
                                      <p:cBhvr>
                                        <p:cTn id="33" dur="1000" fill="hold"/>
                                        <p:tgtEl>
                                          <p:spTgt spid="24"/>
                                        </p:tgtEl>
                                        <p:attrNameLst>
                                          <p:attrName>ppt_w</p:attrName>
                                        </p:attrNameLst>
                                      </p:cBhvr>
                                      <p:tavLst>
                                        <p:tav tm="0">
                                          <p:val>
                                            <p:fltVal val="0"/>
                                          </p:val>
                                        </p:tav>
                                        <p:tav tm="100000">
                                          <p:val>
                                            <p:strVal val="#ppt_w"/>
                                          </p:val>
                                        </p:tav>
                                      </p:tavLst>
                                    </p:anim>
                                    <p:anim calcmode="lin" valueType="num">
                                      <p:cBhvr>
                                        <p:cTn id="34" dur="1000" fill="hold"/>
                                        <p:tgtEl>
                                          <p:spTgt spid="24"/>
                                        </p:tgtEl>
                                        <p:attrNameLst>
                                          <p:attrName>ppt_h</p:attrName>
                                        </p:attrNameLst>
                                      </p:cBhvr>
                                      <p:tavLst>
                                        <p:tav tm="0">
                                          <p:val>
                                            <p:fltVal val="0"/>
                                          </p:val>
                                        </p:tav>
                                        <p:tav tm="100000">
                                          <p:val>
                                            <p:strVal val="#ppt_h"/>
                                          </p:val>
                                        </p:tav>
                                      </p:tavLst>
                                    </p:anim>
                                    <p:anim calcmode="lin" valueType="num">
                                      <p:cBhvr>
                                        <p:cTn id="35" dur="1000" fill="hold"/>
                                        <p:tgtEl>
                                          <p:spTgt spid="24"/>
                                        </p:tgtEl>
                                        <p:attrNameLst>
                                          <p:attrName>style.rotation</p:attrName>
                                        </p:attrNameLst>
                                      </p:cBhvr>
                                      <p:tavLst>
                                        <p:tav tm="0">
                                          <p:val>
                                            <p:fltVal val="90"/>
                                          </p:val>
                                        </p:tav>
                                        <p:tav tm="100000">
                                          <p:val>
                                            <p:fltVal val="0"/>
                                          </p:val>
                                        </p:tav>
                                      </p:tavLst>
                                    </p:anim>
                                    <p:animEffect transition="in" filter="fade">
                                      <p:cBhvr>
                                        <p:cTn id="36" dur="1000"/>
                                        <p:tgtEl>
                                          <p:spTgt spid="24"/>
                                        </p:tgtEl>
                                      </p:cBhvr>
                                    </p:animEffect>
                                  </p:childTnLst>
                                </p:cTn>
                              </p:par>
                              <p:par>
                                <p:cTn id="37" presetID="31" presetClass="entr" presetSubtype="0" fill="hold" nodeType="withEffect">
                                  <p:stCondLst>
                                    <p:cond delay="0"/>
                                  </p:stCondLst>
                                  <p:childTnLst>
                                    <p:set>
                                      <p:cBhvr>
                                        <p:cTn id="38" dur="1" fill="hold">
                                          <p:stCondLst>
                                            <p:cond delay="0"/>
                                          </p:stCondLst>
                                        </p:cTn>
                                        <p:tgtEl>
                                          <p:spTgt spid="23"/>
                                        </p:tgtEl>
                                        <p:attrNameLst>
                                          <p:attrName>style.visibility</p:attrName>
                                        </p:attrNameLst>
                                      </p:cBhvr>
                                      <p:to>
                                        <p:strVal val="visible"/>
                                      </p:to>
                                    </p:set>
                                    <p:anim calcmode="lin" valueType="num">
                                      <p:cBhvr>
                                        <p:cTn id="39" dur="1000" fill="hold"/>
                                        <p:tgtEl>
                                          <p:spTgt spid="23"/>
                                        </p:tgtEl>
                                        <p:attrNameLst>
                                          <p:attrName>ppt_w</p:attrName>
                                        </p:attrNameLst>
                                      </p:cBhvr>
                                      <p:tavLst>
                                        <p:tav tm="0">
                                          <p:val>
                                            <p:fltVal val="0"/>
                                          </p:val>
                                        </p:tav>
                                        <p:tav tm="100000">
                                          <p:val>
                                            <p:strVal val="#ppt_w"/>
                                          </p:val>
                                        </p:tav>
                                      </p:tavLst>
                                    </p:anim>
                                    <p:anim calcmode="lin" valueType="num">
                                      <p:cBhvr>
                                        <p:cTn id="40" dur="1000" fill="hold"/>
                                        <p:tgtEl>
                                          <p:spTgt spid="23"/>
                                        </p:tgtEl>
                                        <p:attrNameLst>
                                          <p:attrName>ppt_h</p:attrName>
                                        </p:attrNameLst>
                                      </p:cBhvr>
                                      <p:tavLst>
                                        <p:tav tm="0">
                                          <p:val>
                                            <p:fltVal val="0"/>
                                          </p:val>
                                        </p:tav>
                                        <p:tav tm="100000">
                                          <p:val>
                                            <p:strVal val="#ppt_h"/>
                                          </p:val>
                                        </p:tav>
                                      </p:tavLst>
                                    </p:anim>
                                    <p:anim calcmode="lin" valueType="num">
                                      <p:cBhvr>
                                        <p:cTn id="41" dur="1000" fill="hold"/>
                                        <p:tgtEl>
                                          <p:spTgt spid="23"/>
                                        </p:tgtEl>
                                        <p:attrNameLst>
                                          <p:attrName>style.rotation</p:attrName>
                                        </p:attrNameLst>
                                      </p:cBhvr>
                                      <p:tavLst>
                                        <p:tav tm="0">
                                          <p:val>
                                            <p:fltVal val="90"/>
                                          </p:val>
                                        </p:tav>
                                        <p:tav tm="100000">
                                          <p:val>
                                            <p:fltVal val="0"/>
                                          </p:val>
                                        </p:tav>
                                      </p:tavLst>
                                    </p:anim>
                                    <p:animEffect transition="in" filter="fade">
                                      <p:cBhvr>
                                        <p:cTn id="42" dur="1000"/>
                                        <p:tgtEl>
                                          <p:spTgt spid="23"/>
                                        </p:tgtEl>
                                      </p:cBhvr>
                                    </p:animEffec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randombar(horizontal)">
                                      <p:cBhvr>
                                        <p:cTn id="47" dur="500"/>
                                        <p:tgtEl>
                                          <p:spTgt spid="11"/>
                                        </p:tgtEl>
                                      </p:cBhvr>
                                    </p:animEffect>
                                  </p:childTnLst>
                                </p:cTn>
                              </p:par>
                              <p:par>
                                <p:cTn id="48" presetID="14" presetClass="entr" presetSubtype="10" fill="hold" grpId="0" nodeType="with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randombar(horizontal)">
                                      <p:cBhvr>
                                        <p:cTn id="50" dur="500"/>
                                        <p:tgtEl>
                                          <p:spTgt spid="25"/>
                                        </p:tgtEl>
                                      </p:cBhvr>
                                    </p:animEffect>
                                  </p:childTnLst>
                                </p:cTn>
                              </p:par>
                            </p:childTnLst>
                          </p:cTn>
                        </p:par>
                      </p:childTnLst>
                    </p:cTn>
                  </p:par>
                  <p:par>
                    <p:cTn id="51" fill="hold">
                      <p:stCondLst>
                        <p:cond delay="indefinite"/>
                      </p:stCondLst>
                      <p:childTnLst>
                        <p:par>
                          <p:cTn id="52" fill="hold">
                            <p:stCondLst>
                              <p:cond delay="0"/>
                            </p:stCondLst>
                            <p:childTnLst>
                              <p:par>
                                <p:cTn id="53" presetID="53" presetClass="entr" presetSubtype="16" fill="hold" nodeType="clickEffect">
                                  <p:stCondLst>
                                    <p:cond delay="0"/>
                                  </p:stCondLst>
                                  <p:childTnLst>
                                    <p:set>
                                      <p:cBhvr>
                                        <p:cTn id="54" dur="1" fill="hold">
                                          <p:stCondLst>
                                            <p:cond delay="0"/>
                                          </p:stCondLst>
                                        </p:cTn>
                                        <p:tgtEl>
                                          <p:spTgt spid="30"/>
                                        </p:tgtEl>
                                        <p:attrNameLst>
                                          <p:attrName>style.visibility</p:attrName>
                                        </p:attrNameLst>
                                      </p:cBhvr>
                                      <p:to>
                                        <p:strVal val="visible"/>
                                      </p:to>
                                    </p:set>
                                    <p:anim calcmode="lin" valueType="num">
                                      <p:cBhvr>
                                        <p:cTn id="55" dur="500" fill="hold"/>
                                        <p:tgtEl>
                                          <p:spTgt spid="30"/>
                                        </p:tgtEl>
                                        <p:attrNameLst>
                                          <p:attrName>ppt_w</p:attrName>
                                        </p:attrNameLst>
                                      </p:cBhvr>
                                      <p:tavLst>
                                        <p:tav tm="0">
                                          <p:val>
                                            <p:fltVal val="0"/>
                                          </p:val>
                                        </p:tav>
                                        <p:tav tm="100000">
                                          <p:val>
                                            <p:strVal val="#ppt_w"/>
                                          </p:val>
                                        </p:tav>
                                      </p:tavLst>
                                    </p:anim>
                                    <p:anim calcmode="lin" valueType="num">
                                      <p:cBhvr>
                                        <p:cTn id="56" dur="500" fill="hold"/>
                                        <p:tgtEl>
                                          <p:spTgt spid="30"/>
                                        </p:tgtEl>
                                        <p:attrNameLst>
                                          <p:attrName>ppt_h</p:attrName>
                                        </p:attrNameLst>
                                      </p:cBhvr>
                                      <p:tavLst>
                                        <p:tav tm="0">
                                          <p:val>
                                            <p:fltVal val="0"/>
                                          </p:val>
                                        </p:tav>
                                        <p:tav tm="100000">
                                          <p:val>
                                            <p:strVal val="#ppt_h"/>
                                          </p:val>
                                        </p:tav>
                                      </p:tavLst>
                                    </p:anim>
                                    <p:animEffect transition="in" filter="fade">
                                      <p:cBhvr>
                                        <p:cTn id="5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p:cTn id="58" repeatCount="indefinite" fill="hold" display="0">
                  <p:stCondLst>
                    <p:cond delay="indefinite"/>
                  </p:stCondLst>
                  <p:endCondLst>
                    <p:cond evt="onStopAudio" delay="0">
                      <p:tgtEl>
                        <p:sldTgt/>
                      </p:tgtEl>
                    </p:cond>
                  </p:endCondLst>
                </p:cTn>
                <p:tgtEl>
                  <p:spTgt spid="3"/>
                </p:tgtEl>
              </p:cMediaNode>
            </p:audio>
          </p:childTnLst>
        </p:cTn>
      </p:par>
    </p:tnLst>
    <p:bldLst>
      <p:bldP spid="4" grpId="0" animBg="1"/>
      <p:bldP spid="10" grpId="0" animBg="1"/>
      <p:bldP spid="11" grpId="0"/>
      <p:bldP spid="2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541894" y="614960"/>
            <a:ext cx="11401425" cy="5857875"/>
          </a:xfrm>
          <a:prstGeom prst="round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rotWithShape="1">
          <a:blip r:embed="rId4" cstate="print">
            <a:extLst>
              <a:ext uri="{28A0092B-C50C-407E-A947-70E740481C1C}">
                <a14:useLocalDpi xmlns:a14="http://schemas.microsoft.com/office/drawing/2010/main" val="0"/>
              </a:ext>
            </a:extLst>
          </a:blip>
          <a:srcRect l="5001" t="11880" r="6452" b="30000"/>
          <a:stretch/>
        </p:blipFill>
        <p:spPr>
          <a:xfrm>
            <a:off x="9538262" y="4068554"/>
            <a:ext cx="2501113" cy="2462857"/>
          </a:xfrm>
          <a:prstGeom prst="ellipse">
            <a:avLst/>
          </a:prstGeom>
          <a:effectLst>
            <a:outerShdw blurRad="63500" sx="102000" sy="102000" algn="ctr" rotWithShape="0">
              <a:prstClr val="black">
                <a:alpha val="40000"/>
              </a:prstClr>
            </a:outerShdw>
          </a:effectLst>
        </p:spPr>
      </p:pic>
      <p:sp>
        <p:nvSpPr>
          <p:cNvPr id="11" name="文本框 10"/>
          <p:cNvSpPr txBox="1"/>
          <p:nvPr/>
        </p:nvSpPr>
        <p:spPr>
          <a:xfrm>
            <a:off x="4802524" y="729642"/>
            <a:ext cx="1929727" cy="1200329"/>
          </a:xfrm>
          <a:prstGeom prst="rect">
            <a:avLst/>
          </a:prstGeom>
          <a:noFill/>
        </p:spPr>
        <p:txBody>
          <a:bodyPr wrap="square" rtlCol="0">
            <a:spAutoFit/>
          </a:bodyPr>
          <a:lstStyle/>
          <a:p>
            <a:pPr algn="dist"/>
            <a:r>
              <a:rPr lang="zh-CN" altLang="en-US" sz="7200" dirty="0">
                <a:solidFill>
                  <a:schemeClr val="accent1">
                    <a:lumMod val="75000"/>
                  </a:schemeClr>
                </a:solidFill>
                <a:latin typeface="方正字迹-元童楷隶简体" panose="02010600010101010101" pitchFamily="2" charset="-122"/>
                <a:ea typeface="方正字迹-元童楷隶简体" panose="02010600010101010101" pitchFamily="2" charset="-122"/>
              </a:rPr>
              <a:t>目录</a:t>
            </a:r>
          </a:p>
        </p:txBody>
      </p:sp>
      <p:pic>
        <p:nvPicPr>
          <p:cNvPr id="29" name="图片 28"/>
          <p:cNvPicPr>
            <a:picLocks noChangeAspect="1"/>
          </p:cNvPicPr>
          <p:nvPr/>
        </p:nvPicPr>
        <p:blipFill rotWithShape="1">
          <a:blip r:embed="rId5" cstate="print">
            <a:extLst>
              <a:ext uri="{BEBA8EAE-BF5A-486C-A8C5-ECC9F3942E4B}">
                <a14:imgProps xmlns:a14="http://schemas.microsoft.com/office/drawing/2010/main">
                  <a14:imgLayer r:embed="rId6">
                    <a14:imgEffect>
                      <a14:backgroundRemoval t="12545" b="23758" l="86455" r="100000"/>
                    </a14:imgEffect>
                  </a14:imgLayer>
                </a14:imgProps>
              </a:ext>
              <a:ext uri="{28A0092B-C50C-407E-A947-70E740481C1C}">
                <a14:useLocalDpi xmlns:a14="http://schemas.microsoft.com/office/drawing/2010/main" val="0"/>
              </a:ext>
            </a:extLst>
          </a:blip>
          <a:srcRect l="86984" t="14128" r="-424" b="76808"/>
          <a:stretch/>
        </p:blipFill>
        <p:spPr>
          <a:xfrm rot="1857232">
            <a:off x="9769037" y="2363949"/>
            <a:ext cx="1909437" cy="1932039"/>
          </a:xfrm>
          <a:prstGeom prst="rect">
            <a:avLst/>
          </a:prstGeom>
          <a:effectLst>
            <a:outerShdw blurRad="50800" dist="38100" dir="2700000" algn="tl" rotWithShape="0">
              <a:prstClr val="black">
                <a:alpha val="40000"/>
              </a:prstClr>
            </a:outerShdw>
          </a:effectLst>
        </p:spPr>
      </p:pic>
      <p:grpSp>
        <p:nvGrpSpPr>
          <p:cNvPr id="37" name="组合 36"/>
          <p:cNvGrpSpPr/>
          <p:nvPr/>
        </p:nvGrpSpPr>
        <p:grpSpPr>
          <a:xfrm>
            <a:off x="2548065" y="2258694"/>
            <a:ext cx="4508917" cy="1315821"/>
            <a:chOff x="2147396" y="2305782"/>
            <a:chExt cx="4508917" cy="1315821"/>
          </a:xfrm>
        </p:grpSpPr>
        <p:sp>
          <p:nvSpPr>
            <p:cNvPr id="12" name="文本框 11"/>
            <p:cNvSpPr txBox="1"/>
            <p:nvPr/>
          </p:nvSpPr>
          <p:spPr>
            <a:xfrm>
              <a:off x="3227313" y="2457827"/>
              <a:ext cx="3429000" cy="584775"/>
            </a:xfrm>
            <a:prstGeom prst="rect">
              <a:avLst/>
            </a:prstGeom>
            <a:noFill/>
          </p:spPr>
          <p:txBody>
            <a:bodyPr wrap="square" rtlCol="0">
              <a:spAutoFit/>
            </a:bodyPr>
            <a:lstStyle/>
            <a:p>
              <a:r>
                <a:rPr lang="zh-CN" altLang="en-US" sz="3200" dirty="0">
                  <a:solidFill>
                    <a:schemeClr val="tx1">
                      <a:lumMod val="85000"/>
                      <a:lumOff val="15000"/>
                    </a:schemeClr>
                  </a:solidFill>
                  <a:latin typeface="方正字迹-元童楷隶简体" panose="02010600010101010101" pitchFamily="2" charset="-122"/>
                  <a:ea typeface="方正字迹-元童楷隶简体" panose="02010600010101010101" pitchFamily="2" charset="-122"/>
                </a:rPr>
                <a:t>输入标题</a:t>
              </a:r>
            </a:p>
          </p:txBody>
        </p:sp>
        <p:pic>
          <p:nvPicPr>
            <p:cNvPr id="31" name="图片 30"/>
            <p:cNvPicPr>
              <a:picLocks noChangeAspect="1"/>
            </p:cNvPicPr>
            <p:nvPr/>
          </p:nvPicPr>
          <p:blipFill rotWithShape="1">
            <a:blip r:embed="rId7" cstate="print">
              <a:extLst>
                <a:ext uri="{BEBA8EAE-BF5A-486C-A8C5-ECC9F3942E4B}">
                  <a14:imgProps xmlns:a14="http://schemas.microsoft.com/office/drawing/2010/main">
                    <a14:imgLayer r:embed="rId6">
                      <a14:imgEffect>
                        <a14:backgroundRemoval t="15939" b="25879" l="0" r="14000"/>
                      </a14:imgEffect>
                    </a14:imgLayer>
                  </a14:imgProps>
                </a:ext>
                <a:ext uri="{28A0092B-C50C-407E-A947-70E740481C1C}">
                  <a14:useLocalDpi xmlns:a14="http://schemas.microsoft.com/office/drawing/2010/main" val="0"/>
                </a:ext>
              </a:extLst>
            </a:blip>
            <a:srcRect t="15333" r="83114" b="73542"/>
            <a:stretch/>
          </p:blipFill>
          <p:spPr>
            <a:xfrm>
              <a:off x="2147396" y="2305782"/>
              <a:ext cx="1331319" cy="1315821"/>
            </a:xfrm>
            <a:prstGeom prst="rect">
              <a:avLst/>
            </a:prstGeom>
          </p:spPr>
        </p:pic>
      </p:grpSp>
      <p:grpSp>
        <p:nvGrpSpPr>
          <p:cNvPr id="35" name="组合 34"/>
          <p:cNvGrpSpPr/>
          <p:nvPr/>
        </p:nvGrpSpPr>
        <p:grpSpPr>
          <a:xfrm>
            <a:off x="3353705" y="2933017"/>
            <a:ext cx="4657384" cy="1788111"/>
            <a:chOff x="2953036" y="2980105"/>
            <a:chExt cx="4657384" cy="1788111"/>
          </a:xfrm>
        </p:grpSpPr>
        <p:sp>
          <p:nvSpPr>
            <p:cNvPr id="19" name="文本框 18"/>
            <p:cNvSpPr txBox="1"/>
            <p:nvPr/>
          </p:nvSpPr>
          <p:spPr>
            <a:xfrm>
              <a:off x="4181420" y="3374291"/>
              <a:ext cx="3429000" cy="584775"/>
            </a:xfrm>
            <a:prstGeom prst="rect">
              <a:avLst/>
            </a:prstGeom>
            <a:noFill/>
          </p:spPr>
          <p:txBody>
            <a:bodyPr wrap="square" rtlCol="0">
              <a:spAutoFit/>
            </a:bodyPr>
            <a:lstStyle/>
            <a:p>
              <a:r>
                <a:rPr lang="zh-CN" altLang="en-US" sz="3200" dirty="0">
                  <a:solidFill>
                    <a:schemeClr val="tx1">
                      <a:lumMod val="85000"/>
                      <a:lumOff val="15000"/>
                    </a:schemeClr>
                  </a:solidFill>
                  <a:latin typeface="方正字迹-元童楷隶简体" panose="02010600010101010101" pitchFamily="2" charset="-122"/>
                  <a:ea typeface="方正字迹-元童楷隶简体" panose="02010600010101010101" pitchFamily="2" charset="-122"/>
                </a:rPr>
                <a:t>输入标题</a:t>
              </a:r>
            </a:p>
          </p:txBody>
        </p:sp>
        <p:pic>
          <p:nvPicPr>
            <p:cNvPr id="32" name="图片 31"/>
            <p:cNvPicPr>
              <a:picLocks noChangeAspect="1"/>
            </p:cNvPicPr>
            <p:nvPr/>
          </p:nvPicPr>
          <p:blipFill rotWithShape="1">
            <a:blip r:embed="rId8" cstate="print">
              <a:extLst>
                <a:ext uri="{BEBA8EAE-BF5A-486C-A8C5-ECC9F3942E4B}">
                  <a14:imgProps xmlns:a14="http://schemas.microsoft.com/office/drawing/2010/main">
                    <a14:imgLayer r:embed="rId6">
                      <a14:imgEffect>
                        <a14:backgroundRemoval t="1292" b="11625" l="73941" r="97105"/>
                      </a14:imgEffect>
                    </a14:imgLayer>
                  </a14:imgProps>
                </a:ext>
                <a:ext uri="{28A0092B-C50C-407E-A947-70E740481C1C}">
                  <a14:useLocalDpi xmlns:a14="http://schemas.microsoft.com/office/drawing/2010/main" val="0"/>
                </a:ext>
              </a:extLst>
            </a:blip>
            <a:srcRect l="71045" t="4768" r="11358" b="87083"/>
            <a:stretch/>
          </p:blipFill>
          <p:spPr>
            <a:xfrm rot="5974133">
              <a:off x="2680122" y="3253019"/>
              <a:ext cx="1788111" cy="1242284"/>
            </a:xfrm>
            <a:prstGeom prst="rect">
              <a:avLst/>
            </a:prstGeom>
          </p:spPr>
        </p:pic>
      </p:grpSp>
      <p:grpSp>
        <p:nvGrpSpPr>
          <p:cNvPr id="36" name="组合 35"/>
          <p:cNvGrpSpPr/>
          <p:nvPr/>
        </p:nvGrpSpPr>
        <p:grpSpPr>
          <a:xfrm>
            <a:off x="4262094" y="3766678"/>
            <a:ext cx="4793320" cy="1628774"/>
            <a:chOff x="3861425" y="3813766"/>
            <a:chExt cx="4793320" cy="1628774"/>
          </a:xfrm>
        </p:grpSpPr>
        <p:sp>
          <p:nvSpPr>
            <p:cNvPr id="22" name="文本框 21"/>
            <p:cNvSpPr txBox="1"/>
            <p:nvPr/>
          </p:nvSpPr>
          <p:spPr>
            <a:xfrm>
              <a:off x="5225745" y="4290755"/>
              <a:ext cx="3429000" cy="584775"/>
            </a:xfrm>
            <a:prstGeom prst="rect">
              <a:avLst/>
            </a:prstGeom>
            <a:noFill/>
          </p:spPr>
          <p:txBody>
            <a:bodyPr wrap="square" rtlCol="0">
              <a:spAutoFit/>
            </a:bodyPr>
            <a:lstStyle/>
            <a:p>
              <a:r>
                <a:rPr lang="zh-CN" altLang="en-US" sz="3200" dirty="0">
                  <a:solidFill>
                    <a:schemeClr val="tx1">
                      <a:lumMod val="85000"/>
                      <a:lumOff val="15000"/>
                    </a:schemeClr>
                  </a:solidFill>
                  <a:latin typeface="方正字迹-元童楷隶简体" panose="02010600010101010101" pitchFamily="2" charset="-122"/>
                  <a:ea typeface="方正字迹-元童楷隶简体" panose="02010600010101010101" pitchFamily="2" charset="-122"/>
                </a:rPr>
                <a:t>输入标题</a:t>
              </a:r>
            </a:p>
          </p:txBody>
        </p:sp>
        <p:pic>
          <p:nvPicPr>
            <p:cNvPr id="33" name="图片 32"/>
            <p:cNvPicPr>
              <a:picLocks noChangeAspect="1"/>
            </p:cNvPicPr>
            <p:nvPr/>
          </p:nvPicPr>
          <p:blipFill rotWithShape="1">
            <a:blip r:embed="rId9" cstate="print">
              <a:extLst>
                <a:ext uri="{BEBA8EAE-BF5A-486C-A8C5-ECC9F3942E4B}">
                  <a14:imgProps xmlns:a14="http://schemas.microsoft.com/office/drawing/2010/main">
                    <a14:imgLayer r:embed="rId6">
                      <a14:imgEffect>
                        <a14:backgroundRemoval t="1879" b="12061" l="17455" r="35182">
                          <a14:foregroundMark x1="28364" y1="4606" x2="28364" y2="4606"/>
                        </a14:backgroundRemoval>
                      </a14:imgEffect>
                    </a14:imgLayer>
                  </a14:imgProps>
                </a:ext>
                <a:ext uri="{28A0092B-C50C-407E-A947-70E740481C1C}">
                  <a14:useLocalDpi xmlns:a14="http://schemas.microsoft.com/office/drawing/2010/main" val="0"/>
                </a:ext>
              </a:extLst>
            </a:blip>
            <a:srcRect l="19224" r="63141" b="87927"/>
            <a:stretch/>
          </p:blipFill>
          <p:spPr>
            <a:xfrm>
              <a:off x="3861425" y="3813766"/>
              <a:ext cx="1585913" cy="1628774"/>
            </a:xfrm>
            <a:prstGeom prst="rect">
              <a:avLst/>
            </a:prstGeom>
          </p:spPr>
        </p:pic>
      </p:grpSp>
      <p:grpSp>
        <p:nvGrpSpPr>
          <p:cNvPr id="38" name="组合 37"/>
          <p:cNvGrpSpPr/>
          <p:nvPr/>
        </p:nvGrpSpPr>
        <p:grpSpPr>
          <a:xfrm>
            <a:off x="5611540" y="4916064"/>
            <a:ext cx="4490369" cy="1228048"/>
            <a:chOff x="5210871" y="4963152"/>
            <a:chExt cx="4490369" cy="1228048"/>
          </a:xfrm>
        </p:grpSpPr>
        <p:sp>
          <p:nvSpPr>
            <p:cNvPr id="25" name="文本框 24"/>
            <p:cNvSpPr txBox="1"/>
            <p:nvPr/>
          </p:nvSpPr>
          <p:spPr>
            <a:xfrm>
              <a:off x="6272240" y="5207220"/>
              <a:ext cx="3429000" cy="584775"/>
            </a:xfrm>
            <a:prstGeom prst="rect">
              <a:avLst/>
            </a:prstGeom>
            <a:noFill/>
          </p:spPr>
          <p:txBody>
            <a:bodyPr wrap="square" rtlCol="0">
              <a:spAutoFit/>
            </a:bodyPr>
            <a:lstStyle/>
            <a:p>
              <a:r>
                <a:rPr lang="zh-CN" altLang="en-US" sz="3200" dirty="0">
                  <a:solidFill>
                    <a:schemeClr val="tx1">
                      <a:lumMod val="85000"/>
                      <a:lumOff val="15000"/>
                    </a:schemeClr>
                  </a:solidFill>
                  <a:latin typeface="方正字迹-元童楷隶简体" panose="02010600010101010101" pitchFamily="2" charset="-122"/>
                  <a:ea typeface="方正字迹-元童楷隶简体" panose="02010600010101010101" pitchFamily="2" charset="-122"/>
                </a:rPr>
                <a:t>输入标题</a:t>
              </a:r>
            </a:p>
          </p:txBody>
        </p:sp>
        <p:pic>
          <p:nvPicPr>
            <p:cNvPr id="34" name="图片 33"/>
            <p:cNvPicPr>
              <a:picLocks noChangeAspect="1"/>
            </p:cNvPicPr>
            <p:nvPr/>
          </p:nvPicPr>
          <p:blipFill rotWithShape="1">
            <a:blip r:embed="rId10" cstate="print">
              <a:extLst>
                <a:ext uri="{BEBA8EAE-BF5A-486C-A8C5-ECC9F3942E4B}">
                  <a14:imgProps xmlns:a14="http://schemas.microsoft.com/office/drawing/2010/main">
                    <a14:imgLayer r:embed="rId6">
                      <a14:imgEffect>
                        <a14:backgroundRemoval t="1091" b="10242" l="51091" r="61818"/>
                      </a14:imgEffect>
                    </a14:imgLayer>
                  </a14:imgProps>
                </a:ext>
                <a:ext uri="{28A0092B-C50C-407E-A947-70E740481C1C}">
                  <a14:useLocalDpi xmlns:a14="http://schemas.microsoft.com/office/drawing/2010/main" val="0"/>
                </a:ext>
              </a:extLst>
            </a:blip>
            <a:srcRect l="51042" r="35939" b="90899"/>
            <a:stretch/>
          </p:blipFill>
          <p:spPr>
            <a:xfrm>
              <a:off x="5210871" y="4963152"/>
              <a:ext cx="1170874" cy="1228048"/>
            </a:xfrm>
            <a:prstGeom prst="rect">
              <a:avLst/>
            </a:prstGeom>
          </p:spPr>
        </p:pic>
      </p:grpSp>
      <p:pic>
        <p:nvPicPr>
          <p:cNvPr id="40" name="图片 39"/>
          <p:cNvPicPr>
            <a:picLocks noChangeAspect="1"/>
          </p:cNvPicPr>
          <p:nvPr/>
        </p:nvPicPr>
        <p:blipFill rotWithShape="1">
          <a:blip r:embed="rId11" cstate="print">
            <a:extLst>
              <a:ext uri="{BEBA8EAE-BF5A-486C-A8C5-ECC9F3942E4B}">
                <a14:imgProps xmlns:a14="http://schemas.microsoft.com/office/drawing/2010/main">
                  <a14:imgLayer r:embed="rId12">
                    <a14:imgEffect>
                      <a14:backgroundRemoval t="52274" b="99697" l="0" r="89991"/>
                    </a14:imgEffect>
                  </a14:imgLayer>
                </a14:imgProps>
              </a:ext>
              <a:ext uri="{28A0092B-C50C-407E-A947-70E740481C1C}">
                <a14:useLocalDpi xmlns:a14="http://schemas.microsoft.com/office/drawing/2010/main" val="0"/>
              </a:ext>
            </a:extLst>
          </a:blip>
          <a:srcRect t="53765"/>
          <a:stretch/>
        </p:blipFill>
        <p:spPr>
          <a:xfrm>
            <a:off x="483480" y="3339407"/>
            <a:ext cx="4571570" cy="3170838"/>
          </a:xfrm>
          <a:prstGeom prst="rect">
            <a:avLst/>
          </a:prstGeom>
        </p:spPr>
      </p:pic>
    </p:spTree>
    <p:extLst>
      <p:ext uri="{BB962C8B-B14F-4D97-AF65-F5344CB8AC3E}">
        <p14:creationId xmlns:p14="http://schemas.microsoft.com/office/powerpoint/2010/main" val="31124547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0">
        <p15:prstTrans prst="pageCurlDouble"/>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80">
                                          <p:stCondLst>
                                            <p:cond delay="0"/>
                                          </p:stCondLst>
                                        </p:cTn>
                                        <p:tgtEl>
                                          <p:spTgt spid="11"/>
                                        </p:tgtEl>
                                      </p:cBhvr>
                                    </p:animEffect>
                                    <p:anim calcmode="lin" valueType="num">
                                      <p:cBhvr>
                                        <p:cTn id="8"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13" dur="26">
                                          <p:stCondLst>
                                            <p:cond delay="650"/>
                                          </p:stCondLst>
                                        </p:cTn>
                                        <p:tgtEl>
                                          <p:spTgt spid="11"/>
                                        </p:tgtEl>
                                      </p:cBhvr>
                                      <p:to x="100000" y="60000"/>
                                    </p:animScale>
                                    <p:animScale>
                                      <p:cBhvr>
                                        <p:cTn id="14" dur="166" decel="50000">
                                          <p:stCondLst>
                                            <p:cond delay="676"/>
                                          </p:stCondLst>
                                        </p:cTn>
                                        <p:tgtEl>
                                          <p:spTgt spid="11"/>
                                        </p:tgtEl>
                                      </p:cBhvr>
                                      <p:to x="100000" y="100000"/>
                                    </p:animScale>
                                    <p:animScale>
                                      <p:cBhvr>
                                        <p:cTn id="15" dur="26">
                                          <p:stCondLst>
                                            <p:cond delay="1312"/>
                                          </p:stCondLst>
                                        </p:cTn>
                                        <p:tgtEl>
                                          <p:spTgt spid="11"/>
                                        </p:tgtEl>
                                      </p:cBhvr>
                                      <p:to x="100000" y="80000"/>
                                    </p:animScale>
                                    <p:animScale>
                                      <p:cBhvr>
                                        <p:cTn id="16" dur="166" decel="50000">
                                          <p:stCondLst>
                                            <p:cond delay="1338"/>
                                          </p:stCondLst>
                                        </p:cTn>
                                        <p:tgtEl>
                                          <p:spTgt spid="11"/>
                                        </p:tgtEl>
                                      </p:cBhvr>
                                      <p:to x="100000" y="100000"/>
                                    </p:animScale>
                                    <p:animScale>
                                      <p:cBhvr>
                                        <p:cTn id="17" dur="26">
                                          <p:stCondLst>
                                            <p:cond delay="1642"/>
                                          </p:stCondLst>
                                        </p:cTn>
                                        <p:tgtEl>
                                          <p:spTgt spid="11"/>
                                        </p:tgtEl>
                                      </p:cBhvr>
                                      <p:to x="100000" y="90000"/>
                                    </p:animScale>
                                    <p:animScale>
                                      <p:cBhvr>
                                        <p:cTn id="18" dur="166" decel="50000">
                                          <p:stCondLst>
                                            <p:cond delay="1668"/>
                                          </p:stCondLst>
                                        </p:cTn>
                                        <p:tgtEl>
                                          <p:spTgt spid="11"/>
                                        </p:tgtEl>
                                      </p:cBhvr>
                                      <p:to x="100000" y="100000"/>
                                    </p:animScale>
                                    <p:animScale>
                                      <p:cBhvr>
                                        <p:cTn id="19" dur="26">
                                          <p:stCondLst>
                                            <p:cond delay="1808"/>
                                          </p:stCondLst>
                                        </p:cTn>
                                        <p:tgtEl>
                                          <p:spTgt spid="11"/>
                                        </p:tgtEl>
                                      </p:cBhvr>
                                      <p:to x="100000" y="95000"/>
                                    </p:animScale>
                                    <p:animScale>
                                      <p:cBhvr>
                                        <p:cTn id="20" dur="166" decel="50000">
                                          <p:stCondLst>
                                            <p:cond delay="1834"/>
                                          </p:stCondLst>
                                        </p:cTn>
                                        <p:tgtEl>
                                          <p:spTgt spid="11"/>
                                        </p:tgtEl>
                                      </p:cBhvr>
                                      <p:to x="100000" y="100000"/>
                                    </p:animScale>
                                  </p:childTnLst>
                                </p:cTn>
                              </p:par>
                            </p:childTnLst>
                          </p:cTn>
                        </p:par>
                        <p:par>
                          <p:cTn id="21" fill="hold">
                            <p:stCondLst>
                              <p:cond delay="2000"/>
                            </p:stCondLst>
                            <p:childTnLst>
                              <p:par>
                                <p:cTn id="22" presetID="26" presetClass="entr" presetSubtype="0" fill="hold" nodeType="afterEffect">
                                  <p:stCondLst>
                                    <p:cond delay="0"/>
                                  </p:stCondLst>
                                  <p:childTnLst>
                                    <p:set>
                                      <p:cBhvr>
                                        <p:cTn id="23" dur="1" fill="hold">
                                          <p:stCondLst>
                                            <p:cond delay="0"/>
                                          </p:stCondLst>
                                        </p:cTn>
                                        <p:tgtEl>
                                          <p:spTgt spid="37"/>
                                        </p:tgtEl>
                                        <p:attrNameLst>
                                          <p:attrName>style.visibility</p:attrName>
                                        </p:attrNameLst>
                                      </p:cBhvr>
                                      <p:to>
                                        <p:strVal val="visible"/>
                                      </p:to>
                                    </p:set>
                                    <p:animEffect transition="in" filter="wipe(down)">
                                      <p:cBhvr>
                                        <p:cTn id="24" dur="580">
                                          <p:stCondLst>
                                            <p:cond delay="0"/>
                                          </p:stCondLst>
                                        </p:cTn>
                                        <p:tgtEl>
                                          <p:spTgt spid="37"/>
                                        </p:tgtEl>
                                      </p:cBhvr>
                                    </p:animEffect>
                                    <p:anim calcmode="lin" valueType="num">
                                      <p:cBhvr>
                                        <p:cTn id="25" dur="1822" tmFilter="0,0; 0.14,0.36; 0.43,0.73; 0.71,0.91; 1.0,1.0">
                                          <p:stCondLst>
                                            <p:cond delay="0"/>
                                          </p:stCondLst>
                                        </p:cTn>
                                        <p:tgtEl>
                                          <p:spTgt spid="37"/>
                                        </p:tgtEl>
                                        <p:attrNameLst>
                                          <p:attrName>ppt_x</p:attrName>
                                        </p:attrNameLst>
                                      </p:cBhvr>
                                      <p:tavLst>
                                        <p:tav tm="0">
                                          <p:val>
                                            <p:strVal val="#ppt_x-0.25"/>
                                          </p:val>
                                        </p:tav>
                                        <p:tav tm="100000">
                                          <p:val>
                                            <p:strVal val="#ppt_x"/>
                                          </p:val>
                                        </p:tav>
                                      </p:tavLst>
                                    </p:anim>
                                    <p:anim calcmode="lin" valueType="num">
                                      <p:cBhvr>
                                        <p:cTn id="26" dur="664" tmFilter="0.0,0.0; 0.25,0.07; 0.50,0.2; 0.75,0.467; 1.0,1.0">
                                          <p:stCondLst>
                                            <p:cond delay="0"/>
                                          </p:stCondLst>
                                        </p:cTn>
                                        <p:tgtEl>
                                          <p:spTgt spid="37"/>
                                        </p:tgtEl>
                                        <p:attrNameLst>
                                          <p:attrName>ppt_y</p:attrName>
                                        </p:attrNameLst>
                                      </p:cBhvr>
                                      <p:tavLst>
                                        <p:tav tm="0" fmla="#ppt_y-sin(pi*$)/3">
                                          <p:val>
                                            <p:fltVal val="0.5"/>
                                          </p:val>
                                        </p:tav>
                                        <p:tav tm="100000">
                                          <p:val>
                                            <p:fltVal val="1"/>
                                          </p:val>
                                        </p:tav>
                                      </p:tavLst>
                                    </p:anim>
                                    <p:anim calcmode="lin" valueType="num">
                                      <p:cBhvr>
                                        <p:cTn id="27" dur="664" tmFilter="0, 0; 0.125,0.2665; 0.25,0.4; 0.375,0.465; 0.5,0.5;  0.625,0.535; 0.75,0.6; 0.875,0.7335; 1,1">
                                          <p:stCondLst>
                                            <p:cond delay="664"/>
                                          </p:stCondLst>
                                        </p:cTn>
                                        <p:tgtEl>
                                          <p:spTgt spid="37"/>
                                        </p:tgtEl>
                                        <p:attrNameLst>
                                          <p:attrName>ppt_y</p:attrName>
                                        </p:attrNameLst>
                                      </p:cBhvr>
                                      <p:tavLst>
                                        <p:tav tm="0" fmla="#ppt_y-sin(pi*$)/9">
                                          <p:val>
                                            <p:fltVal val="0"/>
                                          </p:val>
                                        </p:tav>
                                        <p:tav tm="100000">
                                          <p:val>
                                            <p:fltVal val="1"/>
                                          </p:val>
                                        </p:tav>
                                      </p:tavLst>
                                    </p:anim>
                                    <p:anim calcmode="lin" valueType="num">
                                      <p:cBhvr>
                                        <p:cTn id="28" dur="332" tmFilter="0, 0; 0.125,0.2665; 0.25,0.4; 0.375,0.465; 0.5,0.5;  0.625,0.535; 0.75,0.6; 0.875,0.7335; 1,1">
                                          <p:stCondLst>
                                            <p:cond delay="1324"/>
                                          </p:stCondLst>
                                        </p:cTn>
                                        <p:tgtEl>
                                          <p:spTgt spid="37"/>
                                        </p:tgtEl>
                                        <p:attrNameLst>
                                          <p:attrName>ppt_y</p:attrName>
                                        </p:attrNameLst>
                                      </p:cBhvr>
                                      <p:tavLst>
                                        <p:tav tm="0" fmla="#ppt_y-sin(pi*$)/27">
                                          <p:val>
                                            <p:fltVal val="0"/>
                                          </p:val>
                                        </p:tav>
                                        <p:tav tm="100000">
                                          <p:val>
                                            <p:fltVal val="1"/>
                                          </p:val>
                                        </p:tav>
                                      </p:tavLst>
                                    </p:anim>
                                    <p:anim calcmode="lin" valueType="num">
                                      <p:cBhvr>
                                        <p:cTn id="29" dur="164" tmFilter="0, 0; 0.125,0.2665; 0.25,0.4; 0.375,0.465; 0.5,0.5;  0.625,0.535; 0.75,0.6; 0.875,0.7335; 1,1">
                                          <p:stCondLst>
                                            <p:cond delay="1656"/>
                                          </p:stCondLst>
                                        </p:cTn>
                                        <p:tgtEl>
                                          <p:spTgt spid="37"/>
                                        </p:tgtEl>
                                        <p:attrNameLst>
                                          <p:attrName>ppt_y</p:attrName>
                                        </p:attrNameLst>
                                      </p:cBhvr>
                                      <p:tavLst>
                                        <p:tav tm="0" fmla="#ppt_y-sin(pi*$)/81">
                                          <p:val>
                                            <p:fltVal val="0"/>
                                          </p:val>
                                        </p:tav>
                                        <p:tav tm="100000">
                                          <p:val>
                                            <p:fltVal val="1"/>
                                          </p:val>
                                        </p:tav>
                                      </p:tavLst>
                                    </p:anim>
                                    <p:animScale>
                                      <p:cBhvr>
                                        <p:cTn id="30" dur="26">
                                          <p:stCondLst>
                                            <p:cond delay="650"/>
                                          </p:stCondLst>
                                        </p:cTn>
                                        <p:tgtEl>
                                          <p:spTgt spid="37"/>
                                        </p:tgtEl>
                                      </p:cBhvr>
                                      <p:to x="100000" y="60000"/>
                                    </p:animScale>
                                    <p:animScale>
                                      <p:cBhvr>
                                        <p:cTn id="31" dur="166" decel="50000">
                                          <p:stCondLst>
                                            <p:cond delay="676"/>
                                          </p:stCondLst>
                                        </p:cTn>
                                        <p:tgtEl>
                                          <p:spTgt spid="37"/>
                                        </p:tgtEl>
                                      </p:cBhvr>
                                      <p:to x="100000" y="100000"/>
                                    </p:animScale>
                                    <p:animScale>
                                      <p:cBhvr>
                                        <p:cTn id="32" dur="26">
                                          <p:stCondLst>
                                            <p:cond delay="1312"/>
                                          </p:stCondLst>
                                        </p:cTn>
                                        <p:tgtEl>
                                          <p:spTgt spid="37"/>
                                        </p:tgtEl>
                                      </p:cBhvr>
                                      <p:to x="100000" y="80000"/>
                                    </p:animScale>
                                    <p:animScale>
                                      <p:cBhvr>
                                        <p:cTn id="33" dur="166" decel="50000">
                                          <p:stCondLst>
                                            <p:cond delay="1338"/>
                                          </p:stCondLst>
                                        </p:cTn>
                                        <p:tgtEl>
                                          <p:spTgt spid="37"/>
                                        </p:tgtEl>
                                      </p:cBhvr>
                                      <p:to x="100000" y="100000"/>
                                    </p:animScale>
                                    <p:animScale>
                                      <p:cBhvr>
                                        <p:cTn id="34" dur="26">
                                          <p:stCondLst>
                                            <p:cond delay="1642"/>
                                          </p:stCondLst>
                                        </p:cTn>
                                        <p:tgtEl>
                                          <p:spTgt spid="37"/>
                                        </p:tgtEl>
                                      </p:cBhvr>
                                      <p:to x="100000" y="90000"/>
                                    </p:animScale>
                                    <p:animScale>
                                      <p:cBhvr>
                                        <p:cTn id="35" dur="166" decel="50000">
                                          <p:stCondLst>
                                            <p:cond delay="1668"/>
                                          </p:stCondLst>
                                        </p:cTn>
                                        <p:tgtEl>
                                          <p:spTgt spid="37"/>
                                        </p:tgtEl>
                                      </p:cBhvr>
                                      <p:to x="100000" y="100000"/>
                                    </p:animScale>
                                    <p:animScale>
                                      <p:cBhvr>
                                        <p:cTn id="36" dur="26">
                                          <p:stCondLst>
                                            <p:cond delay="1808"/>
                                          </p:stCondLst>
                                        </p:cTn>
                                        <p:tgtEl>
                                          <p:spTgt spid="37"/>
                                        </p:tgtEl>
                                      </p:cBhvr>
                                      <p:to x="100000" y="95000"/>
                                    </p:animScale>
                                    <p:animScale>
                                      <p:cBhvr>
                                        <p:cTn id="37" dur="166" decel="50000">
                                          <p:stCondLst>
                                            <p:cond delay="1834"/>
                                          </p:stCondLst>
                                        </p:cTn>
                                        <p:tgtEl>
                                          <p:spTgt spid="37"/>
                                        </p:tgtEl>
                                      </p:cBhvr>
                                      <p:to x="100000" y="100000"/>
                                    </p:animScale>
                                  </p:childTnLst>
                                </p:cTn>
                              </p:par>
                            </p:childTnLst>
                          </p:cTn>
                        </p:par>
                        <p:par>
                          <p:cTn id="38" fill="hold">
                            <p:stCondLst>
                              <p:cond delay="4000"/>
                            </p:stCondLst>
                            <p:childTnLst>
                              <p:par>
                                <p:cTn id="39" presetID="26" presetClass="entr" presetSubtype="0" fill="hold" nodeType="afterEffect">
                                  <p:stCondLst>
                                    <p:cond delay="0"/>
                                  </p:stCondLst>
                                  <p:childTnLst>
                                    <p:set>
                                      <p:cBhvr>
                                        <p:cTn id="40" dur="1" fill="hold">
                                          <p:stCondLst>
                                            <p:cond delay="0"/>
                                          </p:stCondLst>
                                        </p:cTn>
                                        <p:tgtEl>
                                          <p:spTgt spid="35"/>
                                        </p:tgtEl>
                                        <p:attrNameLst>
                                          <p:attrName>style.visibility</p:attrName>
                                        </p:attrNameLst>
                                      </p:cBhvr>
                                      <p:to>
                                        <p:strVal val="visible"/>
                                      </p:to>
                                    </p:set>
                                    <p:animEffect transition="in" filter="wipe(down)">
                                      <p:cBhvr>
                                        <p:cTn id="41" dur="580">
                                          <p:stCondLst>
                                            <p:cond delay="0"/>
                                          </p:stCondLst>
                                        </p:cTn>
                                        <p:tgtEl>
                                          <p:spTgt spid="35"/>
                                        </p:tgtEl>
                                      </p:cBhvr>
                                    </p:animEffect>
                                    <p:anim calcmode="lin" valueType="num">
                                      <p:cBhvr>
                                        <p:cTn id="42" dur="1822" tmFilter="0,0; 0.14,0.36; 0.43,0.73; 0.71,0.91; 1.0,1.0">
                                          <p:stCondLst>
                                            <p:cond delay="0"/>
                                          </p:stCondLst>
                                        </p:cTn>
                                        <p:tgtEl>
                                          <p:spTgt spid="35"/>
                                        </p:tgtEl>
                                        <p:attrNameLst>
                                          <p:attrName>ppt_x</p:attrName>
                                        </p:attrNameLst>
                                      </p:cBhvr>
                                      <p:tavLst>
                                        <p:tav tm="0">
                                          <p:val>
                                            <p:strVal val="#ppt_x-0.25"/>
                                          </p:val>
                                        </p:tav>
                                        <p:tav tm="100000">
                                          <p:val>
                                            <p:strVal val="#ppt_x"/>
                                          </p:val>
                                        </p:tav>
                                      </p:tavLst>
                                    </p:anim>
                                    <p:anim calcmode="lin" valueType="num">
                                      <p:cBhvr>
                                        <p:cTn id="43" dur="664" tmFilter="0.0,0.0; 0.25,0.07; 0.50,0.2; 0.75,0.467; 1.0,1.0">
                                          <p:stCondLst>
                                            <p:cond delay="0"/>
                                          </p:stCondLst>
                                        </p:cTn>
                                        <p:tgtEl>
                                          <p:spTgt spid="35"/>
                                        </p:tgtEl>
                                        <p:attrNameLst>
                                          <p:attrName>ppt_y</p:attrName>
                                        </p:attrNameLst>
                                      </p:cBhvr>
                                      <p:tavLst>
                                        <p:tav tm="0" fmla="#ppt_y-sin(pi*$)/3">
                                          <p:val>
                                            <p:fltVal val="0.5"/>
                                          </p:val>
                                        </p:tav>
                                        <p:tav tm="100000">
                                          <p:val>
                                            <p:fltVal val="1"/>
                                          </p:val>
                                        </p:tav>
                                      </p:tavLst>
                                    </p:anim>
                                    <p:anim calcmode="lin" valueType="num">
                                      <p:cBhvr>
                                        <p:cTn id="44" dur="664" tmFilter="0, 0; 0.125,0.2665; 0.25,0.4; 0.375,0.465; 0.5,0.5;  0.625,0.535; 0.75,0.6; 0.875,0.7335; 1,1">
                                          <p:stCondLst>
                                            <p:cond delay="664"/>
                                          </p:stCondLst>
                                        </p:cTn>
                                        <p:tgtEl>
                                          <p:spTgt spid="35"/>
                                        </p:tgtEl>
                                        <p:attrNameLst>
                                          <p:attrName>ppt_y</p:attrName>
                                        </p:attrNameLst>
                                      </p:cBhvr>
                                      <p:tavLst>
                                        <p:tav tm="0" fmla="#ppt_y-sin(pi*$)/9">
                                          <p:val>
                                            <p:fltVal val="0"/>
                                          </p:val>
                                        </p:tav>
                                        <p:tav tm="100000">
                                          <p:val>
                                            <p:fltVal val="1"/>
                                          </p:val>
                                        </p:tav>
                                      </p:tavLst>
                                    </p:anim>
                                    <p:anim calcmode="lin" valueType="num">
                                      <p:cBhvr>
                                        <p:cTn id="45" dur="332" tmFilter="0, 0; 0.125,0.2665; 0.25,0.4; 0.375,0.465; 0.5,0.5;  0.625,0.535; 0.75,0.6; 0.875,0.7335; 1,1">
                                          <p:stCondLst>
                                            <p:cond delay="1324"/>
                                          </p:stCondLst>
                                        </p:cTn>
                                        <p:tgtEl>
                                          <p:spTgt spid="35"/>
                                        </p:tgtEl>
                                        <p:attrNameLst>
                                          <p:attrName>ppt_y</p:attrName>
                                        </p:attrNameLst>
                                      </p:cBhvr>
                                      <p:tavLst>
                                        <p:tav tm="0" fmla="#ppt_y-sin(pi*$)/27">
                                          <p:val>
                                            <p:fltVal val="0"/>
                                          </p:val>
                                        </p:tav>
                                        <p:tav tm="100000">
                                          <p:val>
                                            <p:fltVal val="1"/>
                                          </p:val>
                                        </p:tav>
                                      </p:tavLst>
                                    </p:anim>
                                    <p:anim calcmode="lin" valueType="num">
                                      <p:cBhvr>
                                        <p:cTn id="46" dur="164" tmFilter="0, 0; 0.125,0.2665; 0.25,0.4; 0.375,0.465; 0.5,0.5;  0.625,0.535; 0.75,0.6; 0.875,0.7335; 1,1">
                                          <p:stCondLst>
                                            <p:cond delay="1656"/>
                                          </p:stCondLst>
                                        </p:cTn>
                                        <p:tgtEl>
                                          <p:spTgt spid="35"/>
                                        </p:tgtEl>
                                        <p:attrNameLst>
                                          <p:attrName>ppt_y</p:attrName>
                                        </p:attrNameLst>
                                      </p:cBhvr>
                                      <p:tavLst>
                                        <p:tav tm="0" fmla="#ppt_y-sin(pi*$)/81">
                                          <p:val>
                                            <p:fltVal val="0"/>
                                          </p:val>
                                        </p:tav>
                                        <p:tav tm="100000">
                                          <p:val>
                                            <p:fltVal val="1"/>
                                          </p:val>
                                        </p:tav>
                                      </p:tavLst>
                                    </p:anim>
                                    <p:animScale>
                                      <p:cBhvr>
                                        <p:cTn id="47" dur="26">
                                          <p:stCondLst>
                                            <p:cond delay="650"/>
                                          </p:stCondLst>
                                        </p:cTn>
                                        <p:tgtEl>
                                          <p:spTgt spid="35"/>
                                        </p:tgtEl>
                                      </p:cBhvr>
                                      <p:to x="100000" y="60000"/>
                                    </p:animScale>
                                    <p:animScale>
                                      <p:cBhvr>
                                        <p:cTn id="48" dur="166" decel="50000">
                                          <p:stCondLst>
                                            <p:cond delay="676"/>
                                          </p:stCondLst>
                                        </p:cTn>
                                        <p:tgtEl>
                                          <p:spTgt spid="35"/>
                                        </p:tgtEl>
                                      </p:cBhvr>
                                      <p:to x="100000" y="100000"/>
                                    </p:animScale>
                                    <p:animScale>
                                      <p:cBhvr>
                                        <p:cTn id="49" dur="26">
                                          <p:stCondLst>
                                            <p:cond delay="1312"/>
                                          </p:stCondLst>
                                        </p:cTn>
                                        <p:tgtEl>
                                          <p:spTgt spid="35"/>
                                        </p:tgtEl>
                                      </p:cBhvr>
                                      <p:to x="100000" y="80000"/>
                                    </p:animScale>
                                    <p:animScale>
                                      <p:cBhvr>
                                        <p:cTn id="50" dur="166" decel="50000">
                                          <p:stCondLst>
                                            <p:cond delay="1338"/>
                                          </p:stCondLst>
                                        </p:cTn>
                                        <p:tgtEl>
                                          <p:spTgt spid="35"/>
                                        </p:tgtEl>
                                      </p:cBhvr>
                                      <p:to x="100000" y="100000"/>
                                    </p:animScale>
                                    <p:animScale>
                                      <p:cBhvr>
                                        <p:cTn id="51" dur="26">
                                          <p:stCondLst>
                                            <p:cond delay="1642"/>
                                          </p:stCondLst>
                                        </p:cTn>
                                        <p:tgtEl>
                                          <p:spTgt spid="35"/>
                                        </p:tgtEl>
                                      </p:cBhvr>
                                      <p:to x="100000" y="90000"/>
                                    </p:animScale>
                                    <p:animScale>
                                      <p:cBhvr>
                                        <p:cTn id="52" dur="166" decel="50000">
                                          <p:stCondLst>
                                            <p:cond delay="1668"/>
                                          </p:stCondLst>
                                        </p:cTn>
                                        <p:tgtEl>
                                          <p:spTgt spid="35"/>
                                        </p:tgtEl>
                                      </p:cBhvr>
                                      <p:to x="100000" y="100000"/>
                                    </p:animScale>
                                    <p:animScale>
                                      <p:cBhvr>
                                        <p:cTn id="53" dur="26">
                                          <p:stCondLst>
                                            <p:cond delay="1808"/>
                                          </p:stCondLst>
                                        </p:cTn>
                                        <p:tgtEl>
                                          <p:spTgt spid="35"/>
                                        </p:tgtEl>
                                      </p:cBhvr>
                                      <p:to x="100000" y="95000"/>
                                    </p:animScale>
                                    <p:animScale>
                                      <p:cBhvr>
                                        <p:cTn id="54" dur="166" decel="50000">
                                          <p:stCondLst>
                                            <p:cond delay="1834"/>
                                          </p:stCondLst>
                                        </p:cTn>
                                        <p:tgtEl>
                                          <p:spTgt spid="35"/>
                                        </p:tgtEl>
                                      </p:cBhvr>
                                      <p:to x="100000" y="100000"/>
                                    </p:animScale>
                                  </p:childTnLst>
                                </p:cTn>
                              </p:par>
                            </p:childTnLst>
                          </p:cTn>
                        </p:par>
                        <p:par>
                          <p:cTn id="55" fill="hold">
                            <p:stCondLst>
                              <p:cond delay="6000"/>
                            </p:stCondLst>
                            <p:childTnLst>
                              <p:par>
                                <p:cTn id="56" presetID="26" presetClass="entr" presetSubtype="0" fill="hold" nodeType="afterEffect">
                                  <p:stCondLst>
                                    <p:cond delay="0"/>
                                  </p:stCondLst>
                                  <p:childTnLst>
                                    <p:set>
                                      <p:cBhvr>
                                        <p:cTn id="57" dur="1" fill="hold">
                                          <p:stCondLst>
                                            <p:cond delay="0"/>
                                          </p:stCondLst>
                                        </p:cTn>
                                        <p:tgtEl>
                                          <p:spTgt spid="36"/>
                                        </p:tgtEl>
                                        <p:attrNameLst>
                                          <p:attrName>style.visibility</p:attrName>
                                        </p:attrNameLst>
                                      </p:cBhvr>
                                      <p:to>
                                        <p:strVal val="visible"/>
                                      </p:to>
                                    </p:set>
                                    <p:animEffect transition="in" filter="wipe(down)">
                                      <p:cBhvr>
                                        <p:cTn id="58" dur="580">
                                          <p:stCondLst>
                                            <p:cond delay="0"/>
                                          </p:stCondLst>
                                        </p:cTn>
                                        <p:tgtEl>
                                          <p:spTgt spid="36"/>
                                        </p:tgtEl>
                                      </p:cBhvr>
                                    </p:animEffect>
                                    <p:anim calcmode="lin" valueType="num">
                                      <p:cBhvr>
                                        <p:cTn id="59" dur="1822" tmFilter="0,0; 0.14,0.36; 0.43,0.73; 0.71,0.91; 1.0,1.0">
                                          <p:stCondLst>
                                            <p:cond delay="0"/>
                                          </p:stCondLst>
                                        </p:cTn>
                                        <p:tgtEl>
                                          <p:spTgt spid="36"/>
                                        </p:tgtEl>
                                        <p:attrNameLst>
                                          <p:attrName>ppt_x</p:attrName>
                                        </p:attrNameLst>
                                      </p:cBhvr>
                                      <p:tavLst>
                                        <p:tav tm="0">
                                          <p:val>
                                            <p:strVal val="#ppt_x-0.25"/>
                                          </p:val>
                                        </p:tav>
                                        <p:tav tm="100000">
                                          <p:val>
                                            <p:strVal val="#ppt_x"/>
                                          </p:val>
                                        </p:tav>
                                      </p:tavLst>
                                    </p:anim>
                                    <p:anim calcmode="lin" valueType="num">
                                      <p:cBhvr>
                                        <p:cTn id="60" dur="664" tmFilter="0.0,0.0; 0.25,0.07; 0.50,0.2; 0.75,0.467; 1.0,1.0">
                                          <p:stCondLst>
                                            <p:cond delay="0"/>
                                          </p:stCondLst>
                                        </p:cTn>
                                        <p:tgtEl>
                                          <p:spTgt spid="36"/>
                                        </p:tgtEl>
                                        <p:attrNameLst>
                                          <p:attrName>ppt_y</p:attrName>
                                        </p:attrNameLst>
                                      </p:cBhvr>
                                      <p:tavLst>
                                        <p:tav tm="0" fmla="#ppt_y-sin(pi*$)/3">
                                          <p:val>
                                            <p:fltVal val="0.5"/>
                                          </p:val>
                                        </p:tav>
                                        <p:tav tm="100000">
                                          <p:val>
                                            <p:fltVal val="1"/>
                                          </p:val>
                                        </p:tav>
                                      </p:tavLst>
                                    </p:anim>
                                    <p:anim calcmode="lin" valueType="num">
                                      <p:cBhvr>
                                        <p:cTn id="61" dur="664" tmFilter="0, 0; 0.125,0.2665; 0.25,0.4; 0.375,0.465; 0.5,0.5;  0.625,0.535; 0.75,0.6; 0.875,0.7335; 1,1">
                                          <p:stCondLst>
                                            <p:cond delay="664"/>
                                          </p:stCondLst>
                                        </p:cTn>
                                        <p:tgtEl>
                                          <p:spTgt spid="36"/>
                                        </p:tgtEl>
                                        <p:attrNameLst>
                                          <p:attrName>ppt_y</p:attrName>
                                        </p:attrNameLst>
                                      </p:cBhvr>
                                      <p:tavLst>
                                        <p:tav tm="0" fmla="#ppt_y-sin(pi*$)/9">
                                          <p:val>
                                            <p:fltVal val="0"/>
                                          </p:val>
                                        </p:tav>
                                        <p:tav tm="100000">
                                          <p:val>
                                            <p:fltVal val="1"/>
                                          </p:val>
                                        </p:tav>
                                      </p:tavLst>
                                    </p:anim>
                                    <p:anim calcmode="lin" valueType="num">
                                      <p:cBhvr>
                                        <p:cTn id="62" dur="332" tmFilter="0, 0; 0.125,0.2665; 0.25,0.4; 0.375,0.465; 0.5,0.5;  0.625,0.535; 0.75,0.6; 0.875,0.7335; 1,1">
                                          <p:stCondLst>
                                            <p:cond delay="1324"/>
                                          </p:stCondLst>
                                        </p:cTn>
                                        <p:tgtEl>
                                          <p:spTgt spid="36"/>
                                        </p:tgtEl>
                                        <p:attrNameLst>
                                          <p:attrName>ppt_y</p:attrName>
                                        </p:attrNameLst>
                                      </p:cBhvr>
                                      <p:tavLst>
                                        <p:tav tm="0" fmla="#ppt_y-sin(pi*$)/27">
                                          <p:val>
                                            <p:fltVal val="0"/>
                                          </p:val>
                                        </p:tav>
                                        <p:tav tm="100000">
                                          <p:val>
                                            <p:fltVal val="1"/>
                                          </p:val>
                                        </p:tav>
                                      </p:tavLst>
                                    </p:anim>
                                    <p:anim calcmode="lin" valueType="num">
                                      <p:cBhvr>
                                        <p:cTn id="63" dur="164" tmFilter="0, 0; 0.125,0.2665; 0.25,0.4; 0.375,0.465; 0.5,0.5;  0.625,0.535; 0.75,0.6; 0.875,0.7335; 1,1">
                                          <p:stCondLst>
                                            <p:cond delay="1656"/>
                                          </p:stCondLst>
                                        </p:cTn>
                                        <p:tgtEl>
                                          <p:spTgt spid="36"/>
                                        </p:tgtEl>
                                        <p:attrNameLst>
                                          <p:attrName>ppt_y</p:attrName>
                                        </p:attrNameLst>
                                      </p:cBhvr>
                                      <p:tavLst>
                                        <p:tav tm="0" fmla="#ppt_y-sin(pi*$)/81">
                                          <p:val>
                                            <p:fltVal val="0"/>
                                          </p:val>
                                        </p:tav>
                                        <p:tav tm="100000">
                                          <p:val>
                                            <p:fltVal val="1"/>
                                          </p:val>
                                        </p:tav>
                                      </p:tavLst>
                                    </p:anim>
                                    <p:animScale>
                                      <p:cBhvr>
                                        <p:cTn id="64" dur="26">
                                          <p:stCondLst>
                                            <p:cond delay="650"/>
                                          </p:stCondLst>
                                        </p:cTn>
                                        <p:tgtEl>
                                          <p:spTgt spid="36"/>
                                        </p:tgtEl>
                                      </p:cBhvr>
                                      <p:to x="100000" y="60000"/>
                                    </p:animScale>
                                    <p:animScale>
                                      <p:cBhvr>
                                        <p:cTn id="65" dur="166" decel="50000">
                                          <p:stCondLst>
                                            <p:cond delay="676"/>
                                          </p:stCondLst>
                                        </p:cTn>
                                        <p:tgtEl>
                                          <p:spTgt spid="36"/>
                                        </p:tgtEl>
                                      </p:cBhvr>
                                      <p:to x="100000" y="100000"/>
                                    </p:animScale>
                                    <p:animScale>
                                      <p:cBhvr>
                                        <p:cTn id="66" dur="26">
                                          <p:stCondLst>
                                            <p:cond delay="1312"/>
                                          </p:stCondLst>
                                        </p:cTn>
                                        <p:tgtEl>
                                          <p:spTgt spid="36"/>
                                        </p:tgtEl>
                                      </p:cBhvr>
                                      <p:to x="100000" y="80000"/>
                                    </p:animScale>
                                    <p:animScale>
                                      <p:cBhvr>
                                        <p:cTn id="67" dur="166" decel="50000">
                                          <p:stCondLst>
                                            <p:cond delay="1338"/>
                                          </p:stCondLst>
                                        </p:cTn>
                                        <p:tgtEl>
                                          <p:spTgt spid="36"/>
                                        </p:tgtEl>
                                      </p:cBhvr>
                                      <p:to x="100000" y="100000"/>
                                    </p:animScale>
                                    <p:animScale>
                                      <p:cBhvr>
                                        <p:cTn id="68" dur="26">
                                          <p:stCondLst>
                                            <p:cond delay="1642"/>
                                          </p:stCondLst>
                                        </p:cTn>
                                        <p:tgtEl>
                                          <p:spTgt spid="36"/>
                                        </p:tgtEl>
                                      </p:cBhvr>
                                      <p:to x="100000" y="90000"/>
                                    </p:animScale>
                                    <p:animScale>
                                      <p:cBhvr>
                                        <p:cTn id="69" dur="166" decel="50000">
                                          <p:stCondLst>
                                            <p:cond delay="1668"/>
                                          </p:stCondLst>
                                        </p:cTn>
                                        <p:tgtEl>
                                          <p:spTgt spid="36"/>
                                        </p:tgtEl>
                                      </p:cBhvr>
                                      <p:to x="100000" y="100000"/>
                                    </p:animScale>
                                    <p:animScale>
                                      <p:cBhvr>
                                        <p:cTn id="70" dur="26">
                                          <p:stCondLst>
                                            <p:cond delay="1808"/>
                                          </p:stCondLst>
                                        </p:cTn>
                                        <p:tgtEl>
                                          <p:spTgt spid="36"/>
                                        </p:tgtEl>
                                      </p:cBhvr>
                                      <p:to x="100000" y="95000"/>
                                    </p:animScale>
                                    <p:animScale>
                                      <p:cBhvr>
                                        <p:cTn id="71" dur="166" decel="50000">
                                          <p:stCondLst>
                                            <p:cond delay="1834"/>
                                          </p:stCondLst>
                                        </p:cTn>
                                        <p:tgtEl>
                                          <p:spTgt spid="36"/>
                                        </p:tgtEl>
                                      </p:cBhvr>
                                      <p:to x="100000" y="100000"/>
                                    </p:animScale>
                                  </p:childTnLst>
                                </p:cTn>
                              </p:par>
                            </p:childTnLst>
                          </p:cTn>
                        </p:par>
                        <p:par>
                          <p:cTn id="72" fill="hold">
                            <p:stCondLst>
                              <p:cond delay="8000"/>
                            </p:stCondLst>
                            <p:childTnLst>
                              <p:par>
                                <p:cTn id="73" presetID="26" presetClass="entr" presetSubtype="0" fill="hold" nodeType="afterEffect">
                                  <p:stCondLst>
                                    <p:cond delay="0"/>
                                  </p:stCondLst>
                                  <p:childTnLst>
                                    <p:set>
                                      <p:cBhvr>
                                        <p:cTn id="74" dur="1" fill="hold">
                                          <p:stCondLst>
                                            <p:cond delay="0"/>
                                          </p:stCondLst>
                                        </p:cTn>
                                        <p:tgtEl>
                                          <p:spTgt spid="38"/>
                                        </p:tgtEl>
                                        <p:attrNameLst>
                                          <p:attrName>style.visibility</p:attrName>
                                        </p:attrNameLst>
                                      </p:cBhvr>
                                      <p:to>
                                        <p:strVal val="visible"/>
                                      </p:to>
                                    </p:set>
                                    <p:animEffect transition="in" filter="wipe(down)">
                                      <p:cBhvr>
                                        <p:cTn id="75" dur="580">
                                          <p:stCondLst>
                                            <p:cond delay="0"/>
                                          </p:stCondLst>
                                        </p:cTn>
                                        <p:tgtEl>
                                          <p:spTgt spid="38"/>
                                        </p:tgtEl>
                                      </p:cBhvr>
                                    </p:animEffect>
                                    <p:anim calcmode="lin" valueType="num">
                                      <p:cBhvr>
                                        <p:cTn id="76" dur="1822" tmFilter="0,0; 0.14,0.36; 0.43,0.73; 0.71,0.91; 1.0,1.0">
                                          <p:stCondLst>
                                            <p:cond delay="0"/>
                                          </p:stCondLst>
                                        </p:cTn>
                                        <p:tgtEl>
                                          <p:spTgt spid="38"/>
                                        </p:tgtEl>
                                        <p:attrNameLst>
                                          <p:attrName>ppt_x</p:attrName>
                                        </p:attrNameLst>
                                      </p:cBhvr>
                                      <p:tavLst>
                                        <p:tav tm="0">
                                          <p:val>
                                            <p:strVal val="#ppt_x-0.25"/>
                                          </p:val>
                                        </p:tav>
                                        <p:tav tm="100000">
                                          <p:val>
                                            <p:strVal val="#ppt_x"/>
                                          </p:val>
                                        </p:tav>
                                      </p:tavLst>
                                    </p:anim>
                                    <p:anim calcmode="lin" valueType="num">
                                      <p:cBhvr>
                                        <p:cTn id="77" dur="664" tmFilter="0.0,0.0; 0.25,0.07; 0.50,0.2; 0.75,0.467; 1.0,1.0">
                                          <p:stCondLst>
                                            <p:cond delay="0"/>
                                          </p:stCondLst>
                                        </p:cTn>
                                        <p:tgtEl>
                                          <p:spTgt spid="38"/>
                                        </p:tgtEl>
                                        <p:attrNameLst>
                                          <p:attrName>ppt_y</p:attrName>
                                        </p:attrNameLst>
                                      </p:cBhvr>
                                      <p:tavLst>
                                        <p:tav tm="0" fmla="#ppt_y-sin(pi*$)/3">
                                          <p:val>
                                            <p:fltVal val="0.5"/>
                                          </p:val>
                                        </p:tav>
                                        <p:tav tm="100000">
                                          <p:val>
                                            <p:fltVal val="1"/>
                                          </p:val>
                                        </p:tav>
                                      </p:tavLst>
                                    </p:anim>
                                    <p:anim calcmode="lin" valueType="num">
                                      <p:cBhvr>
                                        <p:cTn id="78" dur="664" tmFilter="0, 0; 0.125,0.2665; 0.25,0.4; 0.375,0.465; 0.5,0.5;  0.625,0.535; 0.75,0.6; 0.875,0.7335; 1,1">
                                          <p:stCondLst>
                                            <p:cond delay="664"/>
                                          </p:stCondLst>
                                        </p:cTn>
                                        <p:tgtEl>
                                          <p:spTgt spid="38"/>
                                        </p:tgtEl>
                                        <p:attrNameLst>
                                          <p:attrName>ppt_y</p:attrName>
                                        </p:attrNameLst>
                                      </p:cBhvr>
                                      <p:tavLst>
                                        <p:tav tm="0" fmla="#ppt_y-sin(pi*$)/9">
                                          <p:val>
                                            <p:fltVal val="0"/>
                                          </p:val>
                                        </p:tav>
                                        <p:tav tm="100000">
                                          <p:val>
                                            <p:fltVal val="1"/>
                                          </p:val>
                                        </p:tav>
                                      </p:tavLst>
                                    </p:anim>
                                    <p:anim calcmode="lin" valueType="num">
                                      <p:cBhvr>
                                        <p:cTn id="79" dur="332" tmFilter="0, 0; 0.125,0.2665; 0.25,0.4; 0.375,0.465; 0.5,0.5;  0.625,0.535; 0.75,0.6; 0.875,0.7335; 1,1">
                                          <p:stCondLst>
                                            <p:cond delay="1324"/>
                                          </p:stCondLst>
                                        </p:cTn>
                                        <p:tgtEl>
                                          <p:spTgt spid="38"/>
                                        </p:tgtEl>
                                        <p:attrNameLst>
                                          <p:attrName>ppt_y</p:attrName>
                                        </p:attrNameLst>
                                      </p:cBhvr>
                                      <p:tavLst>
                                        <p:tav tm="0" fmla="#ppt_y-sin(pi*$)/27">
                                          <p:val>
                                            <p:fltVal val="0"/>
                                          </p:val>
                                        </p:tav>
                                        <p:tav tm="100000">
                                          <p:val>
                                            <p:fltVal val="1"/>
                                          </p:val>
                                        </p:tav>
                                      </p:tavLst>
                                    </p:anim>
                                    <p:anim calcmode="lin" valueType="num">
                                      <p:cBhvr>
                                        <p:cTn id="80" dur="164" tmFilter="0, 0; 0.125,0.2665; 0.25,0.4; 0.375,0.465; 0.5,0.5;  0.625,0.535; 0.75,0.6; 0.875,0.7335; 1,1">
                                          <p:stCondLst>
                                            <p:cond delay="1656"/>
                                          </p:stCondLst>
                                        </p:cTn>
                                        <p:tgtEl>
                                          <p:spTgt spid="38"/>
                                        </p:tgtEl>
                                        <p:attrNameLst>
                                          <p:attrName>ppt_y</p:attrName>
                                        </p:attrNameLst>
                                      </p:cBhvr>
                                      <p:tavLst>
                                        <p:tav tm="0" fmla="#ppt_y-sin(pi*$)/81">
                                          <p:val>
                                            <p:fltVal val="0"/>
                                          </p:val>
                                        </p:tav>
                                        <p:tav tm="100000">
                                          <p:val>
                                            <p:fltVal val="1"/>
                                          </p:val>
                                        </p:tav>
                                      </p:tavLst>
                                    </p:anim>
                                    <p:animScale>
                                      <p:cBhvr>
                                        <p:cTn id="81" dur="26">
                                          <p:stCondLst>
                                            <p:cond delay="650"/>
                                          </p:stCondLst>
                                        </p:cTn>
                                        <p:tgtEl>
                                          <p:spTgt spid="38"/>
                                        </p:tgtEl>
                                      </p:cBhvr>
                                      <p:to x="100000" y="60000"/>
                                    </p:animScale>
                                    <p:animScale>
                                      <p:cBhvr>
                                        <p:cTn id="82" dur="166" decel="50000">
                                          <p:stCondLst>
                                            <p:cond delay="676"/>
                                          </p:stCondLst>
                                        </p:cTn>
                                        <p:tgtEl>
                                          <p:spTgt spid="38"/>
                                        </p:tgtEl>
                                      </p:cBhvr>
                                      <p:to x="100000" y="100000"/>
                                    </p:animScale>
                                    <p:animScale>
                                      <p:cBhvr>
                                        <p:cTn id="83" dur="26">
                                          <p:stCondLst>
                                            <p:cond delay="1312"/>
                                          </p:stCondLst>
                                        </p:cTn>
                                        <p:tgtEl>
                                          <p:spTgt spid="38"/>
                                        </p:tgtEl>
                                      </p:cBhvr>
                                      <p:to x="100000" y="80000"/>
                                    </p:animScale>
                                    <p:animScale>
                                      <p:cBhvr>
                                        <p:cTn id="84" dur="166" decel="50000">
                                          <p:stCondLst>
                                            <p:cond delay="1338"/>
                                          </p:stCondLst>
                                        </p:cTn>
                                        <p:tgtEl>
                                          <p:spTgt spid="38"/>
                                        </p:tgtEl>
                                      </p:cBhvr>
                                      <p:to x="100000" y="100000"/>
                                    </p:animScale>
                                    <p:animScale>
                                      <p:cBhvr>
                                        <p:cTn id="85" dur="26">
                                          <p:stCondLst>
                                            <p:cond delay="1642"/>
                                          </p:stCondLst>
                                        </p:cTn>
                                        <p:tgtEl>
                                          <p:spTgt spid="38"/>
                                        </p:tgtEl>
                                      </p:cBhvr>
                                      <p:to x="100000" y="90000"/>
                                    </p:animScale>
                                    <p:animScale>
                                      <p:cBhvr>
                                        <p:cTn id="86" dur="166" decel="50000">
                                          <p:stCondLst>
                                            <p:cond delay="1668"/>
                                          </p:stCondLst>
                                        </p:cTn>
                                        <p:tgtEl>
                                          <p:spTgt spid="38"/>
                                        </p:tgtEl>
                                      </p:cBhvr>
                                      <p:to x="100000" y="100000"/>
                                    </p:animScale>
                                    <p:animScale>
                                      <p:cBhvr>
                                        <p:cTn id="87" dur="26">
                                          <p:stCondLst>
                                            <p:cond delay="1808"/>
                                          </p:stCondLst>
                                        </p:cTn>
                                        <p:tgtEl>
                                          <p:spTgt spid="38"/>
                                        </p:tgtEl>
                                      </p:cBhvr>
                                      <p:to x="100000" y="95000"/>
                                    </p:animScale>
                                    <p:animScale>
                                      <p:cBhvr>
                                        <p:cTn id="88" dur="166" decel="50000">
                                          <p:stCondLst>
                                            <p:cond delay="1834"/>
                                          </p:stCondLst>
                                        </p:cTn>
                                        <p:tgtEl>
                                          <p:spTgt spid="3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圆角矩形 24"/>
          <p:cNvSpPr/>
          <p:nvPr/>
        </p:nvSpPr>
        <p:spPr>
          <a:xfrm>
            <a:off x="541894" y="614960"/>
            <a:ext cx="11401425" cy="5857875"/>
          </a:xfrm>
          <a:prstGeom prst="round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rotWithShape="1">
          <a:blip r:embed="rId4" cstate="print">
            <a:extLst>
              <a:ext uri="{BEBA8EAE-BF5A-486C-A8C5-ECC9F3942E4B}">
                <a14:imgProps xmlns:a14="http://schemas.microsoft.com/office/drawing/2010/main">
                  <a14:imgLayer r:embed="rId5">
                    <a14:imgEffect>
                      <a14:backgroundRemoval t="243" b="55064" l="9736" r="100000"/>
                    </a14:imgEffect>
                  </a14:imgLayer>
                </a14:imgProps>
              </a:ext>
              <a:ext uri="{28A0092B-C50C-407E-A947-70E740481C1C}">
                <a14:useLocalDpi xmlns:a14="http://schemas.microsoft.com/office/drawing/2010/main" val="0"/>
              </a:ext>
            </a:extLst>
          </a:blip>
          <a:srcRect l="36774" b="59911"/>
          <a:stretch/>
        </p:blipFill>
        <p:spPr>
          <a:xfrm>
            <a:off x="-536319" y="3082247"/>
            <a:ext cx="4486139" cy="4267200"/>
          </a:xfrm>
          <a:prstGeom prst="rect">
            <a:avLst/>
          </a:prstGeom>
        </p:spPr>
      </p:pic>
      <p:sp>
        <p:nvSpPr>
          <p:cNvPr id="7" name="矩形 6"/>
          <p:cNvSpPr/>
          <p:nvPr/>
        </p:nvSpPr>
        <p:spPr>
          <a:xfrm rot="366280">
            <a:off x="3367026" y="2644168"/>
            <a:ext cx="6765805" cy="1569660"/>
          </a:xfrm>
          <a:prstGeom prst="rect">
            <a:avLst/>
          </a:prstGeom>
        </p:spPr>
        <p:txBody>
          <a:bodyPr wrap="square">
            <a:spAutoFit/>
          </a:bodyPr>
          <a:lstStyle/>
          <a:p>
            <a:pPr>
              <a:lnSpc>
                <a:spcPct val="150000"/>
              </a:lnSpc>
            </a:pPr>
            <a:r>
              <a:rPr lang="zh-CN" altLang="en-US" sz="1600" dirty="0">
                <a:latin typeface="幼圆" panose="02010509060101010101" pitchFamily="49" charset="-122"/>
                <a:ea typeface="幼圆" panose="02010509060101010101" pitchFamily="49" charset="-122"/>
              </a:rPr>
              <a:t>儿童教育是指对儿童进行德育、智育、体育等方面的培养和训练。它是提高人口素质的重要环节。青春期到来以前的未成年人被称为儿童或少年，他们在思想、性格、智力、体魄等方面的可塑儿童教育性很强。儿童教育是整个教育事业的重要基础。</a:t>
            </a:r>
          </a:p>
        </p:txBody>
      </p:sp>
      <p:pic>
        <p:nvPicPr>
          <p:cNvPr id="14" name="图片 13"/>
          <p:cNvPicPr>
            <a:picLocks noChangeAspect="1"/>
          </p:cNvPicPr>
          <p:nvPr/>
        </p:nvPicPr>
        <p:blipFill rotWithShape="1">
          <a:blip r:embed="rId6" cstate="print">
            <a:extLst>
              <a:ext uri="{BEBA8EAE-BF5A-486C-A8C5-ECC9F3942E4B}">
                <a14:imgProps xmlns:a14="http://schemas.microsoft.com/office/drawing/2010/main">
                  <a14:imgLayer r:embed="rId7">
                    <a14:imgEffect>
                      <a14:backgroundRemoval t="12545" b="23758" l="86455" r="100000"/>
                    </a14:imgEffect>
                  </a14:imgLayer>
                </a14:imgProps>
              </a:ext>
              <a:ext uri="{28A0092B-C50C-407E-A947-70E740481C1C}">
                <a14:useLocalDpi xmlns:a14="http://schemas.microsoft.com/office/drawing/2010/main" val="0"/>
              </a:ext>
            </a:extLst>
          </a:blip>
          <a:srcRect l="86984" t="14128" r="-424" b="76808"/>
          <a:stretch/>
        </p:blipFill>
        <p:spPr>
          <a:xfrm rot="1857232">
            <a:off x="9355585" y="4301948"/>
            <a:ext cx="1683052" cy="1702974"/>
          </a:xfrm>
          <a:prstGeom prst="rect">
            <a:avLst/>
          </a:prstGeom>
          <a:effectLst>
            <a:outerShdw blurRad="50800" dist="38100" dir="2700000" algn="tl" rotWithShape="0">
              <a:prstClr val="black">
                <a:alpha val="40000"/>
              </a:prstClr>
            </a:outerShdw>
          </a:effectLst>
        </p:spPr>
      </p:pic>
      <p:pic>
        <p:nvPicPr>
          <p:cNvPr id="20" name="图片 19"/>
          <p:cNvPicPr>
            <a:picLocks noChangeAspect="1"/>
          </p:cNvPicPr>
          <p:nvPr/>
        </p:nvPicPr>
        <p:blipFill rotWithShape="1">
          <a:blip r:embed="rId8" cstate="print">
            <a:extLst>
              <a:ext uri="{BEBA8EAE-BF5A-486C-A8C5-ECC9F3942E4B}">
                <a14:imgProps xmlns:a14="http://schemas.microsoft.com/office/drawing/2010/main">
                  <a14:imgLayer r:embed="rId7">
                    <a14:imgEffect>
                      <a14:backgroundRemoval t="1091" b="10242" l="51091" r="61818"/>
                    </a14:imgEffect>
                  </a14:imgLayer>
                </a14:imgProps>
              </a:ext>
              <a:ext uri="{28A0092B-C50C-407E-A947-70E740481C1C}">
                <a14:useLocalDpi xmlns:a14="http://schemas.microsoft.com/office/drawing/2010/main" val="0"/>
              </a:ext>
            </a:extLst>
          </a:blip>
          <a:srcRect l="51042" r="35939" b="90899"/>
          <a:stretch/>
        </p:blipFill>
        <p:spPr>
          <a:xfrm>
            <a:off x="9930163" y="1069498"/>
            <a:ext cx="1170874" cy="1228048"/>
          </a:xfrm>
          <a:prstGeom prst="rect">
            <a:avLst/>
          </a:prstGeom>
        </p:spPr>
      </p:pic>
      <p:pic>
        <p:nvPicPr>
          <p:cNvPr id="21" name="图片 20"/>
          <p:cNvPicPr>
            <a:picLocks noChangeAspect="1"/>
          </p:cNvPicPr>
          <p:nvPr/>
        </p:nvPicPr>
        <p:blipFill rotWithShape="1">
          <a:blip r:embed="rId9" cstate="print">
            <a:extLst>
              <a:ext uri="{BEBA8EAE-BF5A-486C-A8C5-ECC9F3942E4B}">
                <a14:imgProps xmlns:a14="http://schemas.microsoft.com/office/drawing/2010/main">
                  <a14:imgLayer r:embed="rId7">
                    <a14:imgEffect>
                      <a14:backgroundRemoval t="1292" b="11625" l="73941" r="97105"/>
                    </a14:imgEffect>
                  </a14:imgLayer>
                </a14:imgProps>
              </a:ext>
              <a:ext uri="{28A0092B-C50C-407E-A947-70E740481C1C}">
                <a14:useLocalDpi xmlns:a14="http://schemas.microsoft.com/office/drawing/2010/main" val="0"/>
              </a:ext>
            </a:extLst>
          </a:blip>
          <a:srcRect l="71045" t="4768" r="11358" b="87083"/>
          <a:stretch/>
        </p:blipFill>
        <p:spPr>
          <a:xfrm rot="5974133">
            <a:off x="3501052" y="4595737"/>
            <a:ext cx="2081516" cy="1446126"/>
          </a:xfrm>
          <a:prstGeom prst="rect">
            <a:avLst/>
          </a:prstGeom>
        </p:spPr>
      </p:pic>
      <p:pic>
        <p:nvPicPr>
          <p:cNvPr id="22" name="图片 21"/>
          <p:cNvPicPr>
            <a:picLocks noChangeAspect="1"/>
          </p:cNvPicPr>
          <p:nvPr/>
        </p:nvPicPr>
        <p:blipFill rotWithShape="1">
          <a:blip r:embed="rId10" cstate="print">
            <a:extLst>
              <a:ext uri="{BEBA8EAE-BF5A-486C-A8C5-ECC9F3942E4B}">
                <a14:imgProps xmlns:a14="http://schemas.microsoft.com/office/drawing/2010/main">
                  <a14:imgLayer r:embed="rId7">
                    <a14:imgEffect>
                      <a14:backgroundRemoval t="1879" b="12061" l="17455" r="35182">
                        <a14:foregroundMark x1="28364" y1="4606" x2="28364" y2="4606"/>
                      </a14:backgroundRemoval>
                    </a14:imgEffect>
                  </a14:imgLayer>
                </a14:imgProps>
              </a:ext>
              <a:ext uri="{28A0092B-C50C-407E-A947-70E740481C1C}">
                <a14:useLocalDpi xmlns:a14="http://schemas.microsoft.com/office/drawing/2010/main" val="0"/>
              </a:ext>
            </a:extLst>
          </a:blip>
          <a:srcRect l="19224" r="63141" b="87927"/>
          <a:stretch/>
        </p:blipFill>
        <p:spPr>
          <a:xfrm>
            <a:off x="1209431" y="1770410"/>
            <a:ext cx="1026528" cy="1054271"/>
          </a:xfrm>
          <a:prstGeom prst="rect">
            <a:avLst/>
          </a:prstGeom>
        </p:spPr>
      </p:pic>
      <p:pic>
        <p:nvPicPr>
          <p:cNvPr id="23" name="图片 22"/>
          <p:cNvPicPr>
            <a:picLocks noChangeAspect="1"/>
          </p:cNvPicPr>
          <p:nvPr/>
        </p:nvPicPr>
        <p:blipFill rotWithShape="1">
          <a:blip r:embed="rId11" cstate="print">
            <a:extLst>
              <a:ext uri="{BEBA8EAE-BF5A-486C-A8C5-ECC9F3942E4B}">
                <a14:imgProps xmlns:a14="http://schemas.microsoft.com/office/drawing/2010/main">
                  <a14:imgLayer r:embed="rId7">
                    <a14:imgEffect>
                      <a14:backgroundRemoval t="15939" b="25879" l="0" r="14000"/>
                    </a14:imgEffect>
                  </a14:imgLayer>
                </a14:imgProps>
              </a:ext>
              <a:ext uri="{28A0092B-C50C-407E-A947-70E740481C1C}">
                <a14:useLocalDpi xmlns:a14="http://schemas.microsoft.com/office/drawing/2010/main" val="0"/>
              </a:ext>
            </a:extLst>
          </a:blip>
          <a:srcRect t="15333" r="83114" b="73542"/>
          <a:stretch/>
        </p:blipFill>
        <p:spPr>
          <a:xfrm rot="19644289">
            <a:off x="11131052" y="2604443"/>
            <a:ext cx="1331319" cy="1315821"/>
          </a:xfrm>
          <a:prstGeom prst="rect">
            <a:avLst/>
          </a:prstGeom>
        </p:spPr>
      </p:pic>
      <p:sp>
        <p:nvSpPr>
          <p:cNvPr id="24" name="文本框 23"/>
          <p:cNvSpPr txBox="1"/>
          <p:nvPr/>
        </p:nvSpPr>
        <p:spPr>
          <a:xfrm rot="311688">
            <a:off x="5416547" y="1667234"/>
            <a:ext cx="2399817" cy="646331"/>
          </a:xfrm>
          <a:prstGeom prst="rect">
            <a:avLst/>
          </a:prstGeom>
          <a:noFill/>
        </p:spPr>
        <p:txBody>
          <a:bodyPr wrap="square" rtlCol="0">
            <a:spAutoFit/>
          </a:bodyPr>
          <a:lstStyle/>
          <a:p>
            <a:r>
              <a:rPr lang="zh-CN" altLang="en-US" sz="3600" b="1" dirty="0">
                <a:solidFill>
                  <a:srgbClr val="0070C0"/>
                </a:solidFill>
                <a:latin typeface="幼圆" panose="02010509060101010101" pitchFamily="49" charset="-122"/>
                <a:ea typeface="幼圆" panose="02010509060101010101" pitchFamily="49" charset="-122"/>
              </a:rPr>
              <a:t>儿童教育</a:t>
            </a:r>
          </a:p>
        </p:txBody>
      </p:sp>
    </p:spTree>
    <p:extLst>
      <p:ext uri="{BB962C8B-B14F-4D97-AF65-F5344CB8AC3E}">
        <p14:creationId xmlns:p14="http://schemas.microsoft.com/office/powerpoint/2010/main" val="4159248180"/>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p:tgtEl>
                                          <p:spTgt spid="5"/>
                                        </p:tgtEl>
                                        <p:attrNameLst>
                                          <p:attrName>ppt_x</p:attrName>
                                        </p:attrNameLst>
                                      </p:cBhvr>
                                      <p:tavLst>
                                        <p:tav tm="0">
                                          <p:val>
                                            <p:strVal val="#ppt_x-#ppt_w*1.125000"/>
                                          </p:val>
                                        </p:tav>
                                        <p:tav tm="100000">
                                          <p:val>
                                            <p:strVal val="#ppt_x"/>
                                          </p:val>
                                        </p:tav>
                                      </p:tavLst>
                                    </p:anim>
                                    <p:animEffect transition="in" filter="wipe(right)">
                                      <p:cBhvr>
                                        <p:cTn id="8" dur="500"/>
                                        <p:tgtEl>
                                          <p:spTgt spid="5"/>
                                        </p:tgtEl>
                                      </p:cBhvr>
                                    </p:animEffect>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anim calcmode="lin" valueType="num">
                                      <p:cBhvr>
                                        <p:cTn id="14" dur="1000" fill="hold"/>
                                        <p:tgtEl>
                                          <p:spTgt spid="7"/>
                                        </p:tgtEl>
                                        <p:attrNameLst>
                                          <p:attrName>ppt_x</p:attrName>
                                        </p:attrNameLst>
                                      </p:cBhvr>
                                      <p:tavLst>
                                        <p:tav tm="0">
                                          <p:val>
                                            <p:strVal val="#ppt_x"/>
                                          </p:val>
                                        </p:tav>
                                        <p:tav tm="100000">
                                          <p:val>
                                            <p:strVal val="#ppt_x"/>
                                          </p:val>
                                        </p:tav>
                                      </p:tavLst>
                                    </p:anim>
                                    <p:anim calcmode="lin" valueType="num">
                                      <p:cBhvr>
                                        <p:cTn id="15" dur="1000" fill="hold"/>
                                        <p:tgtEl>
                                          <p:spTgt spid="7"/>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fade">
                                      <p:cBhvr>
                                        <p:cTn id="18" dur="1000"/>
                                        <p:tgtEl>
                                          <p:spTgt spid="24"/>
                                        </p:tgtEl>
                                      </p:cBhvr>
                                    </p:animEffect>
                                    <p:anim calcmode="lin" valueType="num">
                                      <p:cBhvr>
                                        <p:cTn id="19" dur="1000" fill="hold"/>
                                        <p:tgtEl>
                                          <p:spTgt spid="24"/>
                                        </p:tgtEl>
                                        <p:attrNameLst>
                                          <p:attrName>ppt_x</p:attrName>
                                        </p:attrNameLst>
                                      </p:cBhvr>
                                      <p:tavLst>
                                        <p:tav tm="0">
                                          <p:val>
                                            <p:strVal val="#ppt_x"/>
                                          </p:val>
                                        </p:tav>
                                        <p:tav tm="100000">
                                          <p:val>
                                            <p:strVal val="#ppt_x"/>
                                          </p:val>
                                        </p:tav>
                                      </p:tavLst>
                                    </p:anim>
                                    <p:anim calcmode="lin" valueType="num">
                                      <p:cBhvr>
                                        <p:cTn id="20"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圆角矩形 42"/>
          <p:cNvSpPr/>
          <p:nvPr/>
        </p:nvSpPr>
        <p:spPr>
          <a:xfrm>
            <a:off x="395286" y="463550"/>
            <a:ext cx="11401425" cy="5857875"/>
          </a:xfrm>
          <a:prstGeom prst="round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圆角矩形 30"/>
          <p:cNvSpPr/>
          <p:nvPr/>
        </p:nvSpPr>
        <p:spPr>
          <a:xfrm>
            <a:off x="814386" y="715389"/>
            <a:ext cx="10563227" cy="5427222"/>
          </a:xfrm>
          <a:prstGeom prst="roundRect">
            <a:avLst/>
          </a:prstGeom>
          <a:noFill/>
          <a:ln>
            <a:solidFill>
              <a:schemeClr val="accent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任意多边形 7"/>
          <p:cNvSpPr/>
          <p:nvPr/>
        </p:nvSpPr>
        <p:spPr>
          <a:xfrm>
            <a:off x="4587977" y="1980629"/>
            <a:ext cx="3244645" cy="973394"/>
          </a:xfrm>
          <a:custGeom>
            <a:avLst/>
            <a:gdLst/>
            <a:ahLst/>
            <a:cxnLst/>
            <a:rect l="l" t="t" r="r" b="b"/>
            <a:pathLst>
              <a:path w="3244645" h="973394">
                <a:moveTo>
                  <a:pt x="1257022" y="398712"/>
                </a:moveTo>
                <a:lnTo>
                  <a:pt x="1296069" y="548495"/>
                </a:lnTo>
                <a:lnTo>
                  <a:pt x="1216945" y="548495"/>
                </a:lnTo>
                <a:close/>
                <a:moveTo>
                  <a:pt x="1551408" y="352292"/>
                </a:moveTo>
                <a:lnTo>
                  <a:pt x="1615198" y="352292"/>
                </a:lnTo>
                <a:cubicBezTo>
                  <a:pt x="1653232" y="352292"/>
                  <a:pt x="1672248" y="370412"/>
                  <a:pt x="1672248" y="406652"/>
                </a:cubicBezTo>
                <a:cubicBezTo>
                  <a:pt x="1672248" y="446943"/>
                  <a:pt x="1654128" y="467088"/>
                  <a:pt x="1617888" y="467088"/>
                </a:cubicBezTo>
                <a:lnTo>
                  <a:pt x="1551408" y="467088"/>
                </a:lnTo>
                <a:close/>
                <a:moveTo>
                  <a:pt x="852054" y="352292"/>
                </a:moveTo>
                <a:lnTo>
                  <a:pt x="917184" y="352292"/>
                </a:lnTo>
                <a:cubicBezTo>
                  <a:pt x="961497" y="352292"/>
                  <a:pt x="983653" y="373552"/>
                  <a:pt x="983653" y="416071"/>
                </a:cubicBezTo>
                <a:cubicBezTo>
                  <a:pt x="983653" y="461291"/>
                  <a:pt x="963290" y="483901"/>
                  <a:pt x="922563" y="483901"/>
                </a:cubicBezTo>
                <a:lnTo>
                  <a:pt x="852054" y="483901"/>
                </a:lnTo>
                <a:close/>
                <a:moveTo>
                  <a:pt x="2282991" y="273328"/>
                </a:moveTo>
                <a:cubicBezTo>
                  <a:pt x="2271054" y="325671"/>
                  <a:pt x="2236339" y="362936"/>
                  <a:pt x="2178846" y="385124"/>
                </a:cubicBezTo>
                <a:lnTo>
                  <a:pt x="2178846" y="468685"/>
                </a:lnTo>
                <a:cubicBezTo>
                  <a:pt x="2218994" y="456033"/>
                  <a:pt x="2249716" y="437642"/>
                  <a:pt x="2271011" y="413510"/>
                </a:cubicBezTo>
                <a:lnTo>
                  <a:pt x="2271011" y="735097"/>
                </a:lnTo>
                <a:lnTo>
                  <a:pt x="2355375" y="735097"/>
                </a:lnTo>
                <a:lnTo>
                  <a:pt x="2355375" y="273328"/>
                </a:lnTo>
                <a:close/>
                <a:moveTo>
                  <a:pt x="1782161" y="273328"/>
                </a:moveTo>
                <a:lnTo>
                  <a:pt x="1782161" y="352292"/>
                </a:lnTo>
                <a:lnTo>
                  <a:pt x="1870961" y="352292"/>
                </a:lnTo>
                <a:lnTo>
                  <a:pt x="1870961" y="735097"/>
                </a:lnTo>
                <a:lnTo>
                  <a:pt x="1952636" y="735097"/>
                </a:lnTo>
                <a:lnTo>
                  <a:pt x="1952636" y="352292"/>
                </a:lnTo>
                <a:lnTo>
                  <a:pt x="2040761" y="352292"/>
                </a:lnTo>
                <a:lnTo>
                  <a:pt x="2040761" y="273328"/>
                </a:lnTo>
                <a:close/>
                <a:moveTo>
                  <a:pt x="1467055" y="273328"/>
                </a:moveTo>
                <a:lnTo>
                  <a:pt x="1467055" y="735097"/>
                </a:lnTo>
                <a:lnTo>
                  <a:pt x="1551408" y="735097"/>
                </a:lnTo>
                <a:lnTo>
                  <a:pt x="1551408" y="545377"/>
                </a:lnTo>
                <a:lnTo>
                  <a:pt x="1579933" y="545377"/>
                </a:lnTo>
                <a:lnTo>
                  <a:pt x="1676138" y="735097"/>
                </a:lnTo>
                <a:lnTo>
                  <a:pt x="1769386" y="735097"/>
                </a:lnTo>
                <a:lnTo>
                  <a:pt x="1661747" y="539815"/>
                </a:lnTo>
                <a:cubicBezTo>
                  <a:pt x="1723190" y="525549"/>
                  <a:pt x="1753912" y="483390"/>
                  <a:pt x="1753912" y="413339"/>
                </a:cubicBezTo>
                <a:cubicBezTo>
                  <a:pt x="1752433" y="321006"/>
                  <a:pt x="1703013" y="274336"/>
                  <a:pt x="1605651" y="273328"/>
                </a:cubicBezTo>
                <a:close/>
                <a:moveTo>
                  <a:pt x="1223139" y="273328"/>
                </a:moveTo>
                <a:lnTo>
                  <a:pt x="1074052" y="735097"/>
                </a:lnTo>
                <a:lnTo>
                  <a:pt x="1160495" y="735097"/>
                </a:lnTo>
                <a:lnTo>
                  <a:pt x="1195482" y="629473"/>
                </a:lnTo>
                <a:lnTo>
                  <a:pt x="1317940" y="629473"/>
                </a:lnTo>
                <a:lnTo>
                  <a:pt x="1350237" y="735097"/>
                </a:lnTo>
                <a:lnTo>
                  <a:pt x="1439626" y="735097"/>
                </a:lnTo>
                <a:lnTo>
                  <a:pt x="1290433" y="273328"/>
                </a:lnTo>
                <a:close/>
                <a:moveTo>
                  <a:pt x="767690" y="273328"/>
                </a:moveTo>
                <a:lnTo>
                  <a:pt x="767690" y="735097"/>
                </a:lnTo>
                <a:lnTo>
                  <a:pt x="852054" y="735097"/>
                </a:lnTo>
                <a:lnTo>
                  <a:pt x="852054" y="563540"/>
                </a:lnTo>
                <a:lnTo>
                  <a:pt x="919873" y="563540"/>
                </a:lnTo>
                <a:cubicBezTo>
                  <a:pt x="1016836" y="562132"/>
                  <a:pt x="1065317" y="512080"/>
                  <a:pt x="1065317" y="413382"/>
                </a:cubicBezTo>
                <a:cubicBezTo>
                  <a:pt x="1065317" y="320013"/>
                  <a:pt x="1014592" y="273328"/>
                  <a:pt x="913144" y="273328"/>
                </a:cubicBezTo>
                <a:close/>
                <a:moveTo>
                  <a:pt x="162236" y="0"/>
                </a:moveTo>
                <a:lnTo>
                  <a:pt x="3082409" y="0"/>
                </a:lnTo>
                <a:cubicBezTo>
                  <a:pt x="3172009" y="0"/>
                  <a:pt x="3244645" y="72636"/>
                  <a:pt x="3244645" y="162236"/>
                </a:cubicBezTo>
                <a:lnTo>
                  <a:pt x="3244645" y="811158"/>
                </a:lnTo>
                <a:cubicBezTo>
                  <a:pt x="3244645" y="900758"/>
                  <a:pt x="3172009" y="973394"/>
                  <a:pt x="3082409" y="973394"/>
                </a:cubicBezTo>
                <a:lnTo>
                  <a:pt x="162236" y="973394"/>
                </a:lnTo>
                <a:cubicBezTo>
                  <a:pt x="72636" y="973394"/>
                  <a:pt x="0" y="900758"/>
                  <a:pt x="0" y="811158"/>
                </a:cubicBezTo>
                <a:lnTo>
                  <a:pt x="0" y="162236"/>
                </a:lnTo>
                <a:cubicBezTo>
                  <a:pt x="0" y="72636"/>
                  <a:pt x="72636" y="0"/>
                  <a:pt x="162236" y="0"/>
                </a:cubicBezTo>
                <a:close/>
              </a:path>
            </a:pathLst>
          </a:custGeom>
          <a:solidFill>
            <a:srgbClr val="FFCCCC"/>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4587977" y="3136612"/>
            <a:ext cx="3244645" cy="584775"/>
          </a:xfrm>
          <a:prstGeom prst="rect">
            <a:avLst/>
          </a:prstGeom>
          <a:noFill/>
        </p:spPr>
        <p:txBody>
          <a:bodyPr wrap="square" rtlCol="0">
            <a:spAutoFit/>
          </a:bodyPr>
          <a:lstStyle/>
          <a:p>
            <a:pPr algn="dist"/>
            <a:r>
              <a:rPr lang="zh-CN" altLang="en-US" sz="3200" dirty="0">
                <a:solidFill>
                  <a:schemeClr val="tx1">
                    <a:lumMod val="85000"/>
                    <a:lumOff val="15000"/>
                  </a:schemeClr>
                </a:solidFill>
                <a:latin typeface="方正字迹-元童楷隶简体" panose="02010600010101010101" pitchFamily="2" charset="-122"/>
                <a:ea typeface="方正字迹-元童楷隶简体" panose="02010600010101010101" pitchFamily="2" charset="-122"/>
              </a:rPr>
              <a:t>输入标题</a:t>
            </a:r>
          </a:p>
        </p:txBody>
      </p:sp>
      <p:sp>
        <p:nvSpPr>
          <p:cNvPr id="32" name="五角星 20"/>
          <p:cNvSpPr/>
          <p:nvPr/>
        </p:nvSpPr>
        <p:spPr>
          <a:xfrm>
            <a:off x="461957" y="4701653"/>
            <a:ext cx="704858" cy="704857"/>
          </a:xfrm>
          <a:custGeom>
            <a:avLst/>
            <a:gdLst>
              <a:gd name="connsiteX0" fmla="*/ 1 w 1147078"/>
              <a:gd name="connsiteY0" fmla="*/ 438144 h 1147078"/>
              <a:gd name="connsiteX1" fmla="*/ 438147 w 1147078"/>
              <a:gd name="connsiteY1" fmla="*/ 438147 h 1147078"/>
              <a:gd name="connsiteX2" fmla="*/ 573539 w 1147078"/>
              <a:gd name="connsiteY2" fmla="*/ 0 h 1147078"/>
              <a:gd name="connsiteX3" fmla="*/ 708931 w 1147078"/>
              <a:gd name="connsiteY3" fmla="*/ 438147 h 1147078"/>
              <a:gd name="connsiteX4" fmla="*/ 1147077 w 1147078"/>
              <a:gd name="connsiteY4" fmla="*/ 438144 h 1147078"/>
              <a:gd name="connsiteX5" fmla="*/ 792607 w 1147078"/>
              <a:gd name="connsiteY5" fmla="*/ 708930 h 1147078"/>
              <a:gd name="connsiteX6" fmla="*/ 928005 w 1147078"/>
              <a:gd name="connsiteY6" fmla="*/ 1147075 h 1147078"/>
              <a:gd name="connsiteX7" fmla="*/ 573539 w 1147078"/>
              <a:gd name="connsiteY7" fmla="*/ 876284 h 1147078"/>
              <a:gd name="connsiteX8" fmla="*/ 219073 w 1147078"/>
              <a:gd name="connsiteY8" fmla="*/ 1147075 h 1147078"/>
              <a:gd name="connsiteX9" fmla="*/ 354471 w 1147078"/>
              <a:gd name="connsiteY9" fmla="*/ 708930 h 1147078"/>
              <a:gd name="connsiteX10" fmla="*/ 1 w 1147078"/>
              <a:gd name="connsiteY10" fmla="*/ 438144 h 1147078"/>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7076" h="1147075">
                <a:moveTo>
                  <a:pt x="0" y="438144"/>
                </a:moveTo>
                <a:lnTo>
                  <a:pt x="438146" y="438147"/>
                </a:lnTo>
                <a:cubicBezTo>
                  <a:pt x="411839" y="249235"/>
                  <a:pt x="528407" y="146049"/>
                  <a:pt x="573538" y="0"/>
                </a:cubicBezTo>
                <a:cubicBezTo>
                  <a:pt x="618669" y="146049"/>
                  <a:pt x="692374" y="220661"/>
                  <a:pt x="708930" y="438147"/>
                </a:cubicBezTo>
                <a:lnTo>
                  <a:pt x="1147076" y="438144"/>
                </a:lnTo>
                <a:cubicBezTo>
                  <a:pt x="1028919" y="528406"/>
                  <a:pt x="1025063" y="761543"/>
                  <a:pt x="792606" y="708930"/>
                </a:cubicBezTo>
                <a:cubicBezTo>
                  <a:pt x="909176" y="912128"/>
                  <a:pt x="882871" y="1001027"/>
                  <a:pt x="928004" y="1147075"/>
                </a:cubicBezTo>
                <a:lnTo>
                  <a:pt x="587826" y="947722"/>
                </a:lnTo>
                <a:lnTo>
                  <a:pt x="219072" y="1147075"/>
                </a:lnTo>
                <a:cubicBezTo>
                  <a:pt x="264205" y="1001027"/>
                  <a:pt x="180749" y="840691"/>
                  <a:pt x="354470" y="708930"/>
                </a:cubicBezTo>
                <a:cubicBezTo>
                  <a:pt x="236313" y="618668"/>
                  <a:pt x="146732" y="671281"/>
                  <a:pt x="0" y="438144"/>
                </a:cubicBezTo>
                <a:close/>
              </a:path>
            </a:pathLst>
          </a:custGeom>
          <a:solidFill>
            <a:srgbClr val="FDD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五角星 20"/>
          <p:cNvSpPr/>
          <p:nvPr/>
        </p:nvSpPr>
        <p:spPr>
          <a:xfrm>
            <a:off x="461957" y="2652705"/>
            <a:ext cx="704858" cy="704857"/>
          </a:xfrm>
          <a:custGeom>
            <a:avLst/>
            <a:gdLst>
              <a:gd name="connsiteX0" fmla="*/ 1 w 1147078"/>
              <a:gd name="connsiteY0" fmla="*/ 438144 h 1147078"/>
              <a:gd name="connsiteX1" fmla="*/ 438147 w 1147078"/>
              <a:gd name="connsiteY1" fmla="*/ 438147 h 1147078"/>
              <a:gd name="connsiteX2" fmla="*/ 573539 w 1147078"/>
              <a:gd name="connsiteY2" fmla="*/ 0 h 1147078"/>
              <a:gd name="connsiteX3" fmla="*/ 708931 w 1147078"/>
              <a:gd name="connsiteY3" fmla="*/ 438147 h 1147078"/>
              <a:gd name="connsiteX4" fmla="*/ 1147077 w 1147078"/>
              <a:gd name="connsiteY4" fmla="*/ 438144 h 1147078"/>
              <a:gd name="connsiteX5" fmla="*/ 792607 w 1147078"/>
              <a:gd name="connsiteY5" fmla="*/ 708930 h 1147078"/>
              <a:gd name="connsiteX6" fmla="*/ 928005 w 1147078"/>
              <a:gd name="connsiteY6" fmla="*/ 1147075 h 1147078"/>
              <a:gd name="connsiteX7" fmla="*/ 573539 w 1147078"/>
              <a:gd name="connsiteY7" fmla="*/ 876284 h 1147078"/>
              <a:gd name="connsiteX8" fmla="*/ 219073 w 1147078"/>
              <a:gd name="connsiteY8" fmla="*/ 1147075 h 1147078"/>
              <a:gd name="connsiteX9" fmla="*/ 354471 w 1147078"/>
              <a:gd name="connsiteY9" fmla="*/ 708930 h 1147078"/>
              <a:gd name="connsiteX10" fmla="*/ 1 w 1147078"/>
              <a:gd name="connsiteY10" fmla="*/ 438144 h 1147078"/>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7076" h="1147075">
                <a:moveTo>
                  <a:pt x="0" y="438144"/>
                </a:moveTo>
                <a:lnTo>
                  <a:pt x="438146" y="438147"/>
                </a:lnTo>
                <a:cubicBezTo>
                  <a:pt x="411839" y="249235"/>
                  <a:pt x="528407" y="146049"/>
                  <a:pt x="573538" y="0"/>
                </a:cubicBezTo>
                <a:cubicBezTo>
                  <a:pt x="618669" y="146049"/>
                  <a:pt x="692374" y="220661"/>
                  <a:pt x="708930" y="438147"/>
                </a:cubicBezTo>
                <a:lnTo>
                  <a:pt x="1147076" y="438144"/>
                </a:lnTo>
                <a:cubicBezTo>
                  <a:pt x="1028919" y="528406"/>
                  <a:pt x="1025063" y="761543"/>
                  <a:pt x="792606" y="708930"/>
                </a:cubicBezTo>
                <a:cubicBezTo>
                  <a:pt x="909176" y="912128"/>
                  <a:pt x="882871" y="1001027"/>
                  <a:pt x="928004" y="1147075"/>
                </a:cubicBezTo>
                <a:lnTo>
                  <a:pt x="587826" y="947722"/>
                </a:lnTo>
                <a:lnTo>
                  <a:pt x="219072" y="1147075"/>
                </a:lnTo>
                <a:cubicBezTo>
                  <a:pt x="264205" y="1001027"/>
                  <a:pt x="180749" y="840691"/>
                  <a:pt x="354470" y="708930"/>
                </a:cubicBezTo>
                <a:cubicBezTo>
                  <a:pt x="236313" y="618668"/>
                  <a:pt x="146732" y="671281"/>
                  <a:pt x="0" y="438144"/>
                </a:cubicBezTo>
                <a:close/>
              </a:path>
            </a:pathLst>
          </a:custGeom>
          <a:solidFill>
            <a:srgbClr val="FDD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五角星 20"/>
          <p:cNvSpPr/>
          <p:nvPr/>
        </p:nvSpPr>
        <p:spPr>
          <a:xfrm>
            <a:off x="814386" y="599592"/>
            <a:ext cx="704858" cy="704857"/>
          </a:xfrm>
          <a:custGeom>
            <a:avLst/>
            <a:gdLst>
              <a:gd name="connsiteX0" fmla="*/ 1 w 1147078"/>
              <a:gd name="connsiteY0" fmla="*/ 438144 h 1147078"/>
              <a:gd name="connsiteX1" fmla="*/ 438147 w 1147078"/>
              <a:gd name="connsiteY1" fmla="*/ 438147 h 1147078"/>
              <a:gd name="connsiteX2" fmla="*/ 573539 w 1147078"/>
              <a:gd name="connsiteY2" fmla="*/ 0 h 1147078"/>
              <a:gd name="connsiteX3" fmla="*/ 708931 w 1147078"/>
              <a:gd name="connsiteY3" fmla="*/ 438147 h 1147078"/>
              <a:gd name="connsiteX4" fmla="*/ 1147077 w 1147078"/>
              <a:gd name="connsiteY4" fmla="*/ 438144 h 1147078"/>
              <a:gd name="connsiteX5" fmla="*/ 792607 w 1147078"/>
              <a:gd name="connsiteY5" fmla="*/ 708930 h 1147078"/>
              <a:gd name="connsiteX6" fmla="*/ 928005 w 1147078"/>
              <a:gd name="connsiteY6" fmla="*/ 1147075 h 1147078"/>
              <a:gd name="connsiteX7" fmla="*/ 573539 w 1147078"/>
              <a:gd name="connsiteY7" fmla="*/ 876284 h 1147078"/>
              <a:gd name="connsiteX8" fmla="*/ 219073 w 1147078"/>
              <a:gd name="connsiteY8" fmla="*/ 1147075 h 1147078"/>
              <a:gd name="connsiteX9" fmla="*/ 354471 w 1147078"/>
              <a:gd name="connsiteY9" fmla="*/ 708930 h 1147078"/>
              <a:gd name="connsiteX10" fmla="*/ 1 w 1147078"/>
              <a:gd name="connsiteY10" fmla="*/ 438144 h 1147078"/>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7076" h="1147075">
                <a:moveTo>
                  <a:pt x="0" y="438144"/>
                </a:moveTo>
                <a:lnTo>
                  <a:pt x="438146" y="438147"/>
                </a:lnTo>
                <a:cubicBezTo>
                  <a:pt x="411839" y="249235"/>
                  <a:pt x="528407" y="146049"/>
                  <a:pt x="573538" y="0"/>
                </a:cubicBezTo>
                <a:cubicBezTo>
                  <a:pt x="618669" y="146049"/>
                  <a:pt x="692374" y="220661"/>
                  <a:pt x="708930" y="438147"/>
                </a:cubicBezTo>
                <a:lnTo>
                  <a:pt x="1147076" y="438144"/>
                </a:lnTo>
                <a:cubicBezTo>
                  <a:pt x="1028919" y="528406"/>
                  <a:pt x="1025063" y="761543"/>
                  <a:pt x="792606" y="708930"/>
                </a:cubicBezTo>
                <a:cubicBezTo>
                  <a:pt x="909176" y="912128"/>
                  <a:pt x="882871" y="1001027"/>
                  <a:pt x="928004" y="1147075"/>
                </a:cubicBezTo>
                <a:lnTo>
                  <a:pt x="587826" y="947722"/>
                </a:lnTo>
                <a:lnTo>
                  <a:pt x="219072" y="1147075"/>
                </a:lnTo>
                <a:cubicBezTo>
                  <a:pt x="264205" y="1001027"/>
                  <a:pt x="180749" y="840691"/>
                  <a:pt x="354470" y="708930"/>
                </a:cubicBezTo>
                <a:cubicBezTo>
                  <a:pt x="236313" y="618668"/>
                  <a:pt x="146732" y="671281"/>
                  <a:pt x="0" y="438144"/>
                </a:cubicBezTo>
                <a:close/>
              </a:path>
            </a:pathLst>
          </a:custGeom>
          <a:solidFill>
            <a:srgbClr val="FDD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5" name="五角星 20"/>
          <p:cNvSpPr/>
          <p:nvPr/>
        </p:nvSpPr>
        <p:spPr>
          <a:xfrm>
            <a:off x="2599634" y="362960"/>
            <a:ext cx="704858" cy="704857"/>
          </a:xfrm>
          <a:custGeom>
            <a:avLst/>
            <a:gdLst>
              <a:gd name="connsiteX0" fmla="*/ 1 w 1147078"/>
              <a:gd name="connsiteY0" fmla="*/ 438144 h 1147078"/>
              <a:gd name="connsiteX1" fmla="*/ 438147 w 1147078"/>
              <a:gd name="connsiteY1" fmla="*/ 438147 h 1147078"/>
              <a:gd name="connsiteX2" fmla="*/ 573539 w 1147078"/>
              <a:gd name="connsiteY2" fmla="*/ 0 h 1147078"/>
              <a:gd name="connsiteX3" fmla="*/ 708931 w 1147078"/>
              <a:gd name="connsiteY3" fmla="*/ 438147 h 1147078"/>
              <a:gd name="connsiteX4" fmla="*/ 1147077 w 1147078"/>
              <a:gd name="connsiteY4" fmla="*/ 438144 h 1147078"/>
              <a:gd name="connsiteX5" fmla="*/ 792607 w 1147078"/>
              <a:gd name="connsiteY5" fmla="*/ 708930 h 1147078"/>
              <a:gd name="connsiteX6" fmla="*/ 928005 w 1147078"/>
              <a:gd name="connsiteY6" fmla="*/ 1147075 h 1147078"/>
              <a:gd name="connsiteX7" fmla="*/ 573539 w 1147078"/>
              <a:gd name="connsiteY7" fmla="*/ 876284 h 1147078"/>
              <a:gd name="connsiteX8" fmla="*/ 219073 w 1147078"/>
              <a:gd name="connsiteY8" fmla="*/ 1147075 h 1147078"/>
              <a:gd name="connsiteX9" fmla="*/ 354471 w 1147078"/>
              <a:gd name="connsiteY9" fmla="*/ 708930 h 1147078"/>
              <a:gd name="connsiteX10" fmla="*/ 1 w 1147078"/>
              <a:gd name="connsiteY10" fmla="*/ 438144 h 1147078"/>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7076" h="1147075">
                <a:moveTo>
                  <a:pt x="0" y="438144"/>
                </a:moveTo>
                <a:lnTo>
                  <a:pt x="438146" y="438147"/>
                </a:lnTo>
                <a:cubicBezTo>
                  <a:pt x="411839" y="249235"/>
                  <a:pt x="528407" y="146049"/>
                  <a:pt x="573538" y="0"/>
                </a:cubicBezTo>
                <a:cubicBezTo>
                  <a:pt x="618669" y="146049"/>
                  <a:pt x="692374" y="220661"/>
                  <a:pt x="708930" y="438147"/>
                </a:cubicBezTo>
                <a:lnTo>
                  <a:pt x="1147076" y="438144"/>
                </a:lnTo>
                <a:cubicBezTo>
                  <a:pt x="1028919" y="528406"/>
                  <a:pt x="1025063" y="761543"/>
                  <a:pt x="792606" y="708930"/>
                </a:cubicBezTo>
                <a:cubicBezTo>
                  <a:pt x="909176" y="912128"/>
                  <a:pt x="882871" y="1001027"/>
                  <a:pt x="928004" y="1147075"/>
                </a:cubicBezTo>
                <a:lnTo>
                  <a:pt x="587826" y="947722"/>
                </a:lnTo>
                <a:lnTo>
                  <a:pt x="219072" y="1147075"/>
                </a:lnTo>
                <a:cubicBezTo>
                  <a:pt x="264205" y="1001027"/>
                  <a:pt x="180749" y="840691"/>
                  <a:pt x="354470" y="708930"/>
                </a:cubicBezTo>
                <a:cubicBezTo>
                  <a:pt x="236313" y="618668"/>
                  <a:pt x="146732" y="671281"/>
                  <a:pt x="0" y="438144"/>
                </a:cubicBezTo>
                <a:close/>
              </a:path>
            </a:pathLst>
          </a:custGeom>
          <a:solidFill>
            <a:srgbClr val="FDD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五角星 20"/>
          <p:cNvSpPr/>
          <p:nvPr/>
        </p:nvSpPr>
        <p:spPr>
          <a:xfrm>
            <a:off x="4299174" y="362960"/>
            <a:ext cx="704858" cy="704857"/>
          </a:xfrm>
          <a:custGeom>
            <a:avLst/>
            <a:gdLst>
              <a:gd name="connsiteX0" fmla="*/ 1 w 1147078"/>
              <a:gd name="connsiteY0" fmla="*/ 438144 h 1147078"/>
              <a:gd name="connsiteX1" fmla="*/ 438147 w 1147078"/>
              <a:gd name="connsiteY1" fmla="*/ 438147 h 1147078"/>
              <a:gd name="connsiteX2" fmla="*/ 573539 w 1147078"/>
              <a:gd name="connsiteY2" fmla="*/ 0 h 1147078"/>
              <a:gd name="connsiteX3" fmla="*/ 708931 w 1147078"/>
              <a:gd name="connsiteY3" fmla="*/ 438147 h 1147078"/>
              <a:gd name="connsiteX4" fmla="*/ 1147077 w 1147078"/>
              <a:gd name="connsiteY4" fmla="*/ 438144 h 1147078"/>
              <a:gd name="connsiteX5" fmla="*/ 792607 w 1147078"/>
              <a:gd name="connsiteY5" fmla="*/ 708930 h 1147078"/>
              <a:gd name="connsiteX6" fmla="*/ 928005 w 1147078"/>
              <a:gd name="connsiteY6" fmla="*/ 1147075 h 1147078"/>
              <a:gd name="connsiteX7" fmla="*/ 573539 w 1147078"/>
              <a:gd name="connsiteY7" fmla="*/ 876284 h 1147078"/>
              <a:gd name="connsiteX8" fmla="*/ 219073 w 1147078"/>
              <a:gd name="connsiteY8" fmla="*/ 1147075 h 1147078"/>
              <a:gd name="connsiteX9" fmla="*/ 354471 w 1147078"/>
              <a:gd name="connsiteY9" fmla="*/ 708930 h 1147078"/>
              <a:gd name="connsiteX10" fmla="*/ 1 w 1147078"/>
              <a:gd name="connsiteY10" fmla="*/ 438144 h 1147078"/>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7076" h="1147075">
                <a:moveTo>
                  <a:pt x="0" y="438144"/>
                </a:moveTo>
                <a:lnTo>
                  <a:pt x="438146" y="438147"/>
                </a:lnTo>
                <a:cubicBezTo>
                  <a:pt x="411839" y="249235"/>
                  <a:pt x="528407" y="146049"/>
                  <a:pt x="573538" y="0"/>
                </a:cubicBezTo>
                <a:cubicBezTo>
                  <a:pt x="618669" y="146049"/>
                  <a:pt x="692374" y="220661"/>
                  <a:pt x="708930" y="438147"/>
                </a:cubicBezTo>
                <a:lnTo>
                  <a:pt x="1147076" y="438144"/>
                </a:lnTo>
                <a:cubicBezTo>
                  <a:pt x="1028919" y="528406"/>
                  <a:pt x="1025063" y="761543"/>
                  <a:pt x="792606" y="708930"/>
                </a:cubicBezTo>
                <a:cubicBezTo>
                  <a:pt x="909176" y="912128"/>
                  <a:pt x="882871" y="1001027"/>
                  <a:pt x="928004" y="1147075"/>
                </a:cubicBezTo>
                <a:lnTo>
                  <a:pt x="587826" y="947722"/>
                </a:lnTo>
                <a:lnTo>
                  <a:pt x="219072" y="1147075"/>
                </a:lnTo>
                <a:cubicBezTo>
                  <a:pt x="264205" y="1001027"/>
                  <a:pt x="180749" y="840691"/>
                  <a:pt x="354470" y="708930"/>
                </a:cubicBezTo>
                <a:cubicBezTo>
                  <a:pt x="236313" y="618668"/>
                  <a:pt x="146732" y="671281"/>
                  <a:pt x="0" y="438144"/>
                </a:cubicBezTo>
                <a:close/>
              </a:path>
            </a:pathLst>
          </a:custGeom>
          <a:solidFill>
            <a:srgbClr val="FDD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五角星 20"/>
          <p:cNvSpPr/>
          <p:nvPr/>
        </p:nvSpPr>
        <p:spPr>
          <a:xfrm>
            <a:off x="5998714" y="362960"/>
            <a:ext cx="704858" cy="704857"/>
          </a:xfrm>
          <a:custGeom>
            <a:avLst/>
            <a:gdLst>
              <a:gd name="connsiteX0" fmla="*/ 1 w 1147078"/>
              <a:gd name="connsiteY0" fmla="*/ 438144 h 1147078"/>
              <a:gd name="connsiteX1" fmla="*/ 438147 w 1147078"/>
              <a:gd name="connsiteY1" fmla="*/ 438147 h 1147078"/>
              <a:gd name="connsiteX2" fmla="*/ 573539 w 1147078"/>
              <a:gd name="connsiteY2" fmla="*/ 0 h 1147078"/>
              <a:gd name="connsiteX3" fmla="*/ 708931 w 1147078"/>
              <a:gd name="connsiteY3" fmla="*/ 438147 h 1147078"/>
              <a:gd name="connsiteX4" fmla="*/ 1147077 w 1147078"/>
              <a:gd name="connsiteY4" fmla="*/ 438144 h 1147078"/>
              <a:gd name="connsiteX5" fmla="*/ 792607 w 1147078"/>
              <a:gd name="connsiteY5" fmla="*/ 708930 h 1147078"/>
              <a:gd name="connsiteX6" fmla="*/ 928005 w 1147078"/>
              <a:gd name="connsiteY6" fmla="*/ 1147075 h 1147078"/>
              <a:gd name="connsiteX7" fmla="*/ 573539 w 1147078"/>
              <a:gd name="connsiteY7" fmla="*/ 876284 h 1147078"/>
              <a:gd name="connsiteX8" fmla="*/ 219073 w 1147078"/>
              <a:gd name="connsiteY8" fmla="*/ 1147075 h 1147078"/>
              <a:gd name="connsiteX9" fmla="*/ 354471 w 1147078"/>
              <a:gd name="connsiteY9" fmla="*/ 708930 h 1147078"/>
              <a:gd name="connsiteX10" fmla="*/ 1 w 1147078"/>
              <a:gd name="connsiteY10" fmla="*/ 438144 h 1147078"/>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7076" h="1147075">
                <a:moveTo>
                  <a:pt x="0" y="438144"/>
                </a:moveTo>
                <a:lnTo>
                  <a:pt x="438146" y="438147"/>
                </a:lnTo>
                <a:cubicBezTo>
                  <a:pt x="411839" y="249235"/>
                  <a:pt x="528407" y="146049"/>
                  <a:pt x="573538" y="0"/>
                </a:cubicBezTo>
                <a:cubicBezTo>
                  <a:pt x="618669" y="146049"/>
                  <a:pt x="692374" y="220661"/>
                  <a:pt x="708930" y="438147"/>
                </a:cubicBezTo>
                <a:lnTo>
                  <a:pt x="1147076" y="438144"/>
                </a:lnTo>
                <a:cubicBezTo>
                  <a:pt x="1028919" y="528406"/>
                  <a:pt x="1025063" y="761543"/>
                  <a:pt x="792606" y="708930"/>
                </a:cubicBezTo>
                <a:cubicBezTo>
                  <a:pt x="909176" y="912128"/>
                  <a:pt x="882871" y="1001027"/>
                  <a:pt x="928004" y="1147075"/>
                </a:cubicBezTo>
                <a:lnTo>
                  <a:pt x="587826" y="947722"/>
                </a:lnTo>
                <a:lnTo>
                  <a:pt x="219072" y="1147075"/>
                </a:lnTo>
                <a:cubicBezTo>
                  <a:pt x="264205" y="1001027"/>
                  <a:pt x="180749" y="840691"/>
                  <a:pt x="354470" y="708930"/>
                </a:cubicBezTo>
                <a:cubicBezTo>
                  <a:pt x="236313" y="618668"/>
                  <a:pt x="146732" y="671281"/>
                  <a:pt x="0" y="438144"/>
                </a:cubicBezTo>
                <a:close/>
              </a:path>
            </a:pathLst>
          </a:custGeom>
          <a:solidFill>
            <a:srgbClr val="FDD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8" name="五角星 20"/>
          <p:cNvSpPr/>
          <p:nvPr/>
        </p:nvSpPr>
        <p:spPr>
          <a:xfrm>
            <a:off x="7698254" y="362960"/>
            <a:ext cx="704858" cy="704857"/>
          </a:xfrm>
          <a:custGeom>
            <a:avLst/>
            <a:gdLst>
              <a:gd name="connsiteX0" fmla="*/ 1 w 1147078"/>
              <a:gd name="connsiteY0" fmla="*/ 438144 h 1147078"/>
              <a:gd name="connsiteX1" fmla="*/ 438147 w 1147078"/>
              <a:gd name="connsiteY1" fmla="*/ 438147 h 1147078"/>
              <a:gd name="connsiteX2" fmla="*/ 573539 w 1147078"/>
              <a:gd name="connsiteY2" fmla="*/ 0 h 1147078"/>
              <a:gd name="connsiteX3" fmla="*/ 708931 w 1147078"/>
              <a:gd name="connsiteY3" fmla="*/ 438147 h 1147078"/>
              <a:gd name="connsiteX4" fmla="*/ 1147077 w 1147078"/>
              <a:gd name="connsiteY4" fmla="*/ 438144 h 1147078"/>
              <a:gd name="connsiteX5" fmla="*/ 792607 w 1147078"/>
              <a:gd name="connsiteY5" fmla="*/ 708930 h 1147078"/>
              <a:gd name="connsiteX6" fmla="*/ 928005 w 1147078"/>
              <a:gd name="connsiteY6" fmla="*/ 1147075 h 1147078"/>
              <a:gd name="connsiteX7" fmla="*/ 573539 w 1147078"/>
              <a:gd name="connsiteY7" fmla="*/ 876284 h 1147078"/>
              <a:gd name="connsiteX8" fmla="*/ 219073 w 1147078"/>
              <a:gd name="connsiteY8" fmla="*/ 1147075 h 1147078"/>
              <a:gd name="connsiteX9" fmla="*/ 354471 w 1147078"/>
              <a:gd name="connsiteY9" fmla="*/ 708930 h 1147078"/>
              <a:gd name="connsiteX10" fmla="*/ 1 w 1147078"/>
              <a:gd name="connsiteY10" fmla="*/ 438144 h 1147078"/>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7076" h="1147075">
                <a:moveTo>
                  <a:pt x="0" y="438144"/>
                </a:moveTo>
                <a:lnTo>
                  <a:pt x="438146" y="438147"/>
                </a:lnTo>
                <a:cubicBezTo>
                  <a:pt x="411839" y="249235"/>
                  <a:pt x="528407" y="146049"/>
                  <a:pt x="573538" y="0"/>
                </a:cubicBezTo>
                <a:cubicBezTo>
                  <a:pt x="618669" y="146049"/>
                  <a:pt x="692374" y="220661"/>
                  <a:pt x="708930" y="438147"/>
                </a:cubicBezTo>
                <a:lnTo>
                  <a:pt x="1147076" y="438144"/>
                </a:lnTo>
                <a:cubicBezTo>
                  <a:pt x="1028919" y="528406"/>
                  <a:pt x="1025063" y="761543"/>
                  <a:pt x="792606" y="708930"/>
                </a:cubicBezTo>
                <a:cubicBezTo>
                  <a:pt x="909176" y="912128"/>
                  <a:pt x="882871" y="1001027"/>
                  <a:pt x="928004" y="1147075"/>
                </a:cubicBezTo>
                <a:lnTo>
                  <a:pt x="587826" y="947722"/>
                </a:lnTo>
                <a:lnTo>
                  <a:pt x="219072" y="1147075"/>
                </a:lnTo>
                <a:cubicBezTo>
                  <a:pt x="264205" y="1001027"/>
                  <a:pt x="180749" y="840691"/>
                  <a:pt x="354470" y="708930"/>
                </a:cubicBezTo>
                <a:cubicBezTo>
                  <a:pt x="236313" y="618668"/>
                  <a:pt x="146732" y="671281"/>
                  <a:pt x="0" y="438144"/>
                </a:cubicBezTo>
                <a:close/>
              </a:path>
            </a:pathLst>
          </a:custGeom>
          <a:solidFill>
            <a:srgbClr val="FDD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9" name="五角星 20"/>
          <p:cNvSpPr/>
          <p:nvPr/>
        </p:nvSpPr>
        <p:spPr>
          <a:xfrm>
            <a:off x="9397796" y="362960"/>
            <a:ext cx="704858" cy="704857"/>
          </a:xfrm>
          <a:custGeom>
            <a:avLst/>
            <a:gdLst>
              <a:gd name="connsiteX0" fmla="*/ 1 w 1147078"/>
              <a:gd name="connsiteY0" fmla="*/ 438144 h 1147078"/>
              <a:gd name="connsiteX1" fmla="*/ 438147 w 1147078"/>
              <a:gd name="connsiteY1" fmla="*/ 438147 h 1147078"/>
              <a:gd name="connsiteX2" fmla="*/ 573539 w 1147078"/>
              <a:gd name="connsiteY2" fmla="*/ 0 h 1147078"/>
              <a:gd name="connsiteX3" fmla="*/ 708931 w 1147078"/>
              <a:gd name="connsiteY3" fmla="*/ 438147 h 1147078"/>
              <a:gd name="connsiteX4" fmla="*/ 1147077 w 1147078"/>
              <a:gd name="connsiteY4" fmla="*/ 438144 h 1147078"/>
              <a:gd name="connsiteX5" fmla="*/ 792607 w 1147078"/>
              <a:gd name="connsiteY5" fmla="*/ 708930 h 1147078"/>
              <a:gd name="connsiteX6" fmla="*/ 928005 w 1147078"/>
              <a:gd name="connsiteY6" fmla="*/ 1147075 h 1147078"/>
              <a:gd name="connsiteX7" fmla="*/ 573539 w 1147078"/>
              <a:gd name="connsiteY7" fmla="*/ 876284 h 1147078"/>
              <a:gd name="connsiteX8" fmla="*/ 219073 w 1147078"/>
              <a:gd name="connsiteY8" fmla="*/ 1147075 h 1147078"/>
              <a:gd name="connsiteX9" fmla="*/ 354471 w 1147078"/>
              <a:gd name="connsiteY9" fmla="*/ 708930 h 1147078"/>
              <a:gd name="connsiteX10" fmla="*/ 1 w 1147078"/>
              <a:gd name="connsiteY10" fmla="*/ 438144 h 1147078"/>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7076" h="1147075">
                <a:moveTo>
                  <a:pt x="0" y="438144"/>
                </a:moveTo>
                <a:lnTo>
                  <a:pt x="438146" y="438147"/>
                </a:lnTo>
                <a:cubicBezTo>
                  <a:pt x="411839" y="249235"/>
                  <a:pt x="528407" y="146049"/>
                  <a:pt x="573538" y="0"/>
                </a:cubicBezTo>
                <a:cubicBezTo>
                  <a:pt x="618669" y="146049"/>
                  <a:pt x="692374" y="220661"/>
                  <a:pt x="708930" y="438147"/>
                </a:cubicBezTo>
                <a:lnTo>
                  <a:pt x="1147076" y="438144"/>
                </a:lnTo>
                <a:cubicBezTo>
                  <a:pt x="1028919" y="528406"/>
                  <a:pt x="1025063" y="761543"/>
                  <a:pt x="792606" y="708930"/>
                </a:cubicBezTo>
                <a:cubicBezTo>
                  <a:pt x="909176" y="912128"/>
                  <a:pt x="882871" y="1001027"/>
                  <a:pt x="928004" y="1147075"/>
                </a:cubicBezTo>
                <a:lnTo>
                  <a:pt x="587826" y="947722"/>
                </a:lnTo>
                <a:lnTo>
                  <a:pt x="219072" y="1147075"/>
                </a:lnTo>
                <a:cubicBezTo>
                  <a:pt x="264205" y="1001027"/>
                  <a:pt x="180749" y="840691"/>
                  <a:pt x="354470" y="708930"/>
                </a:cubicBezTo>
                <a:cubicBezTo>
                  <a:pt x="236313" y="618668"/>
                  <a:pt x="146732" y="671281"/>
                  <a:pt x="0" y="438144"/>
                </a:cubicBezTo>
                <a:close/>
              </a:path>
            </a:pathLst>
          </a:custGeom>
          <a:solidFill>
            <a:srgbClr val="FDD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0" name="五角星 20"/>
          <p:cNvSpPr/>
          <p:nvPr/>
        </p:nvSpPr>
        <p:spPr>
          <a:xfrm>
            <a:off x="10825155" y="599591"/>
            <a:ext cx="704858" cy="704857"/>
          </a:xfrm>
          <a:custGeom>
            <a:avLst/>
            <a:gdLst>
              <a:gd name="connsiteX0" fmla="*/ 1 w 1147078"/>
              <a:gd name="connsiteY0" fmla="*/ 438144 h 1147078"/>
              <a:gd name="connsiteX1" fmla="*/ 438147 w 1147078"/>
              <a:gd name="connsiteY1" fmla="*/ 438147 h 1147078"/>
              <a:gd name="connsiteX2" fmla="*/ 573539 w 1147078"/>
              <a:gd name="connsiteY2" fmla="*/ 0 h 1147078"/>
              <a:gd name="connsiteX3" fmla="*/ 708931 w 1147078"/>
              <a:gd name="connsiteY3" fmla="*/ 438147 h 1147078"/>
              <a:gd name="connsiteX4" fmla="*/ 1147077 w 1147078"/>
              <a:gd name="connsiteY4" fmla="*/ 438144 h 1147078"/>
              <a:gd name="connsiteX5" fmla="*/ 792607 w 1147078"/>
              <a:gd name="connsiteY5" fmla="*/ 708930 h 1147078"/>
              <a:gd name="connsiteX6" fmla="*/ 928005 w 1147078"/>
              <a:gd name="connsiteY6" fmla="*/ 1147075 h 1147078"/>
              <a:gd name="connsiteX7" fmla="*/ 573539 w 1147078"/>
              <a:gd name="connsiteY7" fmla="*/ 876284 h 1147078"/>
              <a:gd name="connsiteX8" fmla="*/ 219073 w 1147078"/>
              <a:gd name="connsiteY8" fmla="*/ 1147075 h 1147078"/>
              <a:gd name="connsiteX9" fmla="*/ 354471 w 1147078"/>
              <a:gd name="connsiteY9" fmla="*/ 708930 h 1147078"/>
              <a:gd name="connsiteX10" fmla="*/ 1 w 1147078"/>
              <a:gd name="connsiteY10" fmla="*/ 438144 h 1147078"/>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7076" h="1147075">
                <a:moveTo>
                  <a:pt x="0" y="438144"/>
                </a:moveTo>
                <a:lnTo>
                  <a:pt x="438146" y="438147"/>
                </a:lnTo>
                <a:cubicBezTo>
                  <a:pt x="411839" y="249235"/>
                  <a:pt x="528407" y="146049"/>
                  <a:pt x="573538" y="0"/>
                </a:cubicBezTo>
                <a:cubicBezTo>
                  <a:pt x="618669" y="146049"/>
                  <a:pt x="692374" y="220661"/>
                  <a:pt x="708930" y="438147"/>
                </a:cubicBezTo>
                <a:lnTo>
                  <a:pt x="1147076" y="438144"/>
                </a:lnTo>
                <a:cubicBezTo>
                  <a:pt x="1028919" y="528406"/>
                  <a:pt x="1025063" y="761543"/>
                  <a:pt x="792606" y="708930"/>
                </a:cubicBezTo>
                <a:cubicBezTo>
                  <a:pt x="909176" y="912128"/>
                  <a:pt x="882871" y="1001027"/>
                  <a:pt x="928004" y="1147075"/>
                </a:cubicBezTo>
                <a:lnTo>
                  <a:pt x="587826" y="947722"/>
                </a:lnTo>
                <a:lnTo>
                  <a:pt x="219072" y="1147075"/>
                </a:lnTo>
                <a:cubicBezTo>
                  <a:pt x="264205" y="1001027"/>
                  <a:pt x="180749" y="840691"/>
                  <a:pt x="354470" y="708930"/>
                </a:cubicBezTo>
                <a:cubicBezTo>
                  <a:pt x="236313" y="618668"/>
                  <a:pt x="146732" y="671281"/>
                  <a:pt x="0" y="438144"/>
                </a:cubicBezTo>
                <a:close/>
              </a:path>
            </a:pathLst>
          </a:custGeom>
          <a:solidFill>
            <a:srgbClr val="FDD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1" name="五角星 20"/>
          <p:cNvSpPr/>
          <p:nvPr/>
        </p:nvSpPr>
        <p:spPr>
          <a:xfrm>
            <a:off x="11002796" y="4422815"/>
            <a:ext cx="704858" cy="704857"/>
          </a:xfrm>
          <a:custGeom>
            <a:avLst/>
            <a:gdLst>
              <a:gd name="connsiteX0" fmla="*/ 1 w 1147078"/>
              <a:gd name="connsiteY0" fmla="*/ 438144 h 1147078"/>
              <a:gd name="connsiteX1" fmla="*/ 438147 w 1147078"/>
              <a:gd name="connsiteY1" fmla="*/ 438147 h 1147078"/>
              <a:gd name="connsiteX2" fmla="*/ 573539 w 1147078"/>
              <a:gd name="connsiteY2" fmla="*/ 0 h 1147078"/>
              <a:gd name="connsiteX3" fmla="*/ 708931 w 1147078"/>
              <a:gd name="connsiteY3" fmla="*/ 438147 h 1147078"/>
              <a:gd name="connsiteX4" fmla="*/ 1147077 w 1147078"/>
              <a:gd name="connsiteY4" fmla="*/ 438144 h 1147078"/>
              <a:gd name="connsiteX5" fmla="*/ 792607 w 1147078"/>
              <a:gd name="connsiteY5" fmla="*/ 708930 h 1147078"/>
              <a:gd name="connsiteX6" fmla="*/ 928005 w 1147078"/>
              <a:gd name="connsiteY6" fmla="*/ 1147075 h 1147078"/>
              <a:gd name="connsiteX7" fmla="*/ 573539 w 1147078"/>
              <a:gd name="connsiteY7" fmla="*/ 876284 h 1147078"/>
              <a:gd name="connsiteX8" fmla="*/ 219073 w 1147078"/>
              <a:gd name="connsiteY8" fmla="*/ 1147075 h 1147078"/>
              <a:gd name="connsiteX9" fmla="*/ 354471 w 1147078"/>
              <a:gd name="connsiteY9" fmla="*/ 708930 h 1147078"/>
              <a:gd name="connsiteX10" fmla="*/ 1 w 1147078"/>
              <a:gd name="connsiteY10" fmla="*/ 438144 h 1147078"/>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7076" h="1147075">
                <a:moveTo>
                  <a:pt x="0" y="438144"/>
                </a:moveTo>
                <a:lnTo>
                  <a:pt x="438146" y="438147"/>
                </a:lnTo>
                <a:cubicBezTo>
                  <a:pt x="411839" y="249235"/>
                  <a:pt x="528407" y="146049"/>
                  <a:pt x="573538" y="0"/>
                </a:cubicBezTo>
                <a:cubicBezTo>
                  <a:pt x="618669" y="146049"/>
                  <a:pt x="692374" y="220661"/>
                  <a:pt x="708930" y="438147"/>
                </a:cubicBezTo>
                <a:lnTo>
                  <a:pt x="1147076" y="438144"/>
                </a:lnTo>
                <a:cubicBezTo>
                  <a:pt x="1028919" y="528406"/>
                  <a:pt x="1025063" y="761543"/>
                  <a:pt x="792606" y="708930"/>
                </a:cubicBezTo>
                <a:cubicBezTo>
                  <a:pt x="909176" y="912128"/>
                  <a:pt x="882871" y="1001027"/>
                  <a:pt x="928004" y="1147075"/>
                </a:cubicBezTo>
                <a:lnTo>
                  <a:pt x="587826" y="947722"/>
                </a:lnTo>
                <a:lnTo>
                  <a:pt x="219072" y="1147075"/>
                </a:lnTo>
                <a:cubicBezTo>
                  <a:pt x="264205" y="1001027"/>
                  <a:pt x="180749" y="840691"/>
                  <a:pt x="354470" y="708930"/>
                </a:cubicBezTo>
                <a:cubicBezTo>
                  <a:pt x="236313" y="618668"/>
                  <a:pt x="146732" y="671281"/>
                  <a:pt x="0" y="438144"/>
                </a:cubicBezTo>
                <a:close/>
              </a:path>
            </a:pathLst>
          </a:custGeom>
          <a:solidFill>
            <a:srgbClr val="FDD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2" name="五角星 20"/>
          <p:cNvSpPr/>
          <p:nvPr/>
        </p:nvSpPr>
        <p:spPr>
          <a:xfrm>
            <a:off x="11002796" y="2373867"/>
            <a:ext cx="704858" cy="704857"/>
          </a:xfrm>
          <a:custGeom>
            <a:avLst/>
            <a:gdLst>
              <a:gd name="connsiteX0" fmla="*/ 1 w 1147078"/>
              <a:gd name="connsiteY0" fmla="*/ 438144 h 1147078"/>
              <a:gd name="connsiteX1" fmla="*/ 438147 w 1147078"/>
              <a:gd name="connsiteY1" fmla="*/ 438147 h 1147078"/>
              <a:gd name="connsiteX2" fmla="*/ 573539 w 1147078"/>
              <a:gd name="connsiteY2" fmla="*/ 0 h 1147078"/>
              <a:gd name="connsiteX3" fmla="*/ 708931 w 1147078"/>
              <a:gd name="connsiteY3" fmla="*/ 438147 h 1147078"/>
              <a:gd name="connsiteX4" fmla="*/ 1147077 w 1147078"/>
              <a:gd name="connsiteY4" fmla="*/ 438144 h 1147078"/>
              <a:gd name="connsiteX5" fmla="*/ 792607 w 1147078"/>
              <a:gd name="connsiteY5" fmla="*/ 708930 h 1147078"/>
              <a:gd name="connsiteX6" fmla="*/ 928005 w 1147078"/>
              <a:gd name="connsiteY6" fmla="*/ 1147075 h 1147078"/>
              <a:gd name="connsiteX7" fmla="*/ 573539 w 1147078"/>
              <a:gd name="connsiteY7" fmla="*/ 876284 h 1147078"/>
              <a:gd name="connsiteX8" fmla="*/ 219073 w 1147078"/>
              <a:gd name="connsiteY8" fmla="*/ 1147075 h 1147078"/>
              <a:gd name="connsiteX9" fmla="*/ 354471 w 1147078"/>
              <a:gd name="connsiteY9" fmla="*/ 708930 h 1147078"/>
              <a:gd name="connsiteX10" fmla="*/ 1 w 1147078"/>
              <a:gd name="connsiteY10" fmla="*/ 438144 h 1147078"/>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7076" h="1147075">
                <a:moveTo>
                  <a:pt x="0" y="438144"/>
                </a:moveTo>
                <a:lnTo>
                  <a:pt x="438146" y="438147"/>
                </a:lnTo>
                <a:cubicBezTo>
                  <a:pt x="411839" y="249235"/>
                  <a:pt x="528407" y="146049"/>
                  <a:pt x="573538" y="0"/>
                </a:cubicBezTo>
                <a:cubicBezTo>
                  <a:pt x="618669" y="146049"/>
                  <a:pt x="692374" y="220661"/>
                  <a:pt x="708930" y="438147"/>
                </a:cubicBezTo>
                <a:lnTo>
                  <a:pt x="1147076" y="438144"/>
                </a:lnTo>
                <a:cubicBezTo>
                  <a:pt x="1028919" y="528406"/>
                  <a:pt x="1025063" y="761543"/>
                  <a:pt x="792606" y="708930"/>
                </a:cubicBezTo>
                <a:cubicBezTo>
                  <a:pt x="909176" y="912128"/>
                  <a:pt x="882871" y="1001027"/>
                  <a:pt x="928004" y="1147075"/>
                </a:cubicBezTo>
                <a:lnTo>
                  <a:pt x="587826" y="947722"/>
                </a:lnTo>
                <a:lnTo>
                  <a:pt x="219072" y="1147075"/>
                </a:lnTo>
                <a:cubicBezTo>
                  <a:pt x="264205" y="1001027"/>
                  <a:pt x="180749" y="840691"/>
                  <a:pt x="354470" y="708930"/>
                </a:cubicBezTo>
                <a:cubicBezTo>
                  <a:pt x="236313" y="618668"/>
                  <a:pt x="146732" y="671281"/>
                  <a:pt x="0" y="438144"/>
                </a:cubicBezTo>
                <a:close/>
              </a:path>
            </a:pathLst>
          </a:custGeom>
          <a:solidFill>
            <a:srgbClr val="FDD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44" name="组合 43"/>
          <p:cNvGrpSpPr/>
          <p:nvPr/>
        </p:nvGrpSpPr>
        <p:grpSpPr>
          <a:xfrm>
            <a:off x="438171" y="3158529"/>
            <a:ext cx="11176684" cy="3558018"/>
            <a:chOff x="438171" y="3158529"/>
            <a:chExt cx="11176684" cy="3558018"/>
          </a:xfrm>
        </p:grpSpPr>
        <p:pic>
          <p:nvPicPr>
            <p:cNvPr id="45" name="图片 44"/>
            <p:cNvPicPr>
              <a:picLocks noChangeAspect="1"/>
            </p:cNvPicPr>
            <p:nvPr/>
          </p:nvPicPr>
          <p:blipFill rotWithShape="1">
            <a:blip r:embed="rId4" cstate="print">
              <a:extLst>
                <a:ext uri="{BEBA8EAE-BF5A-486C-A8C5-ECC9F3942E4B}">
                  <a14:imgProps xmlns:a14="http://schemas.microsoft.com/office/drawing/2010/main">
                    <a14:imgLayer r:embed="rId5">
                      <a14:imgEffect>
                        <a14:backgroundRemoval t="243" b="55064" l="9736" r="100000"/>
                      </a14:imgEffect>
                    </a14:imgLayer>
                  </a14:imgProps>
                </a:ext>
                <a:ext uri="{28A0092B-C50C-407E-A947-70E740481C1C}">
                  <a14:useLocalDpi xmlns:a14="http://schemas.microsoft.com/office/drawing/2010/main" val="0"/>
                </a:ext>
              </a:extLst>
            </a:blip>
            <a:srcRect l="36774" b="59911"/>
            <a:stretch/>
          </p:blipFill>
          <p:spPr>
            <a:xfrm>
              <a:off x="3243951" y="3968090"/>
              <a:ext cx="2889474" cy="2748457"/>
            </a:xfrm>
            <a:prstGeom prst="rect">
              <a:avLst/>
            </a:prstGeom>
          </p:spPr>
        </p:pic>
        <p:pic>
          <p:nvPicPr>
            <p:cNvPr id="46" name="图片 45"/>
            <p:cNvPicPr>
              <a:picLocks noChangeAspect="1"/>
            </p:cNvPicPr>
            <p:nvPr/>
          </p:nvPicPr>
          <p:blipFill rotWithShape="1">
            <a:blip r:embed="rId6" cstate="print">
              <a:extLst>
                <a:ext uri="{BEBA8EAE-BF5A-486C-A8C5-ECC9F3942E4B}">
                  <a14:imgProps xmlns:a14="http://schemas.microsoft.com/office/drawing/2010/main">
                    <a14:imgLayer r:embed="rId7">
                      <a14:imgEffect>
                        <a14:backgroundRemoval t="56883" b="100000" l="48226" r="100000">
                          <a14:foregroundMark x1="55687" y1="78108" x2="55687" y2="78108"/>
                          <a14:foregroundMark x1="76979" y1="78532" x2="76979" y2="78532"/>
                        </a14:backgroundRemoval>
                      </a14:imgEffect>
                    </a14:imgLayer>
                  </a14:imgProps>
                </a:ext>
                <a:ext uri="{28A0092B-C50C-407E-A947-70E740481C1C}">
                  <a14:useLocalDpi xmlns:a14="http://schemas.microsoft.com/office/drawing/2010/main" val="0"/>
                </a:ext>
              </a:extLst>
            </a:blip>
            <a:srcRect l="35074" t="53702"/>
            <a:stretch/>
          </p:blipFill>
          <p:spPr>
            <a:xfrm>
              <a:off x="6576648" y="3873608"/>
              <a:ext cx="2280570" cy="2439615"/>
            </a:xfrm>
            <a:prstGeom prst="rect">
              <a:avLst/>
            </a:prstGeom>
          </p:spPr>
        </p:pic>
        <p:pic>
          <p:nvPicPr>
            <p:cNvPr id="47" name="图片 46"/>
            <p:cNvPicPr>
              <a:picLocks noChangeAspect="1"/>
            </p:cNvPicPr>
            <p:nvPr/>
          </p:nvPicPr>
          <p:blipFill rotWithShape="1">
            <a:blip r:embed="rId8" cstate="print">
              <a:extLst>
                <a:ext uri="{BEBA8EAE-BF5A-486C-A8C5-ECC9F3942E4B}">
                  <a14:imgProps xmlns:a14="http://schemas.microsoft.com/office/drawing/2010/main">
                    <a14:imgLayer r:embed="rId9">
                      <a14:imgEffect>
                        <a14:backgroundRemoval t="9885" b="100000" l="9827" r="100000">
                          <a14:backgroundMark x1="62329" y1="21225" x2="98271" y2="38326"/>
                          <a14:backgroundMark x1="61056" y1="32262" x2="89445" y2="47301"/>
                          <a14:backgroundMark x1="98544" y1="59976" x2="99181" y2="62280"/>
                          <a14:backgroundMark x1="96633" y1="75440" x2="99818" y2="81261"/>
                        </a14:backgroundRemoval>
                      </a14:imgEffect>
                    </a14:imgLayer>
                  </a14:imgProps>
                </a:ext>
                <a:ext uri="{28A0092B-C50C-407E-A947-70E740481C1C}">
                  <a14:useLocalDpi xmlns:a14="http://schemas.microsoft.com/office/drawing/2010/main" val="0"/>
                </a:ext>
              </a:extLst>
            </a:blip>
            <a:srcRect t="35003" b="11364"/>
            <a:stretch/>
          </p:blipFill>
          <p:spPr>
            <a:xfrm>
              <a:off x="8493541" y="3765648"/>
              <a:ext cx="3121314" cy="2511296"/>
            </a:xfrm>
            <a:prstGeom prst="rect">
              <a:avLst/>
            </a:prstGeom>
          </p:spPr>
        </p:pic>
        <p:pic>
          <p:nvPicPr>
            <p:cNvPr id="48" name="图片 47"/>
            <p:cNvPicPr>
              <a:picLocks noChangeAspect="1"/>
            </p:cNvPicPr>
            <p:nvPr/>
          </p:nvPicPr>
          <p:blipFill rotWithShape="1">
            <a:blip r:embed="rId10" cstate="print">
              <a:extLst>
                <a:ext uri="{BEBA8EAE-BF5A-486C-A8C5-ECC9F3942E4B}">
                  <a14:imgProps xmlns:a14="http://schemas.microsoft.com/office/drawing/2010/main">
                    <a14:imgLayer r:embed="rId11">
                      <a14:imgEffect>
                        <a14:backgroundRemoval t="52274" b="99697" l="0" r="89991"/>
                      </a14:imgEffect>
                    </a14:imgLayer>
                  </a14:imgProps>
                </a:ext>
                <a:ext uri="{28A0092B-C50C-407E-A947-70E740481C1C}">
                  <a14:useLocalDpi xmlns:a14="http://schemas.microsoft.com/office/drawing/2010/main" val="0"/>
                </a:ext>
              </a:extLst>
            </a:blip>
            <a:srcRect t="53765"/>
            <a:stretch/>
          </p:blipFill>
          <p:spPr>
            <a:xfrm>
              <a:off x="438171" y="3158529"/>
              <a:ext cx="4571570" cy="3170838"/>
            </a:xfrm>
            <a:prstGeom prst="rect">
              <a:avLst/>
            </a:prstGeom>
          </p:spPr>
        </p:pic>
      </p:grpSp>
    </p:spTree>
    <p:extLst>
      <p:ext uri="{BB962C8B-B14F-4D97-AF65-F5344CB8AC3E}">
        <p14:creationId xmlns:p14="http://schemas.microsoft.com/office/powerpoint/2010/main" val="2281817712"/>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ppt_w</p:attrName>
                                        </p:attrNameLst>
                                      </p:cBhvr>
                                      <p:tavLst>
                                        <p:tav tm="0">
                                          <p:val>
                                            <p:fltVal val="0"/>
                                          </p:val>
                                        </p:tav>
                                        <p:tav tm="100000">
                                          <p:val>
                                            <p:strVal val="#ppt_w"/>
                                          </p:val>
                                        </p:tav>
                                      </p:tavLst>
                                    </p:anim>
                                    <p:anim calcmode="lin" valueType="num">
                                      <p:cBhvr>
                                        <p:cTn id="8" dur="500" fill="hold"/>
                                        <p:tgtEl>
                                          <p:spTgt spid="31"/>
                                        </p:tgtEl>
                                        <p:attrNameLst>
                                          <p:attrName>ppt_h</p:attrName>
                                        </p:attrNameLst>
                                      </p:cBhvr>
                                      <p:tavLst>
                                        <p:tav tm="0">
                                          <p:val>
                                            <p:fltVal val="0"/>
                                          </p:val>
                                        </p:tav>
                                        <p:tav tm="100000">
                                          <p:val>
                                            <p:strVal val="#ppt_h"/>
                                          </p:val>
                                        </p:tav>
                                      </p:tavLst>
                                    </p:anim>
                                    <p:animEffect transition="in" filter="fade">
                                      <p:cBhvr>
                                        <p:cTn id="9" dur="500"/>
                                        <p:tgtEl>
                                          <p:spTgt spid="31"/>
                                        </p:tgtEl>
                                      </p:cBhvr>
                                    </p:animEffect>
                                  </p:childTnLst>
                                </p:cTn>
                              </p:par>
                            </p:childTnLst>
                          </p:cTn>
                        </p:par>
                        <p:par>
                          <p:cTn id="10" fill="hold">
                            <p:stCondLst>
                              <p:cond delay="500"/>
                            </p:stCondLst>
                            <p:childTnLst>
                              <p:par>
                                <p:cTn id="11" presetID="1" presetClass="entr" presetSubtype="0" fill="hold" grpId="0" nodeType="after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1"/>
                                        </p:tgtEl>
                                        <p:attrNameLst>
                                          <p:attrName>style.visibility</p:attrName>
                                        </p:attrNameLst>
                                      </p:cBhvr>
                                      <p:to>
                                        <p:strVal val="visible"/>
                                      </p:to>
                                    </p:set>
                                  </p:childTnLst>
                                </p:cTn>
                              </p:par>
                              <p:par>
                                <p:cTn id="33" presetID="8" presetClass="emph" presetSubtype="0" repeatCount="indefinite" fill="hold" grpId="1" nodeType="withEffect">
                                  <p:stCondLst>
                                    <p:cond delay="0"/>
                                  </p:stCondLst>
                                  <p:childTnLst>
                                    <p:animRot by="21600000">
                                      <p:cBhvr>
                                        <p:cTn id="34" dur="5000" fill="hold"/>
                                        <p:tgtEl>
                                          <p:spTgt spid="32"/>
                                        </p:tgtEl>
                                        <p:attrNameLst>
                                          <p:attrName>r</p:attrName>
                                        </p:attrNameLst>
                                      </p:cBhvr>
                                    </p:animRot>
                                  </p:childTnLst>
                                </p:cTn>
                              </p:par>
                              <p:par>
                                <p:cTn id="35" presetID="8" presetClass="emph" presetSubtype="0" repeatCount="indefinite" fill="hold" grpId="1" nodeType="withEffect">
                                  <p:stCondLst>
                                    <p:cond delay="0"/>
                                  </p:stCondLst>
                                  <p:childTnLst>
                                    <p:animRot by="21600000">
                                      <p:cBhvr>
                                        <p:cTn id="36" dur="5000" fill="hold"/>
                                        <p:tgtEl>
                                          <p:spTgt spid="33"/>
                                        </p:tgtEl>
                                        <p:attrNameLst>
                                          <p:attrName>r</p:attrName>
                                        </p:attrNameLst>
                                      </p:cBhvr>
                                    </p:animRot>
                                  </p:childTnLst>
                                </p:cTn>
                              </p:par>
                              <p:par>
                                <p:cTn id="37" presetID="8" presetClass="emph" presetSubtype="0" repeatCount="indefinite" fill="hold" grpId="1" nodeType="withEffect">
                                  <p:stCondLst>
                                    <p:cond delay="0"/>
                                  </p:stCondLst>
                                  <p:childTnLst>
                                    <p:animRot by="21600000">
                                      <p:cBhvr>
                                        <p:cTn id="38" dur="5000" fill="hold"/>
                                        <p:tgtEl>
                                          <p:spTgt spid="34"/>
                                        </p:tgtEl>
                                        <p:attrNameLst>
                                          <p:attrName>r</p:attrName>
                                        </p:attrNameLst>
                                      </p:cBhvr>
                                    </p:animRot>
                                  </p:childTnLst>
                                </p:cTn>
                              </p:par>
                              <p:par>
                                <p:cTn id="39" presetID="8" presetClass="emph" presetSubtype="0" repeatCount="indefinite" fill="hold" grpId="1" nodeType="withEffect">
                                  <p:stCondLst>
                                    <p:cond delay="0"/>
                                  </p:stCondLst>
                                  <p:childTnLst>
                                    <p:animRot by="21600000">
                                      <p:cBhvr>
                                        <p:cTn id="40" dur="5000" fill="hold"/>
                                        <p:tgtEl>
                                          <p:spTgt spid="35"/>
                                        </p:tgtEl>
                                        <p:attrNameLst>
                                          <p:attrName>r</p:attrName>
                                        </p:attrNameLst>
                                      </p:cBhvr>
                                    </p:animRot>
                                  </p:childTnLst>
                                </p:cTn>
                              </p:par>
                              <p:par>
                                <p:cTn id="41" presetID="8" presetClass="emph" presetSubtype="0" repeatCount="indefinite" fill="hold" grpId="1" nodeType="withEffect">
                                  <p:stCondLst>
                                    <p:cond delay="0"/>
                                  </p:stCondLst>
                                  <p:childTnLst>
                                    <p:animRot by="21600000">
                                      <p:cBhvr>
                                        <p:cTn id="42" dur="5000" fill="hold"/>
                                        <p:tgtEl>
                                          <p:spTgt spid="36"/>
                                        </p:tgtEl>
                                        <p:attrNameLst>
                                          <p:attrName>r</p:attrName>
                                        </p:attrNameLst>
                                      </p:cBhvr>
                                    </p:animRot>
                                  </p:childTnLst>
                                </p:cTn>
                              </p:par>
                              <p:par>
                                <p:cTn id="43" presetID="8" presetClass="emph" presetSubtype="0" repeatCount="indefinite" fill="hold" grpId="1" nodeType="withEffect">
                                  <p:stCondLst>
                                    <p:cond delay="0"/>
                                  </p:stCondLst>
                                  <p:childTnLst>
                                    <p:animRot by="21600000">
                                      <p:cBhvr>
                                        <p:cTn id="44" dur="5000" fill="hold"/>
                                        <p:tgtEl>
                                          <p:spTgt spid="37"/>
                                        </p:tgtEl>
                                        <p:attrNameLst>
                                          <p:attrName>r</p:attrName>
                                        </p:attrNameLst>
                                      </p:cBhvr>
                                    </p:animRot>
                                  </p:childTnLst>
                                </p:cTn>
                              </p:par>
                              <p:par>
                                <p:cTn id="45" presetID="8" presetClass="emph" presetSubtype="0" repeatCount="indefinite" fill="hold" grpId="1" nodeType="withEffect">
                                  <p:stCondLst>
                                    <p:cond delay="0"/>
                                  </p:stCondLst>
                                  <p:childTnLst>
                                    <p:animRot by="21600000">
                                      <p:cBhvr>
                                        <p:cTn id="46" dur="5000" fill="hold"/>
                                        <p:tgtEl>
                                          <p:spTgt spid="38"/>
                                        </p:tgtEl>
                                        <p:attrNameLst>
                                          <p:attrName>r</p:attrName>
                                        </p:attrNameLst>
                                      </p:cBhvr>
                                    </p:animRot>
                                  </p:childTnLst>
                                </p:cTn>
                              </p:par>
                              <p:par>
                                <p:cTn id="47" presetID="8" presetClass="emph" presetSubtype="0" repeatCount="indefinite" fill="hold" grpId="1" nodeType="withEffect">
                                  <p:stCondLst>
                                    <p:cond delay="0"/>
                                  </p:stCondLst>
                                  <p:childTnLst>
                                    <p:animRot by="21600000">
                                      <p:cBhvr>
                                        <p:cTn id="48" dur="5000" fill="hold"/>
                                        <p:tgtEl>
                                          <p:spTgt spid="39"/>
                                        </p:tgtEl>
                                        <p:attrNameLst>
                                          <p:attrName>r</p:attrName>
                                        </p:attrNameLst>
                                      </p:cBhvr>
                                    </p:animRot>
                                  </p:childTnLst>
                                </p:cTn>
                              </p:par>
                              <p:par>
                                <p:cTn id="49" presetID="8" presetClass="emph" presetSubtype="0" repeatCount="indefinite" fill="hold" grpId="1" nodeType="withEffect">
                                  <p:stCondLst>
                                    <p:cond delay="0"/>
                                  </p:stCondLst>
                                  <p:childTnLst>
                                    <p:animRot by="21600000">
                                      <p:cBhvr>
                                        <p:cTn id="50" dur="5000" fill="hold"/>
                                        <p:tgtEl>
                                          <p:spTgt spid="40"/>
                                        </p:tgtEl>
                                        <p:attrNameLst>
                                          <p:attrName>r</p:attrName>
                                        </p:attrNameLst>
                                      </p:cBhvr>
                                    </p:animRot>
                                  </p:childTnLst>
                                </p:cTn>
                              </p:par>
                              <p:par>
                                <p:cTn id="51" presetID="8" presetClass="emph" presetSubtype="0" repeatCount="indefinite" fill="hold" grpId="1" nodeType="withEffect">
                                  <p:stCondLst>
                                    <p:cond delay="0"/>
                                  </p:stCondLst>
                                  <p:childTnLst>
                                    <p:animRot by="21600000">
                                      <p:cBhvr>
                                        <p:cTn id="52" dur="5000" fill="hold"/>
                                        <p:tgtEl>
                                          <p:spTgt spid="42"/>
                                        </p:tgtEl>
                                        <p:attrNameLst>
                                          <p:attrName>r</p:attrName>
                                        </p:attrNameLst>
                                      </p:cBhvr>
                                    </p:animRot>
                                  </p:childTnLst>
                                </p:cTn>
                              </p:par>
                              <p:par>
                                <p:cTn id="53" presetID="8" presetClass="emph" presetSubtype="0" repeatCount="indefinite" fill="hold" grpId="1" nodeType="withEffect">
                                  <p:stCondLst>
                                    <p:cond delay="0"/>
                                  </p:stCondLst>
                                  <p:childTnLst>
                                    <p:animRot by="21600000">
                                      <p:cBhvr>
                                        <p:cTn id="54" dur="5000" fill="hold"/>
                                        <p:tgtEl>
                                          <p:spTgt spid="41"/>
                                        </p:tgtEl>
                                        <p:attrNameLst>
                                          <p:attrName>r</p:attrName>
                                        </p:attrNameLst>
                                      </p:cBhvr>
                                    </p:animRot>
                                  </p:childTnLst>
                                </p:cTn>
                              </p:par>
                              <p:par>
                                <p:cTn id="55" presetID="42" presetClass="entr" presetSubtype="0" fill="hold" grpId="0" nodeType="withEffect">
                                  <p:stCondLst>
                                    <p:cond delay="0"/>
                                  </p:stCondLst>
                                  <p:childTnLst>
                                    <p:set>
                                      <p:cBhvr>
                                        <p:cTn id="56" dur="1" fill="hold">
                                          <p:stCondLst>
                                            <p:cond delay="0"/>
                                          </p:stCondLst>
                                        </p:cTn>
                                        <p:tgtEl>
                                          <p:spTgt spid="8"/>
                                        </p:tgtEl>
                                        <p:attrNameLst>
                                          <p:attrName>style.visibility</p:attrName>
                                        </p:attrNameLst>
                                      </p:cBhvr>
                                      <p:to>
                                        <p:strVal val="visible"/>
                                      </p:to>
                                    </p:set>
                                    <p:animEffect transition="in" filter="fade">
                                      <p:cBhvr>
                                        <p:cTn id="57" dur="1000"/>
                                        <p:tgtEl>
                                          <p:spTgt spid="8"/>
                                        </p:tgtEl>
                                      </p:cBhvr>
                                    </p:animEffect>
                                    <p:anim calcmode="lin" valueType="num">
                                      <p:cBhvr>
                                        <p:cTn id="58" dur="1000" fill="hold"/>
                                        <p:tgtEl>
                                          <p:spTgt spid="8"/>
                                        </p:tgtEl>
                                        <p:attrNameLst>
                                          <p:attrName>ppt_x</p:attrName>
                                        </p:attrNameLst>
                                      </p:cBhvr>
                                      <p:tavLst>
                                        <p:tav tm="0">
                                          <p:val>
                                            <p:strVal val="#ppt_x"/>
                                          </p:val>
                                        </p:tav>
                                        <p:tav tm="100000">
                                          <p:val>
                                            <p:strVal val="#ppt_x"/>
                                          </p:val>
                                        </p:tav>
                                      </p:tavLst>
                                    </p:anim>
                                    <p:anim calcmode="lin" valueType="num">
                                      <p:cBhvr>
                                        <p:cTn id="59" dur="1000" fill="hold"/>
                                        <p:tgtEl>
                                          <p:spTgt spid="8"/>
                                        </p:tgtEl>
                                        <p:attrNameLst>
                                          <p:attrName>ppt_y</p:attrName>
                                        </p:attrNameLst>
                                      </p:cBhvr>
                                      <p:tavLst>
                                        <p:tav tm="0">
                                          <p:val>
                                            <p:strVal val="#ppt_y+.1"/>
                                          </p:val>
                                        </p:tav>
                                        <p:tav tm="100000">
                                          <p:val>
                                            <p:strVal val="#ppt_y"/>
                                          </p:val>
                                        </p:tav>
                                      </p:tavLst>
                                    </p:anim>
                                  </p:childTnLst>
                                </p:cTn>
                              </p:par>
                            </p:childTnLst>
                          </p:cTn>
                        </p:par>
                        <p:par>
                          <p:cTn id="60" fill="hold">
                            <p:stCondLst>
                              <p:cond delay="5500"/>
                            </p:stCondLst>
                            <p:childTnLst>
                              <p:par>
                                <p:cTn id="61" presetID="42" presetClass="entr" presetSubtype="0" fill="hold" grpId="0" nodeType="afterEffect">
                                  <p:stCondLst>
                                    <p:cond delay="0"/>
                                  </p:stCondLst>
                                  <p:childTnLst>
                                    <p:set>
                                      <p:cBhvr>
                                        <p:cTn id="62" dur="1" fill="hold">
                                          <p:stCondLst>
                                            <p:cond delay="0"/>
                                          </p:stCondLst>
                                        </p:cTn>
                                        <p:tgtEl>
                                          <p:spTgt spid="11"/>
                                        </p:tgtEl>
                                        <p:attrNameLst>
                                          <p:attrName>style.visibility</p:attrName>
                                        </p:attrNameLst>
                                      </p:cBhvr>
                                      <p:to>
                                        <p:strVal val="visible"/>
                                      </p:to>
                                    </p:set>
                                    <p:animEffect transition="in" filter="fade">
                                      <p:cBhvr>
                                        <p:cTn id="63" dur="1000"/>
                                        <p:tgtEl>
                                          <p:spTgt spid="11"/>
                                        </p:tgtEl>
                                      </p:cBhvr>
                                    </p:animEffect>
                                    <p:anim calcmode="lin" valueType="num">
                                      <p:cBhvr>
                                        <p:cTn id="64" dur="1000" fill="hold"/>
                                        <p:tgtEl>
                                          <p:spTgt spid="11"/>
                                        </p:tgtEl>
                                        <p:attrNameLst>
                                          <p:attrName>ppt_x</p:attrName>
                                        </p:attrNameLst>
                                      </p:cBhvr>
                                      <p:tavLst>
                                        <p:tav tm="0">
                                          <p:val>
                                            <p:strVal val="#ppt_x"/>
                                          </p:val>
                                        </p:tav>
                                        <p:tav tm="100000">
                                          <p:val>
                                            <p:strVal val="#ppt_x"/>
                                          </p:val>
                                        </p:tav>
                                      </p:tavLst>
                                    </p:anim>
                                    <p:anim calcmode="lin" valueType="num">
                                      <p:cBhvr>
                                        <p:cTn id="65"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8" grpId="0" animBg="1"/>
      <p:bldP spid="11" grpId="0"/>
      <p:bldP spid="32" grpId="0" animBg="1"/>
      <p:bldP spid="32" grpId="1" animBg="1"/>
      <p:bldP spid="33" grpId="0" animBg="1"/>
      <p:bldP spid="33" grpId="1" animBg="1"/>
      <p:bldP spid="34" grpId="0" animBg="1"/>
      <p:bldP spid="34" grpId="1" animBg="1"/>
      <p:bldP spid="35" grpId="0" animBg="1"/>
      <p:bldP spid="35" grpId="1" animBg="1"/>
      <p:bldP spid="36" grpId="0" animBg="1"/>
      <p:bldP spid="36" grpId="1" animBg="1"/>
      <p:bldP spid="37" grpId="0" animBg="1"/>
      <p:bldP spid="37" grpId="1" animBg="1"/>
      <p:bldP spid="38" grpId="0" animBg="1"/>
      <p:bldP spid="38" grpId="1" animBg="1"/>
      <p:bldP spid="39" grpId="0" animBg="1"/>
      <p:bldP spid="39" grpId="1" animBg="1"/>
      <p:bldP spid="40" grpId="0" animBg="1"/>
      <p:bldP spid="40" grpId="1" animBg="1"/>
      <p:bldP spid="41" grpId="0" animBg="1"/>
      <p:bldP spid="41" grpId="1" animBg="1"/>
      <p:bldP spid="42" grpId="0" animBg="1"/>
      <p:bldP spid="42"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圆角矩形 14"/>
          <p:cNvSpPr/>
          <p:nvPr/>
        </p:nvSpPr>
        <p:spPr>
          <a:xfrm>
            <a:off x="378114" y="463550"/>
            <a:ext cx="11401425" cy="5857875"/>
          </a:xfrm>
          <a:prstGeom prst="round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rotWithShape="1">
          <a:blip r:embed="rId4" cstate="print">
            <a:extLst>
              <a:ext uri="{BEBA8EAE-BF5A-486C-A8C5-ECC9F3942E4B}">
                <a14:imgProps xmlns:a14="http://schemas.microsoft.com/office/drawing/2010/main">
                  <a14:imgLayer r:embed="rId5">
                    <a14:imgEffect>
                      <a14:backgroundRemoval t="243" b="55064" l="9736" r="100000"/>
                    </a14:imgEffect>
                  </a14:imgLayer>
                </a14:imgProps>
              </a:ext>
              <a:ext uri="{28A0092B-C50C-407E-A947-70E740481C1C}">
                <a14:useLocalDpi xmlns:a14="http://schemas.microsoft.com/office/drawing/2010/main" val="0"/>
              </a:ext>
            </a:extLst>
          </a:blip>
          <a:srcRect l="36774" b="59911"/>
          <a:stretch/>
        </p:blipFill>
        <p:spPr>
          <a:xfrm>
            <a:off x="-662283" y="2895601"/>
            <a:ext cx="4486139" cy="4267200"/>
          </a:xfrm>
          <a:prstGeom prst="rect">
            <a:avLst/>
          </a:prstGeom>
        </p:spPr>
      </p:pic>
      <p:grpSp>
        <p:nvGrpSpPr>
          <p:cNvPr id="16" name="组合 15"/>
          <p:cNvGrpSpPr/>
          <p:nvPr/>
        </p:nvGrpSpPr>
        <p:grpSpPr>
          <a:xfrm>
            <a:off x="177047" y="636774"/>
            <a:ext cx="2278560" cy="461665"/>
            <a:chOff x="240439" y="693586"/>
            <a:chExt cx="2278560" cy="461665"/>
          </a:xfrm>
        </p:grpSpPr>
        <p:sp>
          <p:nvSpPr>
            <p:cNvPr id="17" name="文本框 16"/>
            <p:cNvSpPr txBox="1"/>
            <p:nvPr/>
          </p:nvSpPr>
          <p:spPr>
            <a:xfrm>
              <a:off x="642573" y="693586"/>
              <a:ext cx="1876426" cy="461665"/>
            </a:xfrm>
            <a:prstGeom prst="rect">
              <a:avLst/>
            </a:prstGeom>
            <a:noFill/>
          </p:spPr>
          <p:txBody>
            <a:bodyPr wrap="square" rtlCol="0">
              <a:spAutoFit/>
            </a:bodyPr>
            <a:lstStyle/>
            <a:p>
              <a:r>
                <a:rPr lang="zh-CN" altLang="en-US" sz="2400" dirty="0">
                  <a:latin typeface="幼圆" panose="02010509060101010101" pitchFamily="49" charset="-122"/>
                  <a:ea typeface="幼圆" panose="02010509060101010101" pitchFamily="49" charset="-122"/>
                </a:rPr>
                <a:t>输入标题</a:t>
              </a:r>
            </a:p>
          </p:txBody>
        </p:sp>
        <p:sp>
          <p:nvSpPr>
            <p:cNvPr id="18" name="燕尾形 17"/>
            <p:cNvSpPr/>
            <p:nvPr/>
          </p:nvSpPr>
          <p:spPr>
            <a:xfrm>
              <a:off x="240439" y="723352"/>
              <a:ext cx="402134" cy="402134"/>
            </a:xfrm>
            <a:prstGeom prst="chevron">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pic>
        <p:nvPicPr>
          <p:cNvPr id="2" name="图片 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520860" y="1795463"/>
            <a:ext cx="3311755" cy="2200275"/>
          </a:xfrm>
          <a:prstGeom prst="roundRect">
            <a:avLst/>
          </a:prstGeom>
          <a:ln w="38100">
            <a:solidFill>
              <a:srgbClr val="FF9999"/>
            </a:solidFill>
          </a:ln>
        </p:spPr>
      </p:pic>
      <p:pic>
        <p:nvPicPr>
          <p:cNvPr id="3" name="图片 2"/>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539037" y="3637725"/>
            <a:ext cx="3233738" cy="2069592"/>
          </a:xfrm>
          <a:prstGeom prst="roundRect">
            <a:avLst/>
          </a:prstGeom>
          <a:ln w="38100">
            <a:solidFill>
              <a:srgbClr val="FF9999"/>
            </a:solidFill>
          </a:ln>
        </p:spPr>
      </p:pic>
      <p:sp>
        <p:nvSpPr>
          <p:cNvPr id="9" name="矩形 8"/>
          <p:cNvSpPr/>
          <p:nvPr/>
        </p:nvSpPr>
        <p:spPr>
          <a:xfrm flipH="1">
            <a:off x="8161246" y="2279620"/>
            <a:ext cx="3360256" cy="738664"/>
          </a:xfrm>
          <a:prstGeom prst="rect">
            <a:avLst/>
          </a:prstGeom>
        </p:spPr>
        <p:txBody>
          <a:bodyPr wrap="square">
            <a:spAutoFit/>
          </a:bodyPr>
          <a:lstStyle/>
          <a:p>
            <a:pPr>
              <a:lnSpc>
                <a:spcPct val="150000"/>
              </a:lnSpc>
            </a:pPr>
            <a:r>
              <a:rPr lang="zh-CN" altLang="en-US" sz="1400" dirty="0">
                <a:latin typeface="幼圆" panose="02010509060101010101" pitchFamily="49" charset="-122"/>
                <a:ea typeface="幼圆" panose="02010509060101010101" pitchFamily="49" charset="-122"/>
              </a:rPr>
              <a:t>儿童教育是指对儿童进行德育、智育、体育等方面的培养和训练。</a:t>
            </a:r>
          </a:p>
        </p:txBody>
      </p:sp>
      <p:sp>
        <p:nvSpPr>
          <p:cNvPr id="10" name="矩形 9"/>
          <p:cNvSpPr/>
          <p:nvPr/>
        </p:nvSpPr>
        <p:spPr>
          <a:xfrm flipH="1">
            <a:off x="3205428" y="4470379"/>
            <a:ext cx="3360256" cy="688202"/>
          </a:xfrm>
          <a:prstGeom prst="rect">
            <a:avLst/>
          </a:prstGeom>
        </p:spPr>
        <p:txBody>
          <a:bodyPr wrap="square">
            <a:spAutoFit/>
          </a:bodyPr>
          <a:lstStyle/>
          <a:p>
            <a:pPr algn="r">
              <a:lnSpc>
                <a:spcPct val="150000"/>
              </a:lnSpc>
            </a:pPr>
            <a:r>
              <a:rPr lang="zh-CN" altLang="en-US" sz="1400" dirty="0">
                <a:latin typeface="幼圆" panose="02010509060101010101" pitchFamily="49" charset="-122"/>
                <a:ea typeface="幼圆" panose="02010509060101010101" pitchFamily="49" charset="-122"/>
              </a:rPr>
              <a:t>儿童教育是指对儿童进行德育、智育、体育等方面的培养和训练。</a:t>
            </a:r>
          </a:p>
        </p:txBody>
      </p:sp>
      <p:pic>
        <p:nvPicPr>
          <p:cNvPr id="11" name="图片 10"/>
          <p:cNvPicPr>
            <a:picLocks noChangeAspect="1"/>
          </p:cNvPicPr>
          <p:nvPr/>
        </p:nvPicPr>
        <p:blipFill rotWithShape="1">
          <a:blip r:embed="rId8" cstate="print">
            <a:extLst>
              <a:ext uri="{BEBA8EAE-BF5A-486C-A8C5-ECC9F3942E4B}">
                <a14:imgProps xmlns:a14="http://schemas.microsoft.com/office/drawing/2010/main">
                  <a14:imgLayer r:embed="rId9">
                    <a14:imgEffect>
                      <a14:backgroundRemoval t="1091" b="10242" l="51091" r="61818"/>
                    </a14:imgEffect>
                  </a14:imgLayer>
                </a14:imgProps>
              </a:ext>
              <a:ext uri="{28A0092B-C50C-407E-A947-70E740481C1C}">
                <a14:useLocalDpi xmlns:a14="http://schemas.microsoft.com/office/drawing/2010/main" val="0"/>
              </a:ext>
            </a:extLst>
          </a:blip>
          <a:srcRect l="51042" r="35939" b="90899"/>
          <a:stretch/>
        </p:blipFill>
        <p:spPr>
          <a:xfrm>
            <a:off x="6832615" y="2040261"/>
            <a:ext cx="1170874" cy="1228048"/>
          </a:xfrm>
          <a:prstGeom prst="rect">
            <a:avLst/>
          </a:prstGeom>
        </p:spPr>
      </p:pic>
      <p:pic>
        <p:nvPicPr>
          <p:cNvPr id="12" name="图片 11"/>
          <p:cNvPicPr>
            <a:picLocks noChangeAspect="1"/>
          </p:cNvPicPr>
          <p:nvPr/>
        </p:nvPicPr>
        <p:blipFill rotWithShape="1">
          <a:blip r:embed="rId8" cstate="print">
            <a:extLst>
              <a:ext uri="{BEBA8EAE-BF5A-486C-A8C5-ECC9F3942E4B}">
                <a14:imgProps xmlns:a14="http://schemas.microsoft.com/office/drawing/2010/main">
                  <a14:imgLayer r:embed="rId9">
                    <a14:imgEffect>
                      <a14:backgroundRemoval t="1091" b="10242" l="51091" r="61818"/>
                    </a14:imgEffect>
                  </a14:imgLayer>
                </a14:imgProps>
              </a:ext>
              <a:ext uri="{28A0092B-C50C-407E-A947-70E740481C1C}">
                <a14:useLocalDpi xmlns:a14="http://schemas.microsoft.com/office/drawing/2010/main" val="0"/>
              </a:ext>
            </a:extLst>
          </a:blip>
          <a:srcRect l="51042" r="35939" b="90899"/>
          <a:stretch/>
        </p:blipFill>
        <p:spPr>
          <a:xfrm>
            <a:off x="6483629" y="4172299"/>
            <a:ext cx="1170874" cy="1228048"/>
          </a:xfrm>
          <a:prstGeom prst="rect">
            <a:avLst/>
          </a:prstGeom>
        </p:spPr>
      </p:pic>
    </p:spTree>
    <p:extLst>
      <p:ext uri="{BB962C8B-B14F-4D97-AF65-F5344CB8AC3E}">
        <p14:creationId xmlns:p14="http://schemas.microsoft.com/office/powerpoint/2010/main" val="426817300"/>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ppt_x</p:attrName>
                                        </p:attrNameLst>
                                      </p:cBhvr>
                                      <p:tavLst>
                                        <p:tav tm="0">
                                          <p:val>
                                            <p:strVal val="#ppt_x"/>
                                          </p:val>
                                        </p:tav>
                                        <p:tav tm="100000">
                                          <p:val>
                                            <p:strVal val="#ppt_x"/>
                                          </p:val>
                                        </p:tav>
                                      </p:tavLst>
                                    </p:anim>
                                    <p:anim calcmode="lin" valueType="num">
                                      <p:cBhvr>
                                        <p:cTn id="19" dur="1000" fill="hold"/>
                                        <p:tgtEl>
                                          <p:spTgt spid="9"/>
                                        </p:tgtEl>
                                        <p:attrNameLst>
                                          <p:attrName>ppt_y</p:attrName>
                                        </p:attrNameLst>
                                      </p:cBhvr>
                                      <p:tavLst>
                                        <p:tav tm="0">
                                          <p:val>
                                            <p:strVal val="#ppt_y+.1"/>
                                          </p:val>
                                        </p:tav>
                                        <p:tav tm="100000">
                                          <p:val>
                                            <p:strVal val="#ppt_y"/>
                                          </p:val>
                                        </p:tav>
                                      </p:tavLst>
                                    </p:anim>
                                  </p:childTnLst>
                                </p:cTn>
                              </p:par>
                            </p:childTnLst>
                          </p:cTn>
                        </p:par>
                        <p:par>
                          <p:cTn id="20" fill="hold">
                            <p:stCondLst>
                              <p:cond delay="1000"/>
                            </p:stCondLst>
                            <p:childTnLst>
                              <p:par>
                                <p:cTn id="21" presetID="42" presetClass="entr" presetSubtype="0"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1000"/>
                                        <p:tgtEl>
                                          <p:spTgt spid="10"/>
                                        </p:tgtEl>
                                      </p:cBhvr>
                                    </p:animEffect>
                                    <p:anim calcmode="lin" valueType="num">
                                      <p:cBhvr>
                                        <p:cTn id="24" dur="1000" fill="hold"/>
                                        <p:tgtEl>
                                          <p:spTgt spid="10"/>
                                        </p:tgtEl>
                                        <p:attrNameLst>
                                          <p:attrName>ppt_x</p:attrName>
                                        </p:attrNameLst>
                                      </p:cBhvr>
                                      <p:tavLst>
                                        <p:tav tm="0">
                                          <p:val>
                                            <p:strVal val="#ppt_x"/>
                                          </p:val>
                                        </p:tav>
                                        <p:tav tm="100000">
                                          <p:val>
                                            <p:strVal val="#ppt_x"/>
                                          </p:val>
                                        </p:tav>
                                      </p:tavLst>
                                    </p:anim>
                                    <p:anim calcmode="lin" valueType="num">
                                      <p:cBhvr>
                                        <p:cTn id="25" dur="1000" fill="hold"/>
                                        <p:tgtEl>
                                          <p:spTgt spid="10"/>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1000"/>
                                        <p:tgtEl>
                                          <p:spTgt spid="12"/>
                                        </p:tgtEl>
                                      </p:cBhvr>
                                    </p:animEffect>
                                    <p:anim calcmode="lin" valueType="num">
                                      <p:cBhvr>
                                        <p:cTn id="29" dur="1000" fill="hold"/>
                                        <p:tgtEl>
                                          <p:spTgt spid="12"/>
                                        </p:tgtEl>
                                        <p:attrNameLst>
                                          <p:attrName>ppt_x</p:attrName>
                                        </p:attrNameLst>
                                      </p:cBhvr>
                                      <p:tavLst>
                                        <p:tav tm="0">
                                          <p:val>
                                            <p:strVal val="#ppt_x"/>
                                          </p:val>
                                        </p:tav>
                                        <p:tav tm="100000">
                                          <p:val>
                                            <p:strVal val="#ppt_x"/>
                                          </p:val>
                                        </p:tav>
                                      </p:tavLst>
                                    </p:anim>
                                    <p:anim calcmode="lin" valueType="num">
                                      <p:cBhvr>
                                        <p:cTn id="30" dur="1000" fill="hold"/>
                                        <p:tgtEl>
                                          <p:spTgt spid="12"/>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fade">
                                      <p:cBhvr>
                                        <p:cTn id="33" dur="1000"/>
                                        <p:tgtEl>
                                          <p:spTgt spid="3"/>
                                        </p:tgtEl>
                                      </p:cBhvr>
                                    </p:animEffect>
                                    <p:anim calcmode="lin" valueType="num">
                                      <p:cBhvr>
                                        <p:cTn id="34" dur="1000" fill="hold"/>
                                        <p:tgtEl>
                                          <p:spTgt spid="3"/>
                                        </p:tgtEl>
                                        <p:attrNameLst>
                                          <p:attrName>ppt_x</p:attrName>
                                        </p:attrNameLst>
                                      </p:cBhvr>
                                      <p:tavLst>
                                        <p:tav tm="0">
                                          <p:val>
                                            <p:strVal val="#ppt_x"/>
                                          </p:val>
                                        </p:tav>
                                        <p:tav tm="100000">
                                          <p:val>
                                            <p:strVal val="#ppt_x"/>
                                          </p:val>
                                        </p:tav>
                                      </p:tavLst>
                                    </p:anim>
                                    <p:anim calcmode="lin" valueType="num">
                                      <p:cBhvr>
                                        <p:cTn id="35"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圆角矩形 14"/>
          <p:cNvSpPr/>
          <p:nvPr/>
        </p:nvSpPr>
        <p:spPr>
          <a:xfrm>
            <a:off x="378114" y="463550"/>
            <a:ext cx="11401425" cy="5857875"/>
          </a:xfrm>
          <a:prstGeom prst="round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rotWithShape="1">
          <a:blip r:embed="rId4" cstate="print">
            <a:extLst>
              <a:ext uri="{BEBA8EAE-BF5A-486C-A8C5-ECC9F3942E4B}">
                <a14:imgProps xmlns:a14="http://schemas.microsoft.com/office/drawing/2010/main">
                  <a14:imgLayer r:embed="rId5">
                    <a14:imgEffect>
                      <a14:backgroundRemoval t="243" b="55064" l="9736" r="100000"/>
                    </a14:imgEffect>
                  </a14:imgLayer>
                </a14:imgProps>
              </a:ext>
              <a:ext uri="{28A0092B-C50C-407E-A947-70E740481C1C}">
                <a14:useLocalDpi xmlns:a14="http://schemas.microsoft.com/office/drawing/2010/main" val="0"/>
              </a:ext>
            </a:extLst>
          </a:blip>
          <a:srcRect l="36774" b="59911"/>
          <a:stretch/>
        </p:blipFill>
        <p:spPr>
          <a:xfrm>
            <a:off x="-662283" y="2895601"/>
            <a:ext cx="4486139" cy="4267200"/>
          </a:xfrm>
          <a:prstGeom prst="rect">
            <a:avLst/>
          </a:prstGeom>
        </p:spPr>
      </p:pic>
      <p:grpSp>
        <p:nvGrpSpPr>
          <p:cNvPr id="16" name="组合 15"/>
          <p:cNvGrpSpPr/>
          <p:nvPr/>
        </p:nvGrpSpPr>
        <p:grpSpPr>
          <a:xfrm>
            <a:off x="177047" y="636774"/>
            <a:ext cx="2278560" cy="461665"/>
            <a:chOff x="240439" y="693586"/>
            <a:chExt cx="2278560" cy="461665"/>
          </a:xfrm>
        </p:grpSpPr>
        <p:sp>
          <p:nvSpPr>
            <p:cNvPr id="17" name="文本框 16"/>
            <p:cNvSpPr txBox="1"/>
            <p:nvPr/>
          </p:nvSpPr>
          <p:spPr>
            <a:xfrm>
              <a:off x="642573" y="693586"/>
              <a:ext cx="1876426" cy="461665"/>
            </a:xfrm>
            <a:prstGeom prst="rect">
              <a:avLst/>
            </a:prstGeom>
            <a:noFill/>
          </p:spPr>
          <p:txBody>
            <a:bodyPr wrap="square" rtlCol="0">
              <a:spAutoFit/>
            </a:bodyPr>
            <a:lstStyle/>
            <a:p>
              <a:r>
                <a:rPr lang="zh-CN" altLang="en-US" sz="2400" dirty="0">
                  <a:latin typeface="幼圆" panose="02010509060101010101" pitchFamily="49" charset="-122"/>
                  <a:ea typeface="幼圆" panose="02010509060101010101" pitchFamily="49" charset="-122"/>
                </a:rPr>
                <a:t>输入标题</a:t>
              </a:r>
            </a:p>
          </p:txBody>
        </p:sp>
        <p:sp>
          <p:nvSpPr>
            <p:cNvPr id="18" name="燕尾形 17"/>
            <p:cNvSpPr/>
            <p:nvPr/>
          </p:nvSpPr>
          <p:spPr>
            <a:xfrm>
              <a:off x="240439" y="723352"/>
              <a:ext cx="402134" cy="402134"/>
            </a:xfrm>
            <a:prstGeom prst="chevron">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4" name="组合 3"/>
          <p:cNvGrpSpPr/>
          <p:nvPr/>
        </p:nvGrpSpPr>
        <p:grpSpPr>
          <a:xfrm>
            <a:off x="3475688" y="1098439"/>
            <a:ext cx="3360256" cy="2405153"/>
            <a:chOff x="2904188" y="1511300"/>
            <a:chExt cx="3360256" cy="2405153"/>
          </a:xfrm>
        </p:grpSpPr>
        <p:sp>
          <p:nvSpPr>
            <p:cNvPr id="2" name="上箭头 1"/>
            <p:cNvSpPr/>
            <p:nvPr/>
          </p:nvSpPr>
          <p:spPr>
            <a:xfrm>
              <a:off x="3984241" y="1511300"/>
              <a:ext cx="914400" cy="1085850"/>
            </a:xfrm>
            <a:prstGeom prst="up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3708016" y="2664768"/>
              <a:ext cx="1466850" cy="461665"/>
            </a:xfrm>
            <a:prstGeom prst="rect">
              <a:avLst/>
            </a:prstGeom>
            <a:noFill/>
          </p:spPr>
          <p:txBody>
            <a:bodyPr wrap="square" rtlCol="0">
              <a:spAutoFit/>
            </a:bodyPr>
            <a:lstStyle/>
            <a:p>
              <a:r>
                <a:rPr lang="zh-CN" altLang="en-US" sz="2400" b="1" dirty="0">
                  <a:latin typeface="幼圆" panose="02010509060101010101" pitchFamily="49" charset="-122"/>
                  <a:ea typeface="幼圆" panose="02010509060101010101" pitchFamily="49" charset="-122"/>
                </a:rPr>
                <a:t>输入标题</a:t>
              </a:r>
            </a:p>
          </p:txBody>
        </p:sp>
        <p:sp>
          <p:nvSpPr>
            <p:cNvPr id="9" name="矩形 8"/>
            <p:cNvSpPr/>
            <p:nvPr/>
          </p:nvSpPr>
          <p:spPr>
            <a:xfrm flipH="1">
              <a:off x="2904188" y="3177789"/>
              <a:ext cx="3360256" cy="738664"/>
            </a:xfrm>
            <a:prstGeom prst="rect">
              <a:avLst/>
            </a:prstGeom>
          </p:spPr>
          <p:txBody>
            <a:bodyPr wrap="square">
              <a:spAutoFit/>
            </a:bodyPr>
            <a:lstStyle/>
            <a:p>
              <a:pPr>
                <a:lnSpc>
                  <a:spcPct val="150000"/>
                </a:lnSpc>
              </a:pPr>
              <a:r>
                <a:rPr lang="zh-CN" altLang="en-US" sz="1400" dirty="0">
                  <a:latin typeface="幼圆" panose="02010509060101010101" pitchFamily="49" charset="-122"/>
                  <a:ea typeface="幼圆" panose="02010509060101010101" pitchFamily="49" charset="-122"/>
                </a:rPr>
                <a:t>儿童教育是指对儿童进行德育、智育、体育等方面的培养和训练。</a:t>
              </a:r>
            </a:p>
          </p:txBody>
        </p:sp>
      </p:grpSp>
      <p:grpSp>
        <p:nvGrpSpPr>
          <p:cNvPr id="11" name="组合 10"/>
          <p:cNvGrpSpPr/>
          <p:nvPr/>
        </p:nvGrpSpPr>
        <p:grpSpPr>
          <a:xfrm>
            <a:off x="5746366" y="2482739"/>
            <a:ext cx="3360256" cy="2405153"/>
            <a:chOff x="2904188" y="1511300"/>
            <a:chExt cx="3360256" cy="2405153"/>
          </a:xfrm>
        </p:grpSpPr>
        <p:sp>
          <p:nvSpPr>
            <p:cNvPr id="12" name="上箭头 11"/>
            <p:cNvSpPr/>
            <p:nvPr/>
          </p:nvSpPr>
          <p:spPr>
            <a:xfrm>
              <a:off x="3984241" y="1511300"/>
              <a:ext cx="914400" cy="1085850"/>
            </a:xfrm>
            <a:prstGeom prst="up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3708016" y="2664768"/>
              <a:ext cx="1466850" cy="461665"/>
            </a:xfrm>
            <a:prstGeom prst="rect">
              <a:avLst/>
            </a:prstGeom>
            <a:noFill/>
          </p:spPr>
          <p:txBody>
            <a:bodyPr wrap="square" rtlCol="0">
              <a:spAutoFit/>
            </a:bodyPr>
            <a:lstStyle/>
            <a:p>
              <a:r>
                <a:rPr lang="zh-CN" altLang="en-US" sz="2400" b="1" dirty="0">
                  <a:latin typeface="幼圆" panose="02010509060101010101" pitchFamily="49" charset="-122"/>
                  <a:ea typeface="幼圆" panose="02010509060101010101" pitchFamily="49" charset="-122"/>
                </a:rPr>
                <a:t>输入标题</a:t>
              </a:r>
            </a:p>
          </p:txBody>
        </p:sp>
        <p:sp>
          <p:nvSpPr>
            <p:cNvPr id="14" name="矩形 13"/>
            <p:cNvSpPr/>
            <p:nvPr/>
          </p:nvSpPr>
          <p:spPr>
            <a:xfrm flipH="1">
              <a:off x="2904188" y="3177789"/>
              <a:ext cx="3360256" cy="738664"/>
            </a:xfrm>
            <a:prstGeom prst="rect">
              <a:avLst/>
            </a:prstGeom>
          </p:spPr>
          <p:txBody>
            <a:bodyPr wrap="square">
              <a:spAutoFit/>
            </a:bodyPr>
            <a:lstStyle/>
            <a:p>
              <a:pPr>
                <a:lnSpc>
                  <a:spcPct val="150000"/>
                </a:lnSpc>
              </a:pPr>
              <a:r>
                <a:rPr lang="zh-CN" altLang="en-US" sz="1400" dirty="0">
                  <a:latin typeface="幼圆" panose="02010509060101010101" pitchFamily="49" charset="-122"/>
                  <a:ea typeface="幼圆" panose="02010509060101010101" pitchFamily="49" charset="-122"/>
                </a:rPr>
                <a:t>儿童教育是指对儿童进行德育、智育、体育等方面的培养和训练。</a:t>
              </a:r>
            </a:p>
          </p:txBody>
        </p:sp>
      </p:grpSp>
      <p:grpSp>
        <p:nvGrpSpPr>
          <p:cNvPr id="19" name="组合 18"/>
          <p:cNvGrpSpPr/>
          <p:nvPr/>
        </p:nvGrpSpPr>
        <p:grpSpPr>
          <a:xfrm>
            <a:off x="8506547" y="3089823"/>
            <a:ext cx="3360256" cy="2405153"/>
            <a:chOff x="2904188" y="1511300"/>
            <a:chExt cx="3360256" cy="2405153"/>
          </a:xfrm>
        </p:grpSpPr>
        <p:sp>
          <p:nvSpPr>
            <p:cNvPr id="20" name="上箭头 19"/>
            <p:cNvSpPr/>
            <p:nvPr/>
          </p:nvSpPr>
          <p:spPr>
            <a:xfrm>
              <a:off x="3984241" y="1511300"/>
              <a:ext cx="914400" cy="1085850"/>
            </a:xfrm>
            <a:prstGeom prst="upArrow">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3708016" y="2664768"/>
              <a:ext cx="1466850" cy="461665"/>
            </a:xfrm>
            <a:prstGeom prst="rect">
              <a:avLst/>
            </a:prstGeom>
            <a:noFill/>
          </p:spPr>
          <p:txBody>
            <a:bodyPr wrap="square" rtlCol="0">
              <a:spAutoFit/>
            </a:bodyPr>
            <a:lstStyle/>
            <a:p>
              <a:r>
                <a:rPr lang="zh-CN" altLang="en-US" sz="2400" b="1" dirty="0">
                  <a:latin typeface="幼圆" panose="02010509060101010101" pitchFamily="49" charset="-122"/>
                  <a:ea typeface="幼圆" panose="02010509060101010101" pitchFamily="49" charset="-122"/>
                </a:rPr>
                <a:t>输入标题</a:t>
              </a:r>
            </a:p>
          </p:txBody>
        </p:sp>
        <p:sp>
          <p:nvSpPr>
            <p:cNvPr id="22" name="矩形 21"/>
            <p:cNvSpPr/>
            <p:nvPr/>
          </p:nvSpPr>
          <p:spPr>
            <a:xfrm flipH="1">
              <a:off x="2904188" y="3177789"/>
              <a:ext cx="3360256" cy="738664"/>
            </a:xfrm>
            <a:prstGeom prst="rect">
              <a:avLst/>
            </a:prstGeom>
          </p:spPr>
          <p:txBody>
            <a:bodyPr wrap="square">
              <a:spAutoFit/>
            </a:bodyPr>
            <a:lstStyle/>
            <a:p>
              <a:pPr>
                <a:lnSpc>
                  <a:spcPct val="150000"/>
                </a:lnSpc>
              </a:pPr>
              <a:r>
                <a:rPr lang="zh-CN" altLang="en-US" sz="1400" dirty="0">
                  <a:latin typeface="幼圆" panose="02010509060101010101" pitchFamily="49" charset="-122"/>
                  <a:ea typeface="幼圆" panose="02010509060101010101" pitchFamily="49" charset="-122"/>
                </a:rPr>
                <a:t>儿童教育是指对儿童进行德育、智育、体育等方面的培养和训练。</a:t>
              </a:r>
            </a:p>
          </p:txBody>
        </p:sp>
      </p:grpSp>
    </p:spTree>
    <p:extLst>
      <p:ext uri="{BB962C8B-B14F-4D97-AF65-F5344CB8AC3E}">
        <p14:creationId xmlns:p14="http://schemas.microsoft.com/office/powerpoint/2010/main" val="1939764391"/>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randombar(horizontal)">
                                      <p:cBhvr>
                                        <p:cTn id="7" dur="500"/>
                                        <p:tgtEl>
                                          <p:spTgt spid="4"/>
                                        </p:tgtEl>
                                      </p:cBhvr>
                                    </p:animEffect>
                                  </p:childTnLst>
                                </p:cTn>
                              </p:par>
                            </p:childTnLst>
                          </p:cTn>
                        </p:par>
                        <p:par>
                          <p:cTn id="8" fill="hold">
                            <p:stCondLst>
                              <p:cond delay="500"/>
                            </p:stCondLst>
                            <p:childTnLst>
                              <p:par>
                                <p:cTn id="9" presetID="14" presetClass="entr" presetSubtype="10"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randombar(horizontal)">
                                      <p:cBhvr>
                                        <p:cTn id="11" dur="500"/>
                                        <p:tgtEl>
                                          <p:spTgt spid="11"/>
                                        </p:tgtEl>
                                      </p:cBhvr>
                                    </p:animEffect>
                                  </p:childTnLst>
                                </p:cTn>
                              </p:par>
                            </p:childTnLst>
                          </p:cTn>
                        </p:par>
                        <p:par>
                          <p:cTn id="12" fill="hold">
                            <p:stCondLst>
                              <p:cond delay="1000"/>
                            </p:stCondLst>
                            <p:childTnLst>
                              <p:par>
                                <p:cTn id="13" presetID="14" presetClass="entr" presetSubtype="10" fill="hold"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randombar(horizontal)">
                                      <p:cBhvr>
                                        <p:cTn id="1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圆角矩形 24"/>
          <p:cNvSpPr/>
          <p:nvPr/>
        </p:nvSpPr>
        <p:spPr>
          <a:xfrm>
            <a:off x="395287" y="539896"/>
            <a:ext cx="11401425" cy="5857875"/>
          </a:xfrm>
          <a:prstGeom prst="round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rotWithShape="1">
          <a:blip r:embed="rId4" cstate="print">
            <a:extLst>
              <a:ext uri="{BEBA8EAE-BF5A-486C-A8C5-ECC9F3942E4B}">
                <a14:imgProps xmlns:a14="http://schemas.microsoft.com/office/drawing/2010/main">
                  <a14:imgLayer r:embed="rId5">
                    <a14:imgEffect>
                      <a14:backgroundRemoval t="243" b="55064" l="9736" r="100000"/>
                    </a14:imgEffect>
                  </a14:imgLayer>
                </a14:imgProps>
              </a:ext>
              <a:ext uri="{28A0092B-C50C-407E-A947-70E740481C1C}">
                <a14:useLocalDpi xmlns:a14="http://schemas.microsoft.com/office/drawing/2010/main" val="0"/>
              </a:ext>
            </a:extLst>
          </a:blip>
          <a:srcRect l="36774" b="59911"/>
          <a:stretch/>
        </p:blipFill>
        <p:spPr>
          <a:xfrm>
            <a:off x="-662283" y="2895601"/>
            <a:ext cx="4486139" cy="4267200"/>
          </a:xfrm>
          <a:prstGeom prst="rect">
            <a:avLst/>
          </a:prstGeom>
        </p:spPr>
      </p:pic>
      <p:grpSp>
        <p:nvGrpSpPr>
          <p:cNvPr id="9" name="组合 8"/>
          <p:cNvGrpSpPr/>
          <p:nvPr/>
        </p:nvGrpSpPr>
        <p:grpSpPr>
          <a:xfrm>
            <a:off x="3100048" y="1262016"/>
            <a:ext cx="1903380" cy="2446484"/>
            <a:chOff x="2978046" y="946004"/>
            <a:chExt cx="1903380" cy="2446484"/>
          </a:xfrm>
        </p:grpSpPr>
        <p:sp>
          <p:nvSpPr>
            <p:cNvPr id="2" name="流程图: 离页连接符 1"/>
            <p:cNvSpPr/>
            <p:nvPr/>
          </p:nvSpPr>
          <p:spPr>
            <a:xfrm>
              <a:off x="2978046" y="946004"/>
              <a:ext cx="1903380" cy="2446484"/>
            </a:xfrm>
            <a:custGeom>
              <a:avLst/>
              <a:gdLst>
                <a:gd name="connsiteX0" fmla="*/ 0 w 10000"/>
                <a:gd name="connsiteY0" fmla="*/ 0 h 10000"/>
                <a:gd name="connsiteX1" fmla="*/ 10000 w 10000"/>
                <a:gd name="connsiteY1" fmla="*/ 0 h 10000"/>
                <a:gd name="connsiteX2" fmla="*/ 10000 w 10000"/>
                <a:gd name="connsiteY2" fmla="*/ 8000 h 10000"/>
                <a:gd name="connsiteX3" fmla="*/ 5000 w 10000"/>
                <a:gd name="connsiteY3" fmla="*/ 10000 h 10000"/>
                <a:gd name="connsiteX4" fmla="*/ 0 w 10000"/>
                <a:gd name="connsiteY4" fmla="*/ 8000 h 10000"/>
                <a:gd name="connsiteX5" fmla="*/ 0 w 10000"/>
                <a:gd name="connsiteY5" fmla="*/ 0 h 10000"/>
                <a:gd name="connsiteX0" fmla="*/ 173 w 10173"/>
                <a:gd name="connsiteY0" fmla="*/ 0 h 10000"/>
                <a:gd name="connsiteX1" fmla="*/ 10173 w 10173"/>
                <a:gd name="connsiteY1" fmla="*/ 0 h 10000"/>
                <a:gd name="connsiteX2" fmla="*/ 10173 w 10173"/>
                <a:gd name="connsiteY2" fmla="*/ 8000 h 10000"/>
                <a:gd name="connsiteX3" fmla="*/ 5173 w 10173"/>
                <a:gd name="connsiteY3" fmla="*/ 10000 h 10000"/>
                <a:gd name="connsiteX4" fmla="*/ 173 w 10173"/>
                <a:gd name="connsiteY4" fmla="*/ 8000 h 10000"/>
                <a:gd name="connsiteX5" fmla="*/ 173 w 10173"/>
                <a:gd name="connsiteY5" fmla="*/ 0 h 10000"/>
                <a:gd name="connsiteX0" fmla="*/ 173 w 10173"/>
                <a:gd name="connsiteY0" fmla="*/ 325 h 10325"/>
                <a:gd name="connsiteX1" fmla="*/ 10173 w 10173"/>
                <a:gd name="connsiteY1" fmla="*/ 325 h 10325"/>
                <a:gd name="connsiteX2" fmla="*/ 10173 w 10173"/>
                <a:gd name="connsiteY2" fmla="*/ 8325 h 10325"/>
                <a:gd name="connsiteX3" fmla="*/ 5173 w 10173"/>
                <a:gd name="connsiteY3" fmla="*/ 10325 h 10325"/>
                <a:gd name="connsiteX4" fmla="*/ 173 w 10173"/>
                <a:gd name="connsiteY4" fmla="*/ 8325 h 10325"/>
                <a:gd name="connsiteX5" fmla="*/ 173 w 10173"/>
                <a:gd name="connsiteY5" fmla="*/ 325 h 10325"/>
                <a:gd name="connsiteX0" fmla="*/ 173 w 10380"/>
                <a:gd name="connsiteY0" fmla="*/ 325 h 10325"/>
                <a:gd name="connsiteX1" fmla="*/ 10173 w 10380"/>
                <a:gd name="connsiteY1" fmla="*/ 325 h 10325"/>
                <a:gd name="connsiteX2" fmla="*/ 10173 w 10380"/>
                <a:gd name="connsiteY2" fmla="*/ 8325 h 10325"/>
                <a:gd name="connsiteX3" fmla="*/ 5173 w 10380"/>
                <a:gd name="connsiteY3" fmla="*/ 10325 h 10325"/>
                <a:gd name="connsiteX4" fmla="*/ 173 w 10380"/>
                <a:gd name="connsiteY4" fmla="*/ 8325 h 10325"/>
                <a:gd name="connsiteX5" fmla="*/ 173 w 10380"/>
                <a:gd name="connsiteY5" fmla="*/ 325 h 10325"/>
                <a:gd name="connsiteX0" fmla="*/ 173 w 10380"/>
                <a:gd name="connsiteY0" fmla="*/ 441 h 10441"/>
                <a:gd name="connsiteX1" fmla="*/ 10173 w 10380"/>
                <a:gd name="connsiteY1" fmla="*/ 441 h 10441"/>
                <a:gd name="connsiteX2" fmla="*/ 10173 w 10380"/>
                <a:gd name="connsiteY2" fmla="*/ 8441 h 10441"/>
                <a:gd name="connsiteX3" fmla="*/ 5173 w 10380"/>
                <a:gd name="connsiteY3" fmla="*/ 10441 h 10441"/>
                <a:gd name="connsiteX4" fmla="*/ 173 w 10380"/>
                <a:gd name="connsiteY4" fmla="*/ 8441 h 10441"/>
                <a:gd name="connsiteX5" fmla="*/ 173 w 10380"/>
                <a:gd name="connsiteY5" fmla="*/ 441 h 10441"/>
                <a:gd name="connsiteX0" fmla="*/ 173 w 10380"/>
                <a:gd name="connsiteY0" fmla="*/ 441 h 10441"/>
                <a:gd name="connsiteX1" fmla="*/ 10173 w 10380"/>
                <a:gd name="connsiteY1" fmla="*/ 441 h 10441"/>
                <a:gd name="connsiteX2" fmla="*/ 10173 w 10380"/>
                <a:gd name="connsiteY2" fmla="*/ 8441 h 10441"/>
                <a:gd name="connsiteX3" fmla="*/ 5173 w 10380"/>
                <a:gd name="connsiteY3" fmla="*/ 10441 h 10441"/>
                <a:gd name="connsiteX4" fmla="*/ 173 w 10380"/>
                <a:gd name="connsiteY4" fmla="*/ 8441 h 10441"/>
                <a:gd name="connsiteX5" fmla="*/ 173 w 10380"/>
                <a:gd name="connsiteY5" fmla="*/ 441 h 10441"/>
                <a:gd name="connsiteX0" fmla="*/ 173 w 10380"/>
                <a:gd name="connsiteY0" fmla="*/ 441 h 10441"/>
                <a:gd name="connsiteX1" fmla="*/ 10173 w 10380"/>
                <a:gd name="connsiteY1" fmla="*/ 441 h 10441"/>
                <a:gd name="connsiteX2" fmla="*/ 10173 w 10380"/>
                <a:gd name="connsiteY2" fmla="*/ 8441 h 10441"/>
                <a:gd name="connsiteX3" fmla="*/ 5173 w 10380"/>
                <a:gd name="connsiteY3" fmla="*/ 10441 h 10441"/>
                <a:gd name="connsiteX4" fmla="*/ 173 w 10380"/>
                <a:gd name="connsiteY4" fmla="*/ 8441 h 10441"/>
                <a:gd name="connsiteX5" fmla="*/ 173 w 10380"/>
                <a:gd name="connsiteY5" fmla="*/ 441 h 10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80" h="10441">
                  <a:moveTo>
                    <a:pt x="173" y="441"/>
                  </a:moveTo>
                  <a:cubicBezTo>
                    <a:pt x="3506" y="-291"/>
                    <a:pt x="6918" y="14"/>
                    <a:pt x="10173" y="441"/>
                  </a:cubicBezTo>
                  <a:cubicBezTo>
                    <a:pt x="10640" y="3413"/>
                    <a:pt x="10173" y="5774"/>
                    <a:pt x="10173" y="8441"/>
                  </a:cubicBezTo>
                  <a:cubicBezTo>
                    <a:pt x="8506" y="9657"/>
                    <a:pt x="6840" y="9774"/>
                    <a:pt x="5173" y="10441"/>
                  </a:cubicBezTo>
                  <a:cubicBezTo>
                    <a:pt x="3506" y="9774"/>
                    <a:pt x="1918" y="9657"/>
                    <a:pt x="173" y="8441"/>
                  </a:cubicBezTo>
                  <a:cubicBezTo>
                    <a:pt x="173" y="5774"/>
                    <a:pt x="-217" y="3474"/>
                    <a:pt x="173" y="441"/>
                  </a:cubicBezTo>
                  <a:close/>
                </a:path>
              </a:pathLst>
            </a:custGeom>
            <a:solidFill>
              <a:srgbClr val="FF9999"/>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3493968" y="985839"/>
              <a:ext cx="871537" cy="769441"/>
            </a:xfrm>
            <a:prstGeom prst="rect">
              <a:avLst/>
            </a:prstGeom>
            <a:noFill/>
          </p:spPr>
          <p:txBody>
            <a:bodyPr wrap="square" rtlCol="0">
              <a:spAutoFit/>
            </a:bodyPr>
            <a:lstStyle/>
            <a:p>
              <a:r>
                <a:rPr lang="en-US" altLang="zh-CN" sz="4400" dirty="0">
                  <a:solidFill>
                    <a:schemeClr val="bg1"/>
                  </a:solidFill>
                  <a:latin typeface="幼圆" panose="02010509060101010101" pitchFamily="49" charset="-122"/>
                  <a:ea typeface="幼圆" panose="02010509060101010101" pitchFamily="49" charset="-122"/>
                </a:rPr>
                <a:t>01</a:t>
              </a:r>
              <a:endParaRPr lang="zh-CN" altLang="en-US" sz="4400" dirty="0">
                <a:solidFill>
                  <a:schemeClr val="bg1"/>
                </a:solidFill>
                <a:latin typeface="幼圆" panose="02010509060101010101" pitchFamily="49" charset="-122"/>
                <a:ea typeface="幼圆" panose="02010509060101010101" pitchFamily="49" charset="-122"/>
              </a:endParaRPr>
            </a:p>
          </p:txBody>
        </p:sp>
        <p:sp>
          <p:nvSpPr>
            <p:cNvPr id="8" name="矩形 7"/>
            <p:cNvSpPr/>
            <p:nvPr/>
          </p:nvSpPr>
          <p:spPr>
            <a:xfrm>
              <a:off x="3075609" y="1946875"/>
              <a:ext cx="1708254" cy="757130"/>
            </a:xfrm>
            <a:prstGeom prst="rect">
              <a:avLst/>
            </a:prstGeom>
          </p:spPr>
          <p:txBody>
            <a:bodyPr wrap="square">
              <a:spAutoFit/>
              <a:scene3d>
                <a:camera prst="orthographicFront"/>
                <a:lightRig rig="threePt" dir="t"/>
              </a:scene3d>
              <a:sp3d contourW="12700"/>
            </a:bodyPr>
            <a:lstStyle/>
            <a:p>
              <a:pPr>
                <a:lnSpc>
                  <a:spcPct val="120000"/>
                </a:lnSpc>
              </a:pPr>
              <a:r>
                <a:rPr lang="zh-CN" altLang="en-US" sz="1200" dirty="0">
                  <a:latin typeface="幼圆" panose="02010509060101010101" pitchFamily="49" charset="-122"/>
                  <a:ea typeface="幼圆" panose="02010509060101010101" pitchFamily="49" charset="-122"/>
                  <a:cs typeface="+mn-ea"/>
                  <a:sym typeface="+mn-lt"/>
                </a:rPr>
                <a:t>用户可以在投影仪或者计算机上进行演示也可以将演示文稿打印出来</a:t>
              </a:r>
            </a:p>
          </p:txBody>
        </p:sp>
      </p:grpSp>
      <p:grpSp>
        <p:nvGrpSpPr>
          <p:cNvPr id="10" name="组合 9"/>
          <p:cNvGrpSpPr/>
          <p:nvPr/>
        </p:nvGrpSpPr>
        <p:grpSpPr>
          <a:xfrm>
            <a:off x="7208988" y="1162399"/>
            <a:ext cx="1903380" cy="2446484"/>
            <a:chOff x="2978046" y="946004"/>
            <a:chExt cx="1903380" cy="2446484"/>
          </a:xfrm>
        </p:grpSpPr>
        <p:sp>
          <p:nvSpPr>
            <p:cNvPr id="11" name="流程图: 离页连接符 1"/>
            <p:cNvSpPr/>
            <p:nvPr/>
          </p:nvSpPr>
          <p:spPr>
            <a:xfrm>
              <a:off x="2978046" y="946004"/>
              <a:ext cx="1903380" cy="2446484"/>
            </a:xfrm>
            <a:custGeom>
              <a:avLst/>
              <a:gdLst>
                <a:gd name="connsiteX0" fmla="*/ 0 w 10000"/>
                <a:gd name="connsiteY0" fmla="*/ 0 h 10000"/>
                <a:gd name="connsiteX1" fmla="*/ 10000 w 10000"/>
                <a:gd name="connsiteY1" fmla="*/ 0 h 10000"/>
                <a:gd name="connsiteX2" fmla="*/ 10000 w 10000"/>
                <a:gd name="connsiteY2" fmla="*/ 8000 h 10000"/>
                <a:gd name="connsiteX3" fmla="*/ 5000 w 10000"/>
                <a:gd name="connsiteY3" fmla="*/ 10000 h 10000"/>
                <a:gd name="connsiteX4" fmla="*/ 0 w 10000"/>
                <a:gd name="connsiteY4" fmla="*/ 8000 h 10000"/>
                <a:gd name="connsiteX5" fmla="*/ 0 w 10000"/>
                <a:gd name="connsiteY5" fmla="*/ 0 h 10000"/>
                <a:gd name="connsiteX0" fmla="*/ 173 w 10173"/>
                <a:gd name="connsiteY0" fmla="*/ 0 h 10000"/>
                <a:gd name="connsiteX1" fmla="*/ 10173 w 10173"/>
                <a:gd name="connsiteY1" fmla="*/ 0 h 10000"/>
                <a:gd name="connsiteX2" fmla="*/ 10173 w 10173"/>
                <a:gd name="connsiteY2" fmla="*/ 8000 h 10000"/>
                <a:gd name="connsiteX3" fmla="*/ 5173 w 10173"/>
                <a:gd name="connsiteY3" fmla="*/ 10000 h 10000"/>
                <a:gd name="connsiteX4" fmla="*/ 173 w 10173"/>
                <a:gd name="connsiteY4" fmla="*/ 8000 h 10000"/>
                <a:gd name="connsiteX5" fmla="*/ 173 w 10173"/>
                <a:gd name="connsiteY5" fmla="*/ 0 h 10000"/>
                <a:gd name="connsiteX0" fmla="*/ 173 w 10173"/>
                <a:gd name="connsiteY0" fmla="*/ 325 h 10325"/>
                <a:gd name="connsiteX1" fmla="*/ 10173 w 10173"/>
                <a:gd name="connsiteY1" fmla="*/ 325 h 10325"/>
                <a:gd name="connsiteX2" fmla="*/ 10173 w 10173"/>
                <a:gd name="connsiteY2" fmla="*/ 8325 h 10325"/>
                <a:gd name="connsiteX3" fmla="*/ 5173 w 10173"/>
                <a:gd name="connsiteY3" fmla="*/ 10325 h 10325"/>
                <a:gd name="connsiteX4" fmla="*/ 173 w 10173"/>
                <a:gd name="connsiteY4" fmla="*/ 8325 h 10325"/>
                <a:gd name="connsiteX5" fmla="*/ 173 w 10173"/>
                <a:gd name="connsiteY5" fmla="*/ 325 h 10325"/>
                <a:gd name="connsiteX0" fmla="*/ 173 w 10380"/>
                <a:gd name="connsiteY0" fmla="*/ 325 h 10325"/>
                <a:gd name="connsiteX1" fmla="*/ 10173 w 10380"/>
                <a:gd name="connsiteY1" fmla="*/ 325 h 10325"/>
                <a:gd name="connsiteX2" fmla="*/ 10173 w 10380"/>
                <a:gd name="connsiteY2" fmla="*/ 8325 h 10325"/>
                <a:gd name="connsiteX3" fmla="*/ 5173 w 10380"/>
                <a:gd name="connsiteY3" fmla="*/ 10325 h 10325"/>
                <a:gd name="connsiteX4" fmla="*/ 173 w 10380"/>
                <a:gd name="connsiteY4" fmla="*/ 8325 h 10325"/>
                <a:gd name="connsiteX5" fmla="*/ 173 w 10380"/>
                <a:gd name="connsiteY5" fmla="*/ 325 h 10325"/>
                <a:gd name="connsiteX0" fmla="*/ 173 w 10380"/>
                <a:gd name="connsiteY0" fmla="*/ 441 h 10441"/>
                <a:gd name="connsiteX1" fmla="*/ 10173 w 10380"/>
                <a:gd name="connsiteY1" fmla="*/ 441 h 10441"/>
                <a:gd name="connsiteX2" fmla="*/ 10173 w 10380"/>
                <a:gd name="connsiteY2" fmla="*/ 8441 h 10441"/>
                <a:gd name="connsiteX3" fmla="*/ 5173 w 10380"/>
                <a:gd name="connsiteY3" fmla="*/ 10441 h 10441"/>
                <a:gd name="connsiteX4" fmla="*/ 173 w 10380"/>
                <a:gd name="connsiteY4" fmla="*/ 8441 h 10441"/>
                <a:gd name="connsiteX5" fmla="*/ 173 w 10380"/>
                <a:gd name="connsiteY5" fmla="*/ 441 h 10441"/>
                <a:gd name="connsiteX0" fmla="*/ 173 w 10380"/>
                <a:gd name="connsiteY0" fmla="*/ 441 h 10441"/>
                <a:gd name="connsiteX1" fmla="*/ 10173 w 10380"/>
                <a:gd name="connsiteY1" fmla="*/ 441 h 10441"/>
                <a:gd name="connsiteX2" fmla="*/ 10173 w 10380"/>
                <a:gd name="connsiteY2" fmla="*/ 8441 h 10441"/>
                <a:gd name="connsiteX3" fmla="*/ 5173 w 10380"/>
                <a:gd name="connsiteY3" fmla="*/ 10441 h 10441"/>
                <a:gd name="connsiteX4" fmla="*/ 173 w 10380"/>
                <a:gd name="connsiteY4" fmla="*/ 8441 h 10441"/>
                <a:gd name="connsiteX5" fmla="*/ 173 w 10380"/>
                <a:gd name="connsiteY5" fmla="*/ 441 h 10441"/>
                <a:gd name="connsiteX0" fmla="*/ 173 w 10380"/>
                <a:gd name="connsiteY0" fmla="*/ 441 h 10441"/>
                <a:gd name="connsiteX1" fmla="*/ 10173 w 10380"/>
                <a:gd name="connsiteY1" fmla="*/ 441 h 10441"/>
                <a:gd name="connsiteX2" fmla="*/ 10173 w 10380"/>
                <a:gd name="connsiteY2" fmla="*/ 8441 h 10441"/>
                <a:gd name="connsiteX3" fmla="*/ 5173 w 10380"/>
                <a:gd name="connsiteY3" fmla="*/ 10441 h 10441"/>
                <a:gd name="connsiteX4" fmla="*/ 173 w 10380"/>
                <a:gd name="connsiteY4" fmla="*/ 8441 h 10441"/>
                <a:gd name="connsiteX5" fmla="*/ 173 w 10380"/>
                <a:gd name="connsiteY5" fmla="*/ 441 h 10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80" h="10441">
                  <a:moveTo>
                    <a:pt x="173" y="441"/>
                  </a:moveTo>
                  <a:cubicBezTo>
                    <a:pt x="3506" y="-291"/>
                    <a:pt x="6918" y="14"/>
                    <a:pt x="10173" y="441"/>
                  </a:cubicBezTo>
                  <a:cubicBezTo>
                    <a:pt x="10640" y="3413"/>
                    <a:pt x="10173" y="5774"/>
                    <a:pt x="10173" y="8441"/>
                  </a:cubicBezTo>
                  <a:cubicBezTo>
                    <a:pt x="8506" y="9657"/>
                    <a:pt x="6840" y="9774"/>
                    <a:pt x="5173" y="10441"/>
                  </a:cubicBezTo>
                  <a:cubicBezTo>
                    <a:pt x="3506" y="9774"/>
                    <a:pt x="1918" y="9657"/>
                    <a:pt x="173" y="8441"/>
                  </a:cubicBezTo>
                  <a:cubicBezTo>
                    <a:pt x="173" y="5774"/>
                    <a:pt x="-217" y="3474"/>
                    <a:pt x="173" y="441"/>
                  </a:cubicBezTo>
                  <a:close/>
                </a:path>
              </a:pathLst>
            </a:custGeom>
            <a:solidFill>
              <a:srgbClr val="FF9999"/>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3493968" y="985839"/>
              <a:ext cx="871537" cy="769441"/>
            </a:xfrm>
            <a:prstGeom prst="rect">
              <a:avLst/>
            </a:prstGeom>
            <a:noFill/>
          </p:spPr>
          <p:txBody>
            <a:bodyPr wrap="square" rtlCol="0">
              <a:spAutoFit/>
            </a:bodyPr>
            <a:lstStyle/>
            <a:p>
              <a:r>
                <a:rPr lang="en-US" altLang="zh-CN" sz="4400" dirty="0">
                  <a:solidFill>
                    <a:schemeClr val="bg1"/>
                  </a:solidFill>
                  <a:latin typeface="幼圆" panose="02010509060101010101" pitchFamily="49" charset="-122"/>
                  <a:ea typeface="幼圆" panose="02010509060101010101" pitchFamily="49" charset="-122"/>
                </a:rPr>
                <a:t>02</a:t>
              </a:r>
              <a:endParaRPr lang="zh-CN" altLang="en-US" sz="4400" dirty="0">
                <a:solidFill>
                  <a:schemeClr val="bg1"/>
                </a:solidFill>
                <a:latin typeface="幼圆" panose="02010509060101010101" pitchFamily="49" charset="-122"/>
                <a:ea typeface="幼圆" panose="02010509060101010101" pitchFamily="49" charset="-122"/>
              </a:endParaRPr>
            </a:p>
          </p:txBody>
        </p:sp>
        <p:sp>
          <p:nvSpPr>
            <p:cNvPr id="13" name="矩形 12"/>
            <p:cNvSpPr/>
            <p:nvPr/>
          </p:nvSpPr>
          <p:spPr>
            <a:xfrm>
              <a:off x="3075609" y="1946875"/>
              <a:ext cx="1708254" cy="757130"/>
            </a:xfrm>
            <a:prstGeom prst="rect">
              <a:avLst/>
            </a:prstGeom>
          </p:spPr>
          <p:txBody>
            <a:bodyPr wrap="square">
              <a:spAutoFit/>
              <a:scene3d>
                <a:camera prst="orthographicFront"/>
                <a:lightRig rig="threePt" dir="t"/>
              </a:scene3d>
              <a:sp3d contourW="12700"/>
            </a:bodyPr>
            <a:lstStyle/>
            <a:p>
              <a:pPr>
                <a:lnSpc>
                  <a:spcPct val="120000"/>
                </a:lnSpc>
              </a:pPr>
              <a:r>
                <a:rPr lang="zh-CN" altLang="en-US" sz="1200" dirty="0">
                  <a:latin typeface="幼圆" panose="02010509060101010101" pitchFamily="49" charset="-122"/>
                  <a:ea typeface="幼圆" panose="02010509060101010101" pitchFamily="49" charset="-122"/>
                  <a:cs typeface="+mn-ea"/>
                  <a:sym typeface="+mn-lt"/>
                </a:rPr>
                <a:t>用户可以在投影仪或者计算机上进行演示也可以将演示文稿打印出来</a:t>
              </a:r>
            </a:p>
          </p:txBody>
        </p:sp>
      </p:grpSp>
      <p:grpSp>
        <p:nvGrpSpPr>
          <p:cNvPr id="14" name="组合 13"/>
          <p:cNvGrpSpPr/>
          <p:nvPr/>
        </p:nvGrpSpPr>
        <p:grpSpPr>
          <a:xfrm>
            <a:off x="5252809" y="3428999"/>
            <a:ext cx="1903380" cy="2446484"/>
            <a:chOff x="2978046" y="946004"/>
            <a:chExt cx="1903380" cy="2446484"/>
          </a:xfrm>
        </p:grpSpPr>
        <p:sp>
          <p:nvSpPr>
            <p:cNvPr id="15" name="流程图: 离页连接符 1"/>
            <p:cNvSpPr/>
            <p:nvPr/>
          </p:nvSpPr>
          <p:spPr>
            <a:xfrm>
              <a:off x="2978046" y="946004"/>
              <a:ext cx="1903380" cy="2446484"/>
            </a:xfrm>
            <a:custGeom>
              <a:avLst/>
              <a:gdLst>
                <a:gd name="connsiteX0" fmla="*/ 0 w 10000"/>
                <a:gd name="connsiteY0" fmla="*/ 0 h 10000"/>
                <a:gd name="connsiteX1" fmla="*/ 10000 w 10000"/>
                <a:gd name="connsiteY1" fmla="*/ 0 h 10000"/>
                <a:gd name="connsiteX2" fmla="*/ 10000 w 10000"/>
                <a:gd name="connsiteY2" fmla="*/ 8000 h 10000"/>
                <a:gd name="connsiteX3" fmla="*/ 5000 w 10000"/>
                <a:gd name="connsiteY3" fmla="*/ 10000 h 10000"/>
                <a:gd name="connsiteX4" fmla="*/ 0 w 10000"/>
                <a:gd name="connsiteY4" fmla="*/ 8000 h 10000"/>
                <a:gd name="connsiteX5" fmla="*/ 0 w 10000"/>
                <a:gd name="connsiteY5" fmla="*/ 0 h 10000"/>
                <a:gd name="connsiteX0" fmla="*/ 173 w 10173"/>
                <a:gd name="connsiteY0" fmla="*/ 0 h 10000"/>
                <a:gd name="connsiteX1" fmla="*/ 10173 w 10173"/>
                <a:gd name="connsiteY1" fmla="*/ 0 h 10000"/>
                <a:gd name="connsiteX2" fmla="*/ 10173 w 10173"/>
                <a:gd name="connsiteY2" fmla="*/ 8000 h 10000"/>
                <a:gd name="connsiteX3" fmla="*/ 5173 w 10173"/>
                <a:gd name="connsiteY3" fmla="*/ 10000 h 10000"/>
                <a:gd name="connsiteX4" fmla="*/ 173 w 10173"/>
                <a:gd name="connsiteY4" fmla="*/ 8000 h 10000"/>
                <a:gd name="connsiteX5" fmla="*/ 173 w 10173"/>
                <a:gd name="connsiteY5" fmla="*/ 0 h 10000"/>
                <a:gd name="connsiteX0" fmla="*/ 173 w 10173"/>
                <a:gd name="connsiteY0" fmla="*/ 325 h 10325"/>
                <a:gd name="connsiteX1" fmla="*/ 10173 w 10173"/>
                <a:gd name="connsiteY1" fmla="*/ 325 h 10325"/>
                <a:gd name="connsiteX2" fmla="*/ 10173 w 10173"/>
                <a:gd name="connsiteY2" fmla="*/ 8325 h 10325"/>
                <a:gd name="connsiteX3" fmla="*/ 5173 w 10173"/>
                <a:gd name="connsiteY3" fmla="*/ 10325 h 10325"/>
                <a:gd name="connsiteX4" fmla="*/ 173 w 10173"/>
                <a:gd name="connsiteY4" fmla="*/ 8325 h 10325"/>
                <a:gd name="connsiteX5" fmla="*/ 173 w 10173"/>
                <a:gd name="connsiteY5" fmla="*/ 325 h 10325"/>
                <a:gd name="connsiteX0" fmla="*/ 173 w 10380"/>
                <a:gd name="connsiteY0" fmla="*/ 325 h 10325"/>
                <a:gd name="connsiteX1" fmla="*/ 10173 w 10380"/>
                <a:gd name="connsiteY1" fmla="*/ 325 h 10325"/>
                <a:gd name="connsiteX2" fmla="*/ 10173 w 10380"/>
                <a:gd name="connsiteY2" fmla="*/ 8325 h 10325"/>
                <a:gd name="connsiteX3" fmla="*/ 5173 w 10380"/>
                <a:gd name="connsiteY3" fmla="*/ 10325 h 10325"/>
                <a:gd name="connsiteX4" fmla="*/ 173 w 10380"/>
                <a:gd name="connsiteY4" fmla="*/ 8325 h 10325"/>
                <a:gd name="connsiteX5" fmla="*/ 173 w 10380"/>
                <a:gd name="connsiteY5" fmla="*/ 325 h 10325"/>
                <a:gd name="connsiteX0" fmla="*/ 173 w 10380"/>
                <a:gd name="connsiteY0" fmla="*/ 441 h 10441"/>
                <a:gd name="connsiteX1" fmla="*/ 10173 w 10380"/>
                <a:gd name="connsiteY1" fmla="*/ 441 h 10441"/>
                <a:gd name="connsiteX2" fmla="*/ 10173 w 10380"/>
                <a:gd name="connsiteY2" fmla="*/ 8441 h 10441"/>
                <a:gd name="connsiteX3" fmla="*/ 5173 w 10380"/>
                <a:gd name="connsiteY3" fmla="*/ 10441 h 10441"/>
                <a:gd name="connsiteX4" fmla="*/ 173 w 10380"/>
                <a:gd name="connsiteY4" fmla="*/ 8441 h 10441"/>
                <a:gd name="connsiteX5" fmla="*/ 173 w 10380"/>
                <a:gd name="connsiteY5" fmla="*/ 441 h 10441"/>
                <a:gd name="connsiteX0" fmla="*/ 173 w 10380"/>
                <a:gd name="connsiteY0" fmla="*/ 441 h 10441"/>
                <a:gd name="connsiteX1" fmla="*/ 10173 w 10380"/>
                <a:gd name="connsiteY1" fmla="*/ 441 h 10441"/>
                <a:gd name="connsiteX2" fmla="*/ 10173 w 10380"/>
                <a:gd name="connsiteY2" fmla="*/ 8441 h 10441"/>
                <a:gd name="connsiteX3" fmla="*/ 5173 w 10380"/>
                <a:gd name="connsiteY3" fmla="*/ 10441 h 10441"/>
                <a:gd name="connsiteX4" fmla="*/ 173 w 10380"/>
                <a:gd name="connsiteY4" fmla="*/ 8441 h 10441"/>
                <a:gd name="connsiteX5" fmla="*/ 173 w 10380"/>
                <a:gd name="connsiteY5" fmla="*/ 441 h 10441"/>
                <a:gd name="connsiteX0" fmla="*/ 173 w 10380"/>
                <a:gd name="connsiteY0" fmla="*/ 441 h 10441"/>
                <a:gd name="connsiteX1" fmla="*/ 10173 w 10380"/>
                <a:gd name="connsiteY1" fmla="*/ 441 h 10441"/>
                <a:gd name="connsiteX2" fmla="*/ 10173 w 10380"/>
                <a:gd name="connsiteY2" fmla="*/ 8441 h 10441"/>
                <a:gd name="connsiteX3" fmla="*/ 5173 w 10380"/>
                <a:gd name="connsiteY3" fmla="*/ 10441 h 10441"/>
                <a:gd name="connsiteX4" fmla="*/ 173 w 10380"/>
                <a:gd name="connsiteY4" fmla="*/ 8441 h 10441"/>
                <a:gd name="connsiteX5" fmla="*/ 173 w 10380"/>
                <a:gd name="connsiteY5" fmla="*/ 441 h 10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80" h="10441">
                  <a:moveTo>
                    <a:pt x="173" y="441"/>
                  </a:moveTo>
                  <a:cubicBezTo>
                    <a:pt x="3506" y="-291"/>
                    <a:pt x="6918" y="14"/>
                    <a:pt x="10173" y="441"/>
                  </a:cubicBezTo>
                  <a:cubicBezTo>
                    <a:pt x="10640" y="3413"/>
                    <a:pt x="10173" y="5774"/>
                    <a:pt x="10173" y="8441"/>
                  </a:cubicBezTo>
                  <a:cubicBezTo>
                    <a:pt x="8506" y="9657"/>
                    <a:pt x="6840" y="9774"/>
                    <a:pt x="5173" y="10441"/>
                  </a:cubicBezTo>
                  <a:cubicBezTo>
                    <a:pt x="3506" y="9774"/>
                    <a:pt x="1918" y="9657"/>
                    <a:pt x="173" y="8441"/>
                  </a:cubicBezTo>
                  <a:cubicBezTo>
                    <a:pt x="173" y="5774"/>
                    <a:pt x="-217" y="3474"/>
                    <a:pt x="173" y="441"/>
                  </a:cubicBezTo>
                  <a:close/>
                </a:path>
              </a:pathLst>
            </a:custGeom>
            <a:solidFill>
              <a:srgbClr val="FF9999"/>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3493968" y="985839"/>
              <a:ext cx="871537" cy="769441"/>
            </a:xfrm>
            <a:prstGeom prst="rect">
              <a:avLst/>
            </a:prstGeom>
            <a:noFill/>
          </p:spPr>
          <p:txBody>
            <a:bodyPr wrap="square" rtlCol="0">
              <a:spAutoFit/>
            </a:bodyPr>
            <a:lstStyle/>
            <a:p>
              <a:r>
                <a:rPr lang="en-US" altLang="zh-CN" sz="4400" dirty="0">
                  <a:solidFill>
                    <a:schemeClr val="bg1"/>
                  </a:solidFill>
                  <a:latin typeface="幼圆" panose="02010509060101010101" pitchFamily="49" charset="-122"/>
                  <a:ea typeface="幼圆" panose="02010509060101010101" pitchFamily="49" charset="-122"/>
                </a:rPr>
                <a:t>03</a:t>
              </a:r>
              <a:endParaRPr lang="zh-CN" altLang="en-US" sz="4400" dirty="0">
                <a:solidFill>
                  <a:schemeClr val="bg1"/>
                </a:solidFill>
                <a:latin typeface="幼圆" panose="02010509060101010101" pitchFamily="49" charset="-122"/>
                <a:ea typeface="幼圆" panose="02010509060101010101" pitchFamily="49" charset="-122"/>
              </a:endParaRPr>
            </a:p>
          </p:txBody>
        </p:sp>
        <p:sp>
          <p:nvSpPr>
            <p:cNvPr id="17" name="矩形 16"/>
            <p:cNvSpPr/>
            <p:nvPr/>
          </p:nvSpPr>
          <p:spPr>
            <a:xfrm>
              <a:off x="3075609" y="1946875"/>
              <a:ext cx="1708254" cy="757130"/>
            </a:xfrm>
            <a:prstGeom prst="rect">
              <a:avLst/>
            </a:prstGeom>
          </p:spPr>
          <p:txBody>
            <a:bodyPr wrap="square">
              <a:spAutoFit/>
              <a:scene3d>
                <a:camera prst="orthographicFront"/>
                <a:lightRig rig="threePt" dir="t"/>
              </a:scene3d>
              <a:sp3d contourW="12700"/>
            </a:bodyPr>
            <a:lstStyle/>
            <a:p>
              <a:pPr>
                <a:lnSpc>
                  <a:spcPct val="120000"/>
                </a:lnSpc>
              </a:pPr>
              <a:r>
                <a:rPr lang="zh-CN" altLang="en-US" sz="1200" dirty="0">
                  <a:latin typeface="幼圆" panose="02010509060101010101" pitchFamily="49" charset="-122"/>
                  <a:ea typeface="幼圆" panose="02010509060101010101" pitchFamily="49" charset="-122"/>
                  <a:cs typeface="+mn-ea"/>
                  <a:sym typeface="+mn-lt"/>
                </a:rPr>
                <a:t>用户可以在投影仪或者计算机上进行演示也可以将演示文稿打印出来</a:t>
              </a:r>
            </a:p>
          </p:txBody>
        </p:sp>
      </p:grpSp>
      <p:grpSp>
        <p:nvGrpSpPr>
          <p:cNvPr id="18" name="组合 17"/>
          <p:cNvGrpSpPr/>
          <p:nvPr/>
        </p:nvGrpSpPr>
        <p:grpSpPr>
          <a:xfrm>
            <a:off x="9678966" y="3308937"/>
            <a:ext cx="1903380" cy="2446484"/>
            <a:chOff x="2978046" y="946004"/>
            <a:chExt cx="1903380" cy="2446484"/>
          </a:xfrm>
        </p:grpSpPr>
        <p:sp>
          <p:nvSpPr>
            <p:cNvPr id="19" name="流程图: 离页连接符 1"/>
            <p:cNvSpPr/>
            <p:nvPr/>
          </p:nvSpPr>
          <p:spPr>
            <a:xfrm>
              <a:off x="2978046" y="946004"/>
              <a:ext cx="1903380" cy="2446484"/>
            </a:xfrm>
            <a:custGeom>
              <a:avLst/>
              <a:gdLst>
                <a:gd name="connsiteX0" fmla="*/ 0 w 10000"/>
                <a:gd name="connsiteY0" fmla="*/ 0 h 10000"/>
                <a:gd name="connsiteX1" fmla="*/ 10000 w 10000"/>
                <a:gd name="connsiteY1" fmla="*/ 0 h 10000"/>
                <a:gd name="connsiteX2" fmla="*/ 10000 w 10000"/>
                <a:gd name="connsiteY2" fmla="*/ 8000 h 10000"/>
                <a:gd name="connsiteX3" fmla="*/ 5000 w 10000"/>
                <a:gd name="connsiteY3" fmla="*/ 10000 h 10000"/>
                <a:gd name="connsiteX4" fmla="*/ 0 w 10000"/>
                <a:gd name="connsiteY4" fmla="*/ 8000 h 10000"/>
                <a:gd name="connsiteX5" fmla="*/ 0 w 10000"/>
                <a:gd name="connsiteY5" fmla="*/ 0 h 10000"/>
                <a:gd name="connsiteX0" fmla="*/ 173 w 10173"/>
                <a:gd name="connsiteY0" fmla="*/ 0 h 10000"/>
                <a:gd name="connsiteX1" fmla="*/ 10173 w 10173"/>
                <a:gd name="connsiteY1" fmla="*/ 0 h 10000"/>
                <a:gd name="connsiteX2" fmla="*/ 10173 w 10173"/>
                <a:gd name="connsiteY2" fmla="*/ 8000 h 10000"/>
                <a:gd name="connsiteX3" fmla="*/ 5173 w 10173"/>
                <a:gd name="connsiteY3" fmla="*/ 10000 h 10000"/>
                <a:gd name="connsiteX4" fmla="*/ 173 w 10173"/>
                <a:gd name="connsiteY4" fmla="*/ 8000 h 10000"/>
                <a:gd name="connsiteX5" fmla="*/ 173 w 10173"/>
                <a:gd name="connsiteY5" fmla="*/ 0 h 10000"/>
                <a:gd name="connsiteX0" fmla="*/ 173 w 10173"/>
                <a:gd name="connsiteY0" fmla="*/ 325 h 10325"/>
                <a:gd name="connsiteX1" fmla="*/ 10173 w 10173"/>
                <a:gd name="connsiteY1" fmla="*/ 325 h 10325"/>
                <a:gd name="connsiteX2" fmla="*/ 10173 w 10173"/>
                <a:gd name="connsiteY2" fmla="*/ 8325 h 10325"/>
                <a:gd name="connsiteX3" fmla="*/ 5173 w 10173"/>
                <a:gd name="connsiteY3" fmla="*/ 10325 h 10325"/>
                <a:gd name="connsiteX4" fmla="*/ 173 w 10173"/>
                <a:gd name="connsiteY4" fmla="*/ 8325 h 10325"/>
                <a:gd name="connsiteX5" fmla="*/ 173 w 10173"/>
                <a:gd name="connsiteY5" fmla="*/ 325 h 10325"/>
                <a:gd name="connsiteX0" fmla="*/ 173 w 10380"/>
                <a:gd name="connsiteY0" fmla="*/ 325 h 10325"/>
                <a:gd name="connsiteX1" fmla="*/ 10173 w 10380"/>
                <a:gd name="connsiteY1" fmla="*/ 325 h 10325"/>
                <a:gd name="connsiteX2" fmla="*/ 10173 w 10380"/>
                <a:gd name="connsiteY2" fmla="*/ 8325 h 10325"/>
                <a:gd name="connsiteX3" fmla="*/ 5173 w 10380"/>
                <a:gd name="connsiteY3" fmla="*/ 10325 h 10325"/>
                <a:gd name="connsiteX4" fmla="*/ 173 w 10380"/>
                <a:gd name="connsiteY4" fmla="*/ 8325 h 10325"/>
                <a:gd name="connsiteX5" fmla="*/ 173 w 10380"/>
                <a:gd name="connsiteY5" fmla="*/ 325 h 10325"/>
                <a:gd name="connsiteX0" fmla="*/ 173 w 10380"/>
                <a:gd name="connsiteY0" fmla="*/ 441 h 10441"/>
                <a:gd name="connsiteX1" fmla="*/ 10173 w 10380"/>
                <a:gd name="connsiteY1" fmla="*/ 441 h 10441"/>
                <a:gd name="connsiteX2" fmla="*/ 10173 w 10380"/>
                <a:gd name="connsiteY2" fmla="*/ 8441 h 10441"/>
                <a:gd name="connsiteX3" fmla="*/ 5173 w 10380"/>
                <a:gd name="connsiteY3" fmla="*/ 10441 h 10441"/>
                <a:gd name="connsiteX4" fmla="*/ 173 w 10380"/>
                <a:gd name="connsiteY4" fmla="*/ 8441 h 10441"/>
                <a:gd name="connsiteX5" fmla="*/ 173 w 10380"/>
                <a:gd name="connsiteY5" fmla="*/ 441 h 10441"/>
                <a:gd name="connsiteX0" fmla="*/ 173 w 10380"/>
                <a:gd name="connsiteY0" fmla="*/ 441 h 10441"/>
                <a:gd name="connsiteX1" fmla="*/ 10173 w 10380"/>
                <a:gd name="connsiteY1" fmla="*/ 441 h 10441"/>
                <a:gd name="connsiteX2" fmla="*/ 10173 w 10380"/>
                <a:gd name="connsiteY2" fmla="*/ 8441 h 10441"/>
                <a:gd name="connsiteX3" fmla="*/ 5173 w 10380"/>
                <a:gd name="connsiteY3" fmla="*/ 10441 h 10441"/>
                <a:gd name="connsiteX4" fmla="*/ 173 w 10380"/>
                <a:gd name="connsiteY4" fmla="*/ 8441 h 10441"/>
                <a:gd name="connsiteX5" fmla="*/ 173 w 10380"/>
                <a:gd name="connsiteY5" fmla="*/ 441 h 10441"/>
                <a:gd name="connsiteX0" fmla="*/ 173 w 10380"/>
                <a:gd name="connsiteY0" fmla="*/ 441 h 10441"/>
                <a:gd name="connsiteX1" fmla="*/ 10173 w 10380"/>
                <a:gd name="connsiteY1" fmla="*/ 441 h 10441"/>
                <a:gd name="connsiteX2" fmla="*/ 10173 w 10380"/>
                <a:gd name="connsiteY2" fmla="*/ 8441 h 10441"/>
                <a:gd name="connsiteX3" fmla="*/ 5173 w 10380"/>
                <a:gd name="connsiteY3" fmla="*/ 10441 h 10441"/>
                <a:gd name="connsiteX4" fmla="*/ 173 w 10380"/>
                <a:gd name="connsiteY4" fmla="*/ 8441 h 10441"/>
                <a:gd name="connsiteX5" fmla="*/ 173 w 10380"/>
                <a:gd name="connsiteY5" fmla="*/ 441 h 10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380" h="10441">
                  <a:moveTo>
                    <a:pt x="173" y="441"/>
                  </a:moveTo>
                  <a:cubicBezTo>
                    <a:pt x="3506" y="-291"/>
                    <a:pt x="6918" y="14"/>
                    <a:pt x="10173" y="441"/>
                  </a:cubicBezTo>
                  <a:cubicBezTo>
                    <a:pt x="10640" y="3413"/>
                    <a:pt x="10173" y="5774"/>
                    <a:pt x="10173" y="8441"/>
                  </a:cubicBezTo>
                  <a:cubicBezTo>
                    <a:pt x="8506" y="9657"/>
                    <a:pt x="6840" y="9774"/>
                    <a:pt x="5173" y="10441"/>
                  </a:cubicBezTo>
                  <a:cubicBezTo>
                    <a:pt x="3506" y="9774"/>
                    <a:pt x="1918" y="9657"/>
                    <a:pt x="173" y="8441"/>
                  </a:cubicBezTo>
                  <a:cubicBezTo>
                    <a:pt x="173" y="5774"/>
                    <a:pt x="-217" y="3474"/>
                    <a:pt x="173" y="441"/>
                  </a:cubicBezTo>
                  <a:close/>
                </a:path>
              </a:pathLst>
            </a:custGeom>
            <a:solidFill>
              <a:srgbClr val="FF9999"/>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3493968" y="985839"/>
              <a:ext cx="871537" cy="769441"/>
            </a:xfrm>
            <a:prstGeom prst="rect">
              <a:avLst/>
            </a:prstGeom>
            <a:noFill/>
          </p:spPr>
          <p:txBody>
            <a:bodyPr wrap="square" rtlCol="0">
              <a:spAutoFit/>
            </a:bodyPr>
            <a:lstStyle/>
            <a:p>
              <a:r>
                <a:rPr lang="en-US" altLang="zh-CN" sz="4400" dirty="0">
                  <a:solidFill>
                    <a:schemeClr val="bg1"/>
                  </a:solidFill>
                  <a:latin typeface="幼圆" panose="02010509060101010101" pitchFamily="49" charset="-122"/>
                  <a:ea typeface="幼圆" panose="02010509060101010101" pitchFamily="49" charset="-122"/>
                </a:rPr>
                <a:t>04</a:t>
              </a:r>
              <a:endParaRPr lang="zh-CN" altLang="en-US" sz="4400" dirty="0">
                <a:solidFill>
                  <a:schemeClr val="bg1"/>
                </a:solidFill>
                <a:latin typeface="幼圆" panose="02010509060101010101" pitchFamily="49" charset="-122"/>
                <a:ea typeface="幼圆" panose="02010509060101010101" pitchFamily="49" charset="-122"/>
              </a:endParaRPr>
            </a:p>
          </p:txBody>
        </p:sp>
        <p:sp>
          <p:nvSpPr>
            <p:cNvPr id="21" name="矩形 20"/>
            <p:cNvSpPr/>
            <p:nvPr/>
          </p:nvSpPr>
          <p:spPr>
            <a:xfrm>
              <a:off x="3075609" y="1946875"/>
              <a:ext cx="1708254" cy="757130"/>
            </a:xfrm>
            <a:prstGeom prst="rect">
              <a:avLst/>
            </a:prstGeom>
          </p:spPr>
          <p:txBody>
            <a:bodyPr wrap="square">
              <a:spAutoFit/>
              <a:scene3d>
                <a:camera prst="orthographicFront"/>
                <a:lightRig rig="threePt" dir="t"/>
              </a:scene3d>
              <a:sp3d contourW="12700"/>
            </a:bodyPr>
            <a:lstStyle/>
            <a:p>
              <a:pPr>
                <a:lnSpc>
                  <a:spcPct val="120000"/>
                </a:lnSpc>
              </a:pPr>
              <a:r>
                <a:rPr lang="zh-CN" altLang="en-US" sz="1200" dirty="0">
                  <a:latin typeface="幼圆" panose="02010509060101010101" pitchFamily="49" charset="-122"/>
                  <a:ea typeface="幼圆" panose="02010509060101010101" pitchFamily="49" charset="-122"/>
                  <a:cs typeface="+mn-ea"/>
                  <a:sym typeface="+mn-lt"/>
                </a:rPr>
                <a:t>用户可以在投影仪或者计算机上进行演示也可以将演示文稿打印出来</a:t>
              </a:r>
            </a:p>
          </p:txBody>
        </p:sp>
      </p:grpSp>
      <p:pic>
        <p:nvPicPr>
          <p:cNvPr id="22" name="图片 21"/>
          <p:cNvPicPr>
            <a:picLocks noChangeAspect="1"/>
          </p:cNvPicPr>
          <p:nvPr/>
        </p:nvPicPr>
        <p:blipFill rotWithShape="1">
          <a:blip r:embed="rId6" cstate="print">
            <a:extLst>
              <a:ext uri="{BEBA8EAE-BF5A-486C-A8C5-ECC9F3942E4B}">
                <a14:imgProps xmlns:a14="http://schemas.microsoft.com/office/drawing/2010/main">
                  <a14:imgLayer r:embed="rId7">
                    <a14:imgEffect>
                      <a14:backgroundRemoval t="12545" b="23758" l="86455" r="100000"/>
                    </a14:imgEffect>
                  </a14:imgLayer>
                </a14:imgProps>
              </a:ext>
              <a:ext uri="{28A0092B-C50C-407E-A947-70E740481C1C}">
                <a14:useLocalDpi xmlns:a14="http://schemas.microsoft.com/office/drawing/2010/main" val="0"/>
              </a:ext>
            </a:extLst>
          </a:blip>
          <a:srcRect l="86984" t="14128" r="-424" b="76808"/>
          <a:stretch/>
        </p:blipFill>
        <p:spPr>
          <a:xfrm rot="1857232">
            <a:off x="10458077" y="114753"/>
            <a:ext cx="1683052" cy="1702974"/>
          </a:xfrm>
          <a:prstGeom prst="rect">
            <a:avLst/>
          </a:prstGeom>
          <a:effectLst>
            <a:outerShdw blurRad="50800" dist="38100" dir="2700000" algn="tl" rotWithShape="0">
              <a:prstClr val="black">
                <a:alpha val="40000"/>
              </a:prstClr>
            </a:outerShdw>
          </a:effectLst>
        </p:spPr>
      </p:pic>
      <p:pic>
        <p:nvPicPr>
          <p:cNvPr id="23" name="图片 22"/>
          <p:cNvPicPr>
            <a:picLocks noChangeAspect="1"/>
          </p:cNvPicPr>
          <p:nvPr/>
        </p:nvPicPr>
        <p:blipFill rotWithShape="1">
          <a:blip r:embed="rId8" cstate="print">
            <a:extLst>
              <a:ext uri="{BEBA8EAE-BF5A-486C-A8C5-ECC9F3942E4B}">
                <a14:imgProps xmlns:a14="http://schemas.microsoft.com/office/drawing/2010/main">
                  <a14:imgLayer r:embed="rId7">
                    <a14:imgEffect>
                      <a14:backgroundRemoval t="1091" b="10242" l="51091" r="61818"/>
                    </a14:imgEffect>
                  </a14:imgLayer>
                </a14:imgProps>
              </a:ext>
              <a:ext uri="{28A0092B-C50C-407E-A947-70E740481C1C}">
                <a14:useLocalDpi xmlns:a14="http://schemas.microsoft.com/office/drawing/2010/main" val="0"/>
              </a:ext>
            </a:extLst>
          </a:blip>
          <a:srcRect l="51042" r="35939" b="90899"/>
          <a:stretch/>
        </p:blipFill>
        <p:spPr>
          <a:xfrm>
            <a:off x="8901070" y="-105484"/>
            <a:ext cx="1170874" cy="1228048"/>
          </a:xfrm>
          <a:prstGeom prst="rect">
            <a:avLst/>
          </a:prstGeom>
        </p:spPr>
      </p:pic>
      <p:pic>
        <p:nvPicPr>
          <p:cNvPr id="24" name="图片 23"/>
          <p:cNvPicPr>
            <a:picLocks noChangeAspect="1"/>
          </p:cNvPicPr>
          <p:nvPr/>
        </p:nvPicPr>
        <p:blipFill rotWithShape="1">
          <a:blip r:embed="rId9" cstate="print">
            <a:extLst>
              <a:ext uri="{BEBA8EAE-BF5A-486C-A8C5-ECC9F3942E4B}">
                <a14:imgProps xmlns:a14="http://schemas.microsoft.com/office/drawing/2010/main">
                  <a14:imgLayer r:embed="rId7">
                    <a14:imgEffect>
                      <a14:backgroundRemoval t="15939" b="25879" l="0" r="14000"/>
                    </a14:imgEffect>
                  </a14:imgLayer>
                </a14:imgProps>
              </a:ext>
              <a:ext uri="{28A0092B-C50C-407E-A947-70E740481C1C}">
                <a14:useLocalDpi xmlns:a14="http://schemas.microsoft.com/office/drawing/2010/main" val="0"/>
              </a:ext>
            </a:extLst>
          </a:blip>
          <a:srcRect t="15333" r="83114" b="73542"/>
          <a:stretch/>
        </p:blipFill>
        <p:spPr>
          <a:xfrm rot="19644289">
            <a:off x="11370921" y="1858210"/>
            <a:ext cx="1331319" cy="1315821"/>
          </a:xfrm>
          <a:prstGeom prst="rect">
            <a:avLst/>
          </a:prstGeom>
        </p:spPr>
      </p:pic>
      <p:grpSp>
        <p:nvGrpSpPr>
          <p:cNvPr id="29" name="组合 28"/>
          <p:cNvGrpSpPr/>
          <p:nvPr/>
        </p:nvGrpSpPr>
        <p:grpSpPr>
          <a:xfrm>
            <a:off x="183289" y="662587"/>
            <a:ext cx="2278560" cy="461665"/>
            <a:chOff x="240439" y="693586"/>
            <a:chExt cx="2278560" cy="461665"/>
          </a:xfrm>
        </p:grpSpPr>
        <p:sp>
          <p:nvSpPr>
            <p:cNvPr id="27" name="文本框 26"/>
            <p:cNvSpPr txBox="1"/>
            <p:nvPr/>
          </p:nvSpPr>
          <p:spPr>
            <a:xfrm>
              <a:off x="642573" y="693586"/>
              <a:ext cx="1876426" cy="461665"/>
            </a:xfrm>
            <a:prstGeom prst="rect">
              <a:avLst/>
            </a:prstGeom>
            <a:noFill/>
          </p:spPr>
          <p:txBody>
            <a:bodyPr wrap="square" rtlCol="0">
              <a:spAutoFit/>
            </a:bodyPr>
            <a:lstStyle/>
            <a:p>
              <a:r>
                <a:rPr lang="zh-CN" altLang="en-US" sz="2400" dirty="0">
                  <a:latin typeface="幼圆" panose="02010509060101010101" pitchFamily="49" charset="-122"/>
                  <a:ea typeface="幼圆" panose="02010509060101010101" pitchFamily="49" charset="-122"/>
                </a:rPr>
                <a:t>输入标题</a:t>
              </a:r>
            </a:p>
          </p:txBody>
        </p:sp>
        <p:sp>
          <p:nvSpPr>
            <p:cNvPr id="28" name="燕尾形 27"/>
            <p:cNvSpPr/>
            <p:nvPr/>
          </p:nvSpPr>
          <p:spPr>
            <a:xfrm>
              <a:off x="240439" y="723352"/>
              <a:ext cx="402134" cy="402134"/>
            </a:xfrm>
            <a:prstGeom prst="chevron">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extLst>
      <p:ext uri="{BB962C8B-B14F-4D97-AF65-F5344CB8AC3E}">
        <p14:creationId xmlns:p14="http://schemas.microsoft.com/office/powerpoint/2010/main" val="2109840364"/>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7" presetClass="entr" presetSubtype="0" fill="hold"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1000"/>
                                        <p:tgtEl>
                                          <p:spTgt spid="10"/>
                                        </p:tgtEl>
                                      </p:cBhvr>
                                    </p:animEffect>
                                    <p:anim calcmode="lin" valueType="num">
                                      <p:cBhvr>
                                        <p:cTn id="14" dur="1000" fill="hold"/>
                                        <p:tgtEl>
                                          <p:spTgt spid="10"/>
                                        </p:tgtEl>
                                        <p:attrNameLst>
                                          <p:attrName>ppt_x</p:attrName>
                                        </p:attrNameLst>
                                      </p:cBhvr>
                                      <p:tavLst>
                                        <p:tav tm="0">
                                          <p:val>
                                            <p:strVal val="#ppt_x"/>
                                          </p:val>
                                        </p:tav>
                                        <p:tav tm="100000">
                                          <p:val>
                                            <p:strVal val="#ppt_x"/>
                                          </p:val>
                                        </p:tav>
                                      </p:tavLst>
                                    </p:anim>
                                    <p:anim calcmode="lin" valueType="num">
                                      <p:cBhvr>
                                        <p:cTn id="15" dur="1000" fill="hold"/>
                                        <p:tgtEl>
                                          <p:spTgt spid="10"/>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7" presetClass="entr" presetSubtype="0" fill="hold"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1000"/>
                                        <p:tgtEl>
                                          <p:spTgt spid="14"/>
                                        </p:tgtEl>
                                      </p:cBhvr>
                                    </p:animEffect>
                                    <p:anim calcmode="lin" valueType="num">
                                      <p:cBhvr>
                                        <p:cTn id="20" dur="1000" fill="hold"/>
                                        <p:tgtEl>
                                          <p:spTgt spid="14"/>
                                        </p:tgtEl>
                                        <p:attrNameLst>
                                          <p:attrName>ppt_x</p:attrName>
                                        </p:attrNameLst>
                                      </p:cBhvr>
                                      <p:tavLst>
                                        <p:tav tm="0">
                                          <p:val>
                                            <p:strVal val="#ppt_x"/>
                                          </p:val>
                                        </p:tav>
                                        <p:tav tm="100000">
                                          <p:val>
                                            <p:strVal val="#ppt_x"/>
                                          </p:val>
                                        </p:tav>
                                      </p:tavLst>
                                    </p:anim>
                                    <p:anim calcmode="lin" valueType="num">
                                      <p:cBhvr>
                                        <p:cTn id="21" dur="1000" fill="hold"/>
                                        <p:tgtEl>
                                          <p:spTgt spid="14"/>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7" presetClass="entr" presetSubtype="0" fill="hold" nodeType="after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1000"/>
                                        <p:tgtEl>
                                          <p:spTgt spid="18"/>
                                        </p:tgtEl>
                                      </p:cBhvr>
                                    </p:animEffect>
                                    <p:anim calcmode="lin" valueType="num">
                                      <p:cBhvr>
                                        <p:cTn id="26" dur="1000" fill="hold"/>
                                        <p:tgtEl>
                                          <p:spTgt spid="18"/>
                                        </p:tgtEl>
                                        <p:attrNameLst>
                                          <p:attrName>ppt_x</p:attrName>
                                        </p:attrNameLst>
                                      </p:cBhvr>
                                      <p:tavLst>
                                        <p:tav tm="0">
                                          <p:val>
                                            <p:strVal val="#ppt_x"/>
                                          </p:val>
                                        </p:tav>
                                        <p:tav tm="100000">
                                          <p:val>
                                            <p:strVal val="#ppt_x"/>
                                          </p:val>
                                        </p:tav>
                                      </p:tavLst>
                                    </p:anim>
                                    <p:anim calcmode="lin" valueType="num">
                                      <p:cBhvr>
                                        <p:cTn id="27"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圆角矩形 14"/>
          <p:cNvSpPr/>
          <p:nvPr/>
        </p:nvSpPr>
        <p:spPr>
          <a:xfrm>
            <a:off x="378114" y="463550"/>
            <a:ext cx="11401425" cy="5857875"/>
          </a:xfrm>
          <a:prstGeom prst="round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rotWithShape="1">
          <a:blip r:embed="rId4" cstate="print">
            <a:extLst>
              <a:ext uri="{BEBA8EAE-BF5A-486C-A8C5-ECC9F3942E4B}">
                <a14:imgProps xmlns:a14="http://schemas.microsoft.com/office/drawing/2010/main">
                  <a14:imgLayer r:embed="rId5">
                    <a14:imgEffect>
                      <a14:backgroundRemoval t="243" b="55064" l="9736" r="100000"/>
                    </a14:imgEffect>
                  </a14:imgLayer>
                </a14:imgProps>
              </a:ext>
              <a:ext uri="{28A0092B-C50C-407E-A947-70E740481C1C}">
                <a14:useLocalDpi xmlns:a14="http://schemas.microsoft.com/office/drawing/2010/main" val="0"/>
              </a:ext>
            </a:extLst>
          </a:blip>
          <a:srcRect l="36774" b="59911"/>
          <a:stretch/>
        </p:blipFill>
        <p:spPr>
          <a:xfrm>
            <a:off x="-662283" y="2895601"/>
            <a:ext cx="4486139" cy="4267200"/>
          </a:xfrm>
          <a:prstGeom prst="rect">
            <a:avLst/>
          </a:prstGeom>
        </p:spPr>
      </p:pic>
      <p:grpSp>
        <p:nvGrpSpPr>
          <p:cNvPr id="16" name="组合 15"/>
          <p:cNvGrpSpPr/>
          <p:nvPr/>
        </p:nvGrpSpPr>
        <p:grpSpPr>
          <a:xfrm>
            <a:off x="177047" y="636774"/>
            <a:ext cx="2278560" cy="461665"/>
            <a:chOff x="240439" y="693586"/>
            <a:chExt cx="2278560" cy="461665"/>
          </a:xfrm>
        </p:grpSpPr>
        <p:sp>
          <p:nvSpPr>
            <p:cNvPr id="17" name="文本框 16"/>
            <p:cNvSpPr txBox="1"/>
            <p:nvPr/>
          </p:nvSpPr>
          <p:spPr>
            <a:xfrm>
              <a:off x="642573" y="693586"/>
              <a:ext cx="1876426" cy="461665"/>
            </a:xfrm>
            <a:prstGeom prst="rect">
              <a:avLst/>
            </a:prstGeom>
            <a:noFill/>
          </p:spPr>
          <p:txBody>
            <a:bodyPr wrap="square" rtlCol="0">
              <a:spAutoFit/>
            </a:bodyPr>
            <a:lstStyle/>
            <a:p>
              <a:r>
                <a:rPr lang="zh-CN" altLang="en-US" sz="2400" dirty="0">
                  <a:latin typeface="幼圆" panose="02010509060101010101" pitchFamily="49" charset="-122"/>
                  <a:ea typeface="幼圆" panose="02010509060101010101" pitchFamily="49" charset="-122"/>
                </a:rPr>
                <a:t>输入标题</a:t>
              </a:r>
            </a:p>
          </p:txBody>
        </p:sp>
        <p:sp>
          <p:nvSpPr>
            <p:cNvPr id="18" name="燕尾形 17"/>
            <p:cNvSpPr/>
            <p:nvPr/>
          </p:nvSpPr>
          <p:spPr>
            <a:xfrm>
              <a:off x="240439" y="723352"/>
              <a:ext cx="402134" cy="402134"/>
            </a:xfrm>
            <a:prstGeom prst="chevron">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4" name="组合 3"/>
          <p:cNvGrpSpPr/>
          <p:nvPr/>
        </p:nvGrpSpPr>
        <p:grpSpPr>
          <a:xfrm>
            <a:off x="3545250" y="1348516"/>
            <a:ext cx="7927612" cy="738664"/>
            <a:chOff x="3330938" y="1548541"/>
            <a:chExt cx="7927612" cy="738664"/>
          </a:xfrm>
        </p:grpSpPr>
        <p:sp>
          <p:nvSpPr>
            <p:cNvPr id="2" name="椭圆 1"/>
            <p:cNvSpPr/>
            <p:nvPr/>
          </p:nvSpPr>
          <p:spPr>
            <a:xfrm>
              <a:off x="3330938" y="1718469"/>
              <a:ext cx="335756" cy="335756"/>
            </a:xfrm>
            <a:prstGeom prst="ellipse">
              <a:avLst/>
            </a:prstGeom>
            <a:solidFill>
              <a:srgbClr val="FF9999"/>
            </a:solidFill>
            <a:ln>
              <a:solidFill>
                <a:srgbClr val="FF9999"/>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3823856" y="1548541"/>
              <a:ext cx="7434694" cy="738664"/>
            </a:xfrm>
            <a:prstGeom prst="rect">
              <a:avLst/>
            </a:prstGeom>
          </p:spPr>
          <p:txBody>
            <a:bodyPr wrap="square">
              <a:spAutoFit/>
            </a:bodyPr>
            <a:lstStyle/>
            <a:p>
              <a:pPr>
                <a:lnSpc>
                  <a:spcPct val="150000"/>
                </a:lnSpc>
              </a:pPr>
              <a:r>
                <a:rPr lang="zh-CN" altLang="en-US" sz="1400" dirty="0">
                  <a:latin typeface="幼圆" panose="02010509060101010101" pitchFamily="49" charset="-122"/>
                  <a:ea typeface="幼圆" panose="02010509060101010101" pitchFamily="49" charset="-122"/>
                </a:rPr>
                <a:t>它是提高人口素质的重要环节。青春期到来以前的未成年人被称为儿童或少年，他们在思想、性格、智力、体魄等方面的可塑儿童教育性很强。儿童教育是整个教育事业的重要基础。</a:t>
              </a:r>
            </a:p>
          </p:txBody>
        </p:sp>
      </p:grpSp>
      <p:grpSp>
        <p:nvGrpSpPr>
          <p:cNvPr id="11" name="组合 10"/>
          <p:cNvGrpSpPr/>
          <p:nvPr/>
        </p:nvGrpSpPr>
        <p:grpSpPr>
          <a:xfrm>
            <a:off x="3545250" y="2499846"/>
            <a:ext cx="7927612" cy="738664"/>
            <a:chOff x="3330938" y="1548541"/>
            <a:chExt cx="7927612" cy="738664"/>
          </a:xfrm>
        </p:grpSpPr>
        <p:sp>
          <p:nvSpPr>
            <p:cNvPr id="12" name="椭圆 11"/>
            <p:cNvSpPr/>
            <p:nvPr/>
          </p:nvSpPr>
          <p:spPr>
            <a:xfrm>
              <a:off x="3330938" y="1718469"/>
              <a:ext cx="335756" cy="335756"/>
            </a:xfrm>
            <a:prstGeom prst="ellipse">
              <a:avLst/>
            </a:prstGeom>
            <a:solidFill>
              <a:srgbClr val="FF9999"/>
            </a:solidFill>
            <a:ln>
              <a:solidFill>
                <a:srgbClr val="FF9999"/>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3823856" y="1548541"/>
              <a:ext cx="7434694" cy="738664"/>
            </a:xfrm>
            <a:prstGeom prst="rect">
              <a:avLst/>
            </a:prstGeom>
          </p:spPr>
          <p:txBody>
            <a:bodyPr wrap="square">
              <a:spAutoFit/>
            </a:bodyPr>
            <a:lstStyle/>
            <a:p>
              <a:pPr>
                <a:lnSpc>
                  <a:spcPct val="150000"/>
                </a:lnSpc>
              </a:pPr>
              <a:r>
                <a:rPr lang="zh-CN" altLang="en-US" sz="1400" dirty="0">
                  <a:latin typeface="幼圆" panose="02010509060101010101" pitchFamily="49" charset="-122"/>
                  <a:ea typeface="幼圆" panose="02010509060101010101" pitchFamily="49" charset="-122"/>
                </a:rPr>
                <a:t>它是提高人口素质的重要环节。青春期到来以前的未成年人被称为儿童或少年，他们在思想、性格、智力、体魄等方面的可塑儿童教育性很强。儿童教育是整个教育事业的重要基础。</a:t>
              </a:r>
            </a:p>
          </p:txBody>
        </p:sp>
      </p:grpSp>
      <p:grpSp>
        <p:nvGrpSpPr>
          <p:cNvPr id="21" name="组合 20"/>
          <p:cNvGrpSpPr/>
          <p:nvPr/>
        </p:nvGrpSpPr>
        <p:grpSpPr>
          <a:xfrm>
            <a:off x="3545250" y="3651176"/>
            <a:ext cx="7927612" cy="738664"/>
            <a:chOff x="3330938" y="1548541"/>
            <a:chExt cx="7927612" cy="738664"/>
          </a:xfrm>
        </p:grpSpPr>
        <p:sp>
          <p:nvSpPr>
            <p:cNvPr id="22" name="椭圆 21"/>
            <p:cNvSpPr/>
            <p:nvPr/>
          </p:nvSpPr>
          <p:spPr>
            <a:xfrm>
              <a:off x="3330938" y="1718469"/>
              <a:ext cx="335756" cy="335756"/>
            </a:xfrm>
            <a:prstGeom prst="ellipse">
              <a:avLst/>
            </a:prstGeom>
            <a:solidFill>
              <a:srgbClr val="FF9999"/>
            </a:solidFill>
            <a:ln>
              <a:solidFill>
                <a:srgbClr val="FF9999"/>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3823856" y="1548541"/>
              <a:ext cx="7434694" cy="738664"/>
            </a:xfrm>
            <a:prstGeom prst="rect">
              <a:avLst/>
            </a:prstGeom>
          </p:spPr>
          <p:txBody>
            <a:bodyPr wrap="square">
              <a:spAutoFit/>
            </a:bodyPr>
            <a:lstStyle/>
            <a:p>
              <a:pPr>
                <a:lnSpc>
                  <a:spcPct val="150000"/>
                </a:lnSpc>
              </a:pPr>
              <a:r>
                <a:rPr lang="zh-CN" altLang="en-US" sz="1400" dirty="0">
                  <a:latin typeface="幼圆" panose="02010509060101010101" pitchFamily="49" charset="-122"/>
                  <a:ea typeface="幼圆" panose="02010509060101010101" pitchFamily="49" charset="-122"/>
                </a:rPr>
                <a:t>它是提高人口素质的重要环节。青春期到来以前的未成年人被称为儿童或少年，他们在思想、性格、智力、体魄等方面的可塑儿童教育性很强。儿童教育是整个教育事业的重要基础。</a:t>
              </a:r>
            </a:p>
          </p:txBody>
        </p:sp>
      </p:grpSp>
      <p:grpSp>
        <p:nvGrpSpPr>
          <p:cNvPr id="24" name="组合 23"/>
          <p:cNvGrpSpPr/>
          <p:nvPr/>
        </p:nvGrpSpPr>
        <p:grpSpPr>
          <a:xfrm>
            <a:off x="3545250" y="4802506"/>
            <a:ext cx="7927612" cy="738664"/>
            <a:chOff x="3330938" y="1548541"/>
            <a:chExt cx="7927612" cy="738664"/>
          </a:xfrm>
        </p:grpSpPr>
        <p:sp>
          <p:nvSpPr>
            <p:cNvPr id="25" name="椭圆 24"/>
            <p:cNvSpPr/>
            <p:nvPr/>
          </p:nvSpPr>
          <p:spPr>
            <a:xfrm>
              <a:off x="3330938" y="1718469"/>
              <a:ext cx="335756" cy="335756"/>
            </a:xfrm>
            <a:prstGeom prst="ellipse">
              <a:avLst/>
            </a:prstGeom>
            <a:solidFill>
              <a:srgbClr val="FF9999"/>
            </a:solidFill>
            <a:ln>
              <a:solidFill>
                <a:srgbClr val="FF9999"/>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3823856" y="1548541"/>
              <a:ext cx="7434694" cy="738664"/>
            </a:xfrm>
            <a:prstGeom prst="rect">
              <a:avLst/>
            </a:prstGeom>
          </p:spPr>
          <p:txBody>
            <a:bodyPr wrap="square">
              <a:spAutoFit/>
            </a:bodyPr>
            <a:lstStyle/>
            <a:p>
              <a:pPr>
                <a:lnSpc>
                  <a:spcPct val="150000"/>
                </a:lnSpc>
              </a:pPr>
              <a:r>
                <a:rPr lang="zh-CN" altLang="en-US" sz="1400" dirty="0">
                  <a:latin typeface="幼圆" panose="02010509060101010101" pitchFamily="49" charset="-122"/>
                  <a:ea typeface="幼圆" panose="02010509060101010101" pitchFamily="49" charset="-122"/>
                </a:rPr>
                <a:t>它是提高人口素质的重要环节。青春期到来以前的未成年人被称为儿童或少年，他们在思想、性格、智力、体魄等方面的可塑儿童教育性很强。儿童教育是整个教育事业的重要基础。</a:t>
              </a:r>
            </a:p>
          </p:txBody>
        </p:sp>
      </p:grpSp>
    </p:spTree>
    <p:extLst>
      <p:ext uri="{BB962C8B-B14F-4D97-AF65-F5344CB8AC3E}">
        <p14:creationId xmlns:p14="http://schemas.microsoft.com/office/powerpoint/2010/main" val="3229547013"/>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left)">
                                      <p:cBhvr>
                                        <p:cTn id="11" dur="500"/>
                                        <p:tgtEl>
                                          <p:spTgt spid="11"/>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wipe(left)">
                                      <p:cBhvr>
                                        <p:cTn id="15" dur="500"/>
                                        <p:tgtEl>
                                          <p:spTgt spid="21"/>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wipe(left)">
                                      <p:cBhvr>
                                        <p:cTn id="1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圆角矩形 14"/>
          <p:cNvSpPr/>
          <p:nvPr/>
        </p:nvSpPr>
        <p:spPr>
          <a:xfrm>
            <a:off x="378114" y="463550"/>
            <a:ext cx="11401425" cy="5857875"/>
          </a:xfrm>
          <a:prstGeom prst="round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 name="组合 15"/>
          <p:cNvGrpSpPr/>
          <p:nvPr/>
        </p:nvGrpSpPr>
        <p:grpSpPr>
          <a:xfrm>
            <a:off x="177047" y="636774"/>
            <a:ext cx="2278560" cy="461665"/>
            <a:chOff x="240439" y="693586"/>
            <a:chExt cx="2278560" cy="461665"/>
          </a:xfrm>
        </p:grpSpPr>
        <p:sp>
          <p:nvSpPr>
            <p:cNvPr id="17" name="文本框 16"/>
            <p:cNvSpPr txBox="1"/>
            <p:nvPr/>
          </p:nvSpPr>
          <p:spPr>
            <a:xfrm>
              <a:off x="642573" y="693586"/>
              <a:ext cx="1876426" cy="461665"/>
            </a:xfrm>
            <a:prstGeom prst="rect">
              <a:avLst/>
            </a:prstGeom>
            <a:noFill/>
          </p:spPr>
          <p:txBody>
            <a:bodyPr wrap="square" rtlCol="0">
              <a:spAutoFit/>
            </a:bodyPr>
            <a:lstStyle/>
            <a:p>
              <a:r>
                <a:rPr lang="zh-CN" altLang="en-US" sz="2400" dirty="0">
                  <a:latin typeface="幼圆" panose="02010509060101010101" pitchFamily="49" charset="-122"/>
                  <a:ea typeface="幼圆" panose="02010509060101010101" pitchFamily="49" charset="-122"/>
                </a:rPr>
                <a:t>输入标题</a:t>
              </a:r>
            </a:p>
          </p:txBody>
        </p:sp>
        <p:sp>
          <p:nvSpPr>
            <p:cNvPr id="18" name="燕尾形 17"/>
            <p:cNvSpPr/>
            <p:nvPr/>
          </p:nvSpPr>
          <p:spPr>
            <a:xfrm>
              <a:off x="240439" y="723352"/>
              <a:ext cx="402134" cy="402134"/>
            </a:xfrm>
            <a:prstGeom prst="chevron">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pic>
        <p:nvPicPr>
          <p:cNvPr id="2" name="图片 1"/>
          <p:cNvPicPr>
            <a:picLocks noChangeAspect="1"/>
          </p:cNvPicPr>
          <p:nvPr/>
        </p:nvPicPr>
        <p:blipFill rotWithShape="1">
          <a:blip r:embed="rId4" cstate="print">
            <a:extLst>
              <a:ext uri="{BEBA8EAE-BF5A-486C-A8C5-ECC9F3942E4B}">
                <a14:imgProps xmlns:a14="http://schemas.microsoft.com/office/drawing/2010/main">
                  <a14:imgLayer r:embed="rId5">
                    <a14:imgEffect>
                      <a14:backgroundRemoval t="9885" b="100000" l="9827" r="100000">
                        <a14:backgroundMark x1="62329" y1="21225" x2="98271" y2="38326"/>
                        <a14:backgroundMark x1="61056" y1="32262" x2="89445" y2="47301"/>
                        <a14:backgroundMark x1="98544" y1="59976" x2="99181" y2="62280"/>
                        <a14:backgroundMark x1="96633" y1="75440" x2="99818" y2="81261"/>
                      </a14:backgroundRemoval>
                    </a14:imgEffect>
                  </a14:imgLayer>
                </a14:imgProps>
              </a:ext>
              <a:ext uri="{28A0092B-C50C-407E-A947-70E740481C1C}">
                <a14:useLocalDpi xmlns:a14="http://schemas.microsoft.com/office/drawing/2010/main" val="0"/>
              </a:ext>
            </a:extLst>
          </a:blip>
          <a:srcRect t="35003"/>
          <a:stretch/>
        </p:blipFill>
        <p:spPr>
          <a:xfrm>
            <a:off x="8658225" y="3264387"/>
            <a:ext cx="3121314" cy="3043401"/>
          </a:xfrm>
          <a:prstGeom prst="rect">
            <a:avLst/>
          </a:prstGeom>
        </p:spPr>
      </p:pic>
      <p:graphicFrame>
        <p:nvGraphicFramePr>
          <p:cNvPr id="6" name="图表 5"/>
          <p:cNvGraphicFramePr/>
          <p:nvPr>
            <p:extLst>
              <p:ext uri="{D42A27DB-BD31-4B8C-83A1-F6EECF244321}">
                <p14:modId xmlns:p14="http://schemas.microsoft.com/office/powerpoint/2010/main" val="2573337328"/>
              </p:ext>
            </p:extLst>
          </p:nvPr>
        </p:nvGraphicFramePr>
        <p:xfrm>
          <a:off x="2729197" y="811894"/>
          <a:ext cx="5914089" cy="5418667"/>
        </p:xfrm>
        <a:graphic>
          <a:graphicData uri="http://schemas.openxmlformats.org/drawingml/2006/chart">
            <c:chart xmlns:c="http://schemas.openxmlformats.org/drawingml/2006/chart" xmlns:r="http://schemas.openxmlformats.org/officeDocument/2006/relationships" r:id="rId6"/>
          </a:graphicData>
        </a:graphic>
      </p:graphicFrame>
      <p:sp>
        <p:nvSpPr>
          <p:cNvPr id="11" name="矩形 10"/>
          <p:cNvSpPr/>
          <p:nvPr/>
        </p:nvSpPr>
        <p:spPr>
          <a:xfrm>
            <a:off x="2528130" y="1404770"/>
            <a:ext cx="6801608" cy="1061829"/>
          </a:xfrm>
          <a:prstGeom prst="rect">
            <a:avLst/>
          </a:prstGeom>
        </p:spPr>
        <p:txBody>
          <a:bodyPr wrap="square">
            <a:spAutoFit/>
          </a:bodyPr>
          <a:lstStyle/>
          <a:p>
            <a:pPr>
              <a:lnSpc>
                <a:spcPct val="150000"/>
              </a:lnSpc>
            </a:pPr>
            <a:r>
              <a:rPr lang="zh-CN" altLang="en-US" sz="1400" dirty="0">
                <a:latin typeface="幼圆" panose="02010509060101010101" pitchFamily="49" charset="-122"/>
                <a:ea typeface="幼圆" panose="02010509060101010101" pitchFamily="49" charset="-122"/>
              </a:rPr>
              <a:t>它是提高人口素质的重要环节。青春期到来以前的未成年人被称为儿童或少年，他们在思想、性格、智力、体魄等方面的可塑儿童教育性很强。儿童教育是整个教育事业的重要基础。</a:t>
            </a:r>
          </a:p>
        </p:txBody>
      </p:sp>
    </p:spTree>
    <p:extLst>
      <p:ext uri="{BB962C8B-B14F-4D97-AF65-F5344CB8AC3E}">
        <p14:creationId xmlns:p14="http://schemas.microsoft.com/office/powerpoint/2010/main" val="4135655204"/>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1000"/>
                                        <p:tgtEl>
                                          <p:spTgt spid="11"/>
                                        </p:tgtEl>
                                      </p:cBhvr>
                                    </p:animEffect>
                                    <p:anim calcmode="lin" valueType="num">
                                      <p:cBhvr>
                                        <p:cTn id="15" dur="1000" fill="hold"/>
                                        <p:tgtEl>
                                          <p:spTgt spid="11"/>
                                        </p:tgtEl>
                                        <p:attrNameLst>
                                          <p:attrName>ppt_x</p:attrName>
                                        </p:attrNameLst>
                                      </p:cBhvr>
                                      <p:tavLst>
                                        <p:tav tm="0">
                                          <p:val>
                                            <p:strVal val="#ppt_x"/>
                                          </p:val>
                                        </p:tav>
                                        <p:tav tm="100000">
                                          <p:val>
                                            <p:strVal val="#ppt_x"/>
                                          </p:val>
                                        </p:tav>
                                      </p:tavLst>
                                    </p:anim>
                                    <p:anim calcmode="lin" valueType="num">
                                      <p:cBhvr>
                                        <p:cTn id="1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圆角矩形 14"/>
          <p:cNvSpPr/>
          <p:nvPr/>
        </p:nvSpPr>
        <p:spPr>
          <a:xfrm>
            <a:off x="378114" y="463550"/>
            <a:ext cx="11401425" cy="5857875"/>
          </a:xfrm>
          <a:prstGeom prst="round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 name="组合 15"/>
          <p:cNvGrpSpPr/>
          <p:nvPr/>
        </p:nvGrpSpPr>
        <p:grpSpPr>
          <a:xfrm>
            <a:off x="177047" y="636774"/>
            <a:ext cx="2278560" cy="461665"/>
            <a:chOff x="240439" y="693586"/>
            <a:chExt cx="2278560" cy="461665"/>
          </a:xfrm>
        </p:grpSpPr>
        <p:sp>
          <p:nvSpPr>
            <p:cNvPr id="17" name="文本框 16"/>
            <p:cNvSpPr txBox="1"/>
            <p:nvPr/>
          </p:nvSpPr>
          <p:spPr>
            <a:xfrm>
              <a:off x="642573" y="693586"/>
              <a:ext cx="1876426" cy="461665"/>
            </a:xfrm>
            <a:prstGeom prst="rect">
              <a:avLst/>
            </a:prstGeom>
            <a:noFill/>
          </p:spPr>
          <p:txBody>
            <a:bodyPr wrap="square" rtlCol="0">
              <a:spAutoFit/>
            </a:bodyPr>
            <a:lstStyle/>
            <a:p>
              <a:r>
                <a:rPr lang="zh-CN" altLang="en-US" sz="2400" dirty="0">
                  <a:latin typeface="幼圆" panose="02010509060101010101" pitchFamily="49" charset="-122"/>
                  <a:ea typeface="幼圆" panose="02010509060101010101" pitchFamily="49" charset="-122"/>
                </a:rPr>
                <a:t>输入标题</a:t>
              </a:r>
            </a:p>
          </p:txBody>
        </p:sp>
        <p:sp>
          <p:nvSpPr>
            <p:cNvPr id="18" name="燕尾形 17"/>
            <p:cNvSpPr/>
            <p:nvPr/>
          </p:nvSpPr>
          <p:spPr>
            <a:xfrm>
              <a:off x="240439" y="723352"/>
              <a:ext cx="402134" cy="402134"/>
            </a:xfrm>
            <a:prstGeom prst="chevron">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pic>
        <p:nvPicPr>
          <p:cNvPr id="7" name="图片 6"/>
          <p:cNvPicPr>
            <a:picLocks noChangeAspect="1"/>
          </p:cNvPicPr>
          <p:nvPr/>
        </p:nvPicPr>
        <p:blipFill rotWithShape="1">
          <a:blip r:embed="rId4" cstate="print">
            <a:extLst>
              <a:ext uri="{BEBA8EAE-BF5A-486C-A8C5-ECC9F3942E4B}">
                <a14:imgProps xmlns:a14="http://schemas.microsoft.com/office/drawing/2010/main">
                  <a14:imgLayer r:embed="rId5">
                    <a14:imgEffect>
                      <a14:backgroundRemoval t="52274" b="99697" l="0" r="89991"/>
                    </a14:imgEffect>
                  </a14:imgLayer>
                </a14:imgProps>
              </a:ext>
              <a:ext uri="{28A0092B-C50C-407E-A947-70E740481C1C}">
                <a14:useLocalDpi xmlns:a14="http://schemas.microsoft.com/office/drawing/2010/main" val="0"/>
              </a:ext>
            </a:extLst>
          </a:blip>
          <a:srcRect t="53765"/>
          <a:stretch/>
        </p:blipFill>
        <p:spPr>
          <a:xfrm>
            <a:off x="438171" y="3158529"/>
            <a:ext cx="4571570" cy="3170838"/>
          </a:xfrm>
          <a:prstGeom prst="rect">
            <a:avLst/>
          </a:prstGeom>
        </p:spPr>
      </p:pic>
      <p:grpSp>
        <p:nvGrpSpPr>
          <p:cNvPr id="12" name="组合 11"/>
          <p:cNvGrpSpPr/>
          <p:nvPr/>
        </p:nvGrpSpPr>
        <p:grpSpPr>
          <a:xfrm>
            <a:off x="6973550" y="1672584"/>
            <a:ext cx="4249595" cy="945690"/>
            <a:chOff x="6973550" y="1672584"/>
            <a:chExt cx="4249595" cy="945690"/>
          </a:xfrm>
        </p:grpSpPr>
        <p:grpSp>
          <p:nvGrpSpPr>
            <p:cNvPr id="13" name="组合 12"/>
            <p:cNvGrpSpPr/>
            <p:nvPr/>
          </p:nvGrpSpPr>
          <p:grpSpPr>
            <a:xfrm flipH="1">
              <a:off x="6973550" y="1672584"/>
              <a:ext cx="4249594" cy="945690"/>
              <a:chOff x="3621376" y="1777845"/>
              <a:chExt cx="3017550" cy="671515"/>
            </a:xfrm>
          </p:grpSpPr>
          <p:sp>
            <p:nvSpPr>
              <p:cNvPr id="14" name="矩形 13"/>
              <p:cNvSpPr/>
              <p:nvPr/>
            </p:nvSpPr>
            <p:spPr>
              <a:xfrm>
                <a:off x="3621376" y="1777845"/>
                <a:ext cx="2457450" cy="671513"/>
              </a:xfrm>
              <a:prstGeom prst="rect">
                <a:avLst/>
              </a:prstGeom>
              <a:solidFill>
                <a:srgbClr val="FF99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梯形 18"/>
              <p:cNvSpPr/>
              <p:nvPr/>
            </p:nvSpPr>
            <p:spPr>
              <a:xfrm rot="5400000">
                <a:off x="6023119" y="1833552"/>
                <a:ext cx="671514" cy="560101"/>
              </a:xfrm>
              <a:prstGeom prst="trapezoid">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accent1">
                      <a:lumMod val="75000"/>
                    </a:schemeClr>
                  </a:solidFill>
                  <a:latin typeface="幼圆" panose="02010509060101010101" pitchFamily="49" charset="-122"/>
                  <a:ea typeface="幼圆" panose="02010509060101010101" pitchFamily="49" charset="-122"/>
                </a:endParaRPr>
              </a:p>
            </p:txBody>
          </p:sp>
        </p:grpSp>
        <p:sp>
          <p:nvSpPr>
            <p:cNvPr id="10" name="矩形 9"/>
            <p:cNvSpPr/>
            <p:nvPr/>
          </p:nvSpPr>
          <p:spPr>
            <a:xfrm>
              <a:off x="7862889" y="1776095"/>
              <a:ext cx="3360256" cy="738664"/>
            </a:xfrm>
            <a:prstGeom prst="rect">
              <a:avLst/>
            </a:prstGeom>
          </p:spPr>
          <p:txBody>
            <a:bodyPr wrap="square">
              <a:spAutoFit/>
            </a:bodyPr>
            <a:lstStyle/>
            <a:p>
              <a:pPr>
                <a:lnSpc>
                  <a:spcPct val="150000"/>
                </a:lnSpc>
              </a:pPr>
              <a:r>
                <a:rPr lang="zh-CN" altLang="en-US" sz="1400" dirty="0">
                  <a:latin typeface="幼圆" panose="02010509060101010101" pitchFamily="49" charset="-122"/>
                  <a:ea typeface="幼圆" panose="02010509060101010101" pitchFamily="49" charset="-122"/>
                </a:rPr>
                <a:t>儿童教育是指对儿童进行德育、智育、体育等方面的培养和训练。</a:t>
              </a:r>
            </a:p>
          </p:txBody>
        </p:sp>
        <p:sp>
          <p:nvSpPr>
            <p:cNvPr id="11" name="矩形 10"/>
            <p:cNvSpPr/>
            <p:nvPr/>
          </p:nvSpPr>
          <p:spPr>
            <a:xfrm>
              <a:off x="7166132" y="1914594"/>
              <a:ext cx="495650" cy="461665"/>
            </a:xfrm>
            <a:prstGeom prst="rect">
              <a:avLst/>
            </a:prstGeom>
          </p:spPr>
          <p:txBody>
            <a:bodyPr wrap="none">
              <a:spAutoFit/>
            </a:bodyPr>
            <a:lstStyle/>
            <a:p>
              <a:pPr algn="ctr"/>
              <a:r>
                <a:rPr lang="en-US" altLang="zh-CN" sz="2400" b="1" dirty="0">
                  <a:solidFill>
                    <a:schemeClr val="accent1">
                      <a:lumMod val="75000"/>
                    </a:schemeClr>
                  </a:solidFill>
                  <a:latin typeface="幼圆" panose="02010509060101010101" pitchFamily="49" charset="-122"/>
                  <a:ea typeface="幼圆" panose="02010509060101010101" pitchFamily="49" charset="-122"/>
                </a:rPr>
                <a:t>01</a:t>
              </a:r>
              <a:endParaRPr lang="zh-CN" altLang="en-US" sz="2400" b="1" dirty="0">
                <a:solidFill>
                  <a:schemeClr val="accent1">
                    <a:lumMod val="75000"/>
                  </a:schemeClr>
                </a:solidFill>
                <a:latin typeface="幼圆" panose="02010509060101010101" pitchFamily="49" charset="-122"/>
                <a:ea typeface="幼圆" panose="02010509060101010101" pitchFamily="49" charset="-122"/>
              </a:endParaRPr>
            </a:p>
          </p:txBody>
        </p:sp>
      </p:grpSp>
      <p:grpSp>
        <p:nvGrpSpPr>
          <p:cNvPr id="40" name="组合 39"/>
          <p:cNvGrpSpPr/>
          <p:nvPr/>
        </p:nvGrpSpPr>
        <p:grpSpPr>
          <a:xfrm>
            <a:off x="6973549" y="3784466"/>
            <a:ext cx="4249595" cy="945690"/>
            <a:chOff x="6973550" y="1672584"/>
            <a:chExt cx="4249595" cy="945690"/>
          </a:xfrm>
        </p:grpSpPr>
        <p:grpSp>
          <p:nvGrpSpPr>
            <p:cNvPr id="41" name="组合 40"/>
            <p:cNvGrpSpPr/>
            <p:nvPr/>
          </p:nvGrpSpPr>
          <p:grpSpPr>
            <a:xfrm flipH="1">
              <a:off x="6973550" y="1672584"/>
              <a:ext cx="4249594" cy="945690"/>
              <a:chOff x="3621376" y="1777845"/>
              <a:chExt cx="3017550" cy="671515"/>
            </a:xfrm>
          </p:grpSpPr>
          <p:sp>
            <p:nvSpPr>
              <p:cNvPr id="44" name="矩形 43"/>
              <p:cNvSpPr/>
              <p:nvPr/>
            </p:nvSpPr>
            <p:spPr>
              <a:xfrm>
                <a:off x="3621376" y="1777845"/>
                <a:ext cx="2457450" cy="671513"/>
              </a:xfrm>
              <a:prstGeom prst="rect">
                <a:avLst/>
              </a:prstGeom>
              <a:solidFill>
                <a:srgbClr val="FF99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梯形 44"/>
              <p:cNvSpPr/>
              <p:nvPr/>
            </p:nvSpPr>
            <p:spPr>
              <a:xfrm rot="5400000">
                <a:off x="6023119" y="1833552"/>
                <a:ext cx="671514" cy="560101"/>
              </a:xfrm>
              <a:prstGeom prst="trapezoid">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accent1">
                      <a:lumMod val="75000"/>
                    </a:schemeClr>
                  </a:solidFill>
                  <a:latin typeface="幼圆" panose="02010509060101010101" pitchFamily="49" charset="-122"/>
                  <a:ea typeface="幼圆" panose="02010509060101010101" pitchFamily="49" charset="-122"/>
                </a:endParaRPr>
              </a:p>
            </p:txBody>
          </p:sp>
        </p:grpSp>
        <p:sp>
          <p:nvSpPr>
            <p:cNvPr id="42" name="矩形 41"/>
            <p:cNvSpPr/>
            <p:nvPr/>
          </p:nvSpPr>
          <p:spPr>
            <a:xfrm>
              <a:off x="7862889" y="1776095"/>
              <a:ext cx="3360256" cy="738664"/>
            </a:xfrm>
            <a:prstGeom prst="rect">
              <a:avLst/>
            </a:prstGeom>
          </p:spPr>
          <p:txBody>
            <a:bodyPr wrap="square">
              <a:spAutoFit/>
            </a:bodyPr>
            <a:lstStyle/>
            <a:p>
              <a:pPr>
                <a:lnSpc>
                  <a:spcPct val="150000"/>
                </a:lnSpc>
              </a:pPr>
              <a:r>
                <a:rPr lang="zh-CN" altLang="en-US" sz="1400" dirty="0">
                  <a:latin typeface="幼圆" panose="02010509060101010101" pitchFamily="49" charset="-122"/>
                  <a:ea typeface="幼圆" panose="02010509060101010101" pitchFamily="49" charset="-122"/>
                </a:rPr>
                <a:t>儿童教育是指对儿童进行德育、智育、体育等方面的培养和训练。</a:t>
              </a:r>
            </a:p>
          </p:txBody>
        </p:sp>
        <p:sp>
          <p:nvSpPr>
            <p:cNvPr id="43" name="矩形 42"/>
            <p:cNvSpPr/>
            <p:nvPr/>
          </p:nvSpPr>
          <p:spPr>
            <a:xfrm>
              <a:off x="7166132" y="1914594"/>
              <a:ext cx="495650" cy="461665"/>
            </a:xfrm>
            <a:prstGeom prst="rect">
              <a:avLst/>
            </a:prstGeom>
          </p:spPr>
          <p:txBody>
            <a:bodyPr wrap="none">
              <a:spAutoFit/>
            </a:bodyPr>
            <a:lstStyle/>
            <a:p>
              <a:pPr algn="ctr"/>
              <a:r>
                <a:rPr lang="en-US" altLang="zh-CN" sz="2400" b="1" dirty="0">
                  <a:solidFill>
                    <a:schemeClr val="accent1">
                      <a:lumMod val="75000"/>
                    </a:schemeClr>
                  </a:solidFill>
                  <a:latin typeface="幼圆" panose="02010509060101010101" pitchFamily="49" charset="-122"/>
                  <a:ea typeface="幼圆" panose="02010509060101010101" pitchFamily="49" charset="-122"/>
                </a:rPr>
                <a:t>03</a:t>
              </a:r>
              <a:endParaRPr lang="zh-CN" altLang="en-US" sz="2400" b="1" dirty="0">
                <a:solidFill>
                  <a:schemeClr val="accent1">
                    <a:lumMod val="75000"/>
                  </a:schemeClr>
                </a:solidFill>
                <a:latin typeface="幼圆" panose="02010509060101010101" pitchFamily="49" charset="-122"/>
                <a:ea typeface="幼圆" panose="02010509060101010101" pitchFamily="49" charset="-122"/>
              </a:endParaRPr>
            </a:p>
          </p:txBody>
        </p:sp>
      </p:grpSp>
      <p:grpSp>
        <p:nvGrpSpPr>
          <p:cNvPr id="46" name="组合 45"/>
          <p:cNvGrpSpPr/>
          <p:nvPr/>
        </p:nvGrpSpPr>
        <p:grpSpPr>
          <a:xfrm flipH="1">
            <a:off x="2768747" y="2728525"/>
            <a:ext cx="4249595" cy="945690"/>
            <a:chOff x="6973550" y="1672584"/>
            <a:chExt cx="4249595" cy="945690"/>
          </a:xfrm>
        </p:grpSpPr>
        <p:grpSp>
          <p:nvGrpSpPr>
            <p:cNvPr id="47" name="组合 46"/>
            <p:cNvGrpSpPr/>
            <p:nvPr/>
          </p:nvGrpSpPr>
          <p:grpSpPr>
            <a:xfrm flipH="1">
              <a:off x="6973550" y="1672584"/>
              <a:ext cx="4249594" cy="945690"/>
              <a:chOff x="3621376" y="1777845"/>
              <a:chExt cx="3017550" cy="671515"/>
            </a:xfrm>
          </p:grpSpPr>
          <p:sp>
            <p:nvSpPr>
              <p:cNvPr id="50" name="矩形 49"/>
              <p:cNvSpPr/>
              <p:nvPr/>
            </p:nvSpPr>
            <p:spPr>
              <a:xfrm>
                <a:off x="3621376" y="1777845"/>
                <a:ext cx="2457450" cy="671513"/>
              </a:xfrm>
              <a:prstGeom prst="rect">
                <a:avLst/>
              </a:prstGeom>
              <a:solidFill>
                <a:srgbClr val="FF99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梯形 50"/>
              <p:cNvSpPr/>
              <p:nvPr/>
            </p:nvSpPr>
            <p:spPr>
              <a:xfrm rot="5400000">
                <a:off x="6023119" y="1833552"/>
                <a:ext cx="671514" cy="560101"/>
              </a:xfrm>
              <a:prstGeom prst="trapezoid">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accent1">
                      <a:lumMod val="75000"/>
                    </a:schemeClr>
                  </a:solidFill>
                  <a:latin typeface="幼圆" panose="02010509060101010101" pitchFamily="49" charset="-122"/>
                  <a:ea typeface="幼圆" panose="02010509060101010101" pitchFamily="49" charset="-122"/>
                </a:endParaRPr>
              </a:p>
            </p:txBody>
          </p:sp>
        </p:grpSp>
        <p:sp>
          <p:nvSpPr>
            <p:cNvPr id="48" name="矩形 47"/>
            <p:cNvSpPr/>
            <p:nvPr/>
          </p:nvSpPr>
          <p:spPr>
            <a:xfrm>
              <a:off x="7862889" y="1776095"/>
              <a:ext cx="3360256" cy="738664"/>
            </a:xfrm>
            <a:prstGeom prst="rect">
              <a:avLst/>
            </a:prstGeom>
          </p:spPr>
          <p:txBody>
            <a:bodyPr wrap="square">
              <a:spAutoFit/>
            </a:bodyPr>
            <a:lstStyle/>
            <a:p>
              <a:pPr>
                <a:lnSpc>
                  <a:spcPct val="150000"/>
                </a:lnSpc>
              </a:pPr>
              <a:r>
                <a:rPr lang="zh-CN" altLang="en-US" sz="1400" dirty="0">
                  <a:latin typeface="幼圆" panose="02010509060101010101" pitchFamily="49" charset="-122"/>
                  <a:ea typeface="幼圆" panose="02010509060101010101" pitchFamily="49" charset="-122"/>
                </a:rPr>
                <a:t>儿童教育是指对儿童进行德育、智育、体育等方面的培养和训练。</a:t>
              </a:r>
            </a:p>
          </p:txBody>
        </p:sp>
        <p:sp>
          <p:nvSpPr>
            <p:cNvPr id="49" name="矩形 48"/>
            <p:cNvSpPr/>
            <p:nvPr/>
          </p:nvSpPr>
          <p:spPr>
            <a:xfrm>
              <a:off x="7166132" y="1914594"/>
              <a:ext cx="495650" cy="461665"/>
            </a:xfrm>
            <a:prstGeom prst="rect">
              <a:avLst/>
            </a:prstGeom>
          </p:spPr>
          <p:txBody>
            <a:bodyPr wrap="none">
              <a:spAutoFit/>
            </a:bodyPr>
            <a:lstStyle/>
            <a:p>
              <a:pPr algn="ctr"/>
              <a:r>
                <a:rPr lang="en-US" altLang="zh-CN" sz="2400" b="1" dirty="0">
                  <a:solidFill>
                    <a:schemeClr val="accent1">
                      <a:lumMod val="75000"/>
                    </a:schemeClr>
                  </a:solidFill>
                  <a:latin typeface="幼圆" panose="02010509060101010101" pitchFamily="49" charset="-122"/>
                  <a:ea typeface="幼圆" panose="02010509060101010101" pitchFamily="49" charset="-122"/>
                </a:rPr>
                <a:t>02</a:t>
              </a:r>
              <a:endParaRPr lang="zh-CN" altLang="en-US" sz="2400" b="1" dirty="0">
                <a:solidFill>
                  <a:schemeClr val="accent1">
                    <a:lumMod val="75000"/>
                  </a:schemeClr>
                </a:solidFill>
                <a:latin typeface="幼圆" panose="02010509060101010101" pitchFamily="49" charset="-122"/>
                <a:ea typeface="幼圆" panose="02010509060101010101" pitchFamily="49" charset="-122"/>
              </a:endParaRPr>
            </a:p>
          </p:txBody>
        </p:sp>
      </p:grpSp>
      <p:grpSp>
        <p:nvGrpSpPr>
          <p:cNvPr id="52" name="组合 51"/>
          <p:cNvGrpSpPr/>
          <p:nvPr/>
        </p:nvGrpSpPr>
        <p:grpSpPr>
          <a:xfrm flipH="1">
            <a:off x="2768748" y="4840408"/>
            <a:ext cx="4249595" cy="945690"/>
            <a:chOff x="6973550" y="1672584"/>
            <a:chExt cx="4249595" cy="945690"/>
          </a:xfrm>
        </p:grpSpPr>
        <p:grpSp>
          <p:nvGrpSpPr>
            <p:cNvPr id="53" name="组合 52"/>
            <p:cNvGrpSpPr/>
            <p:nvPr/>
          </p:nvGrpSpPr>
          <p:grpSpPr>
            <a:xfrm flipH="1">
              <a:off x="6973550" y="1672584"/>
              <a:ext cx="4249594" cy="945690"/>
              <a:chOff x="3621376" y="1777845"/>
              <a:chExt cx="3017550" cy="671515"/>
            </a:xfrm>
          </p:grpSpPr>
          <p:sp>
            <p:nvSpPr>
              <p:cNvPr id="56" name="矩形 55"/>
              <p:cNvSpPr/>
              <p:nvPr/>
            </p:nvSpPr>
            <p:spPr>
              <a:xfrm>
                <a:off x="3621376" y="1777845"/>
                <a:ext cx="2457450" cy="671513"/>
              </a:xfrm>
              <a:prstGeom prst="rect">
                <a:avLst/>
              </a:prstGeom>
              <a:solidFill>
                <a:srgbClr val="FF99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梯形 56"/>
              <p:cNvSpPr/>
              <p:nvPr/>
            </p:nvSpPr>
            <p:spPr>
              <a:xfrm rot="5400000">
                <a:off x="6023119" y="1833552"/>
                <a:ext cx="671514" cy="560101"/>
              </a:xfrm>
              <a:prstGeom prst="trapezoid">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chemeClr val="accent1">
                      <a:lumMod val="75000"/>
                    </a:schemeClr>
                  </a:solidFill>
                  <a:latin typeface="幼圆" panose="02010509060101010101" pitchFamily="49" charset="-122"/>
                  <a:ea typeface="幼圆" panose="02010509060101010101" pitchFamily="49" charset="-122"/>
                </a:endParaRPr>
              </a:p>
            </p:txBody>
          </p:sp>
        </p:grpSp>
        <p:sp>
          <p:nvSpPr>
            <p:cNvPr id="54" name="矩形 53"/>
            <p:cNvSpPr/>
            <p:nvPr/>
          </p:nvSpPr>
          <p:spPr>
            <a:xfrm>
              <a:off x="7862889" y="1776095"/>
              <a:ext cx="3360256" cy="738664"/>
            </a:xfrm>
            <a:prstGeom prst="rect">
              <a:avLst/>
            </a:prstGeom>
          </p:spPr>
          <p:txBody>
            <a:bodyPr wrap="square">
              <a:spAutoFit/>
            </a:bodyPr>
            <a:lstStyle/>
            <a:p>
              <a:pPr>
                <a:lnSpc>
                  <a:spcPct val="150000"/>
                </a:lnSpc>
              </a:pPr>
              <a:r>
                <a:rPr lang="zh-CN" altLang="en-US" sz="1400" dirty="0">
                  <a:latin typeface="幼圆" panose="02010509060101010101" pitchFamily="49" charset="-122"/>
                  <a:ea typeface="幼圆" panose="02010509060101010101" pitchFamily="49" charset="-122"/>
                </a:rPr>
                <a:t>儿童教育是指对儿童进行德育、智育、体育等方面的培养和训练。</a:t>
              </a:r>
            </a:p>
          </p:txBody>
        </p:sp>
        <p:sp>
          <p:nvSpPr>
            <p:cNvPr id="55" name="矩形 54"/>
            <p:cNvSpPr/>
            <p:nvPr/>
          </p:nvSpPr>
          <p:spPr>
            <a:xfrm>
              <a:off x="7166132" y="1914594"/>
              <a:ext cx="495650" cy="461665"/>
            </a:xfrm>
            <a:prstGeom prst="rect">
              <a:avLst/>
            </a:prstGeom>
          </p:spPr>
          <p:txBody>
            <a:bodyPr wrap="none">
              <a:spAutoFit/>
            </a:bodyPr>
            <a:lstStyle/>
            <a:p>
              <a:pPr algn="ctr"/>
              <a:r>
                <a:rPr lang="en-US" altLang="zh-CN" sz="2400" b="1" dirty="0">
                  <a:solidFill>
                    <a:schemeClr val="accent1">
                      <a:lumMod val="75000"/>
                    </a:schemeClr>
                  </a:solidFill>
                  <a:latin typeface="幼圆" panose="02010509060101010101" pitchFamily="49" charset="-122"/>
                  <a:ea typeface="幼圆" panose="02010509060101010101" pitchFamily="49" charset="-122"/>
                </a:rPr>
                <a:t>04</a:t>
              </a:r>
              <a:endParaRPr lang="zh-CN" altLang="en-US" sz="2400" b="1" dirty="0">
                <a:solidFill>
                  <a:schemeClr val="accent1">
                    <a:lumMod val="75000"/>
                  </a:schemeClr>
                </a:solidFill>
                <a:latin typeface="幼圆" panose="02010509060101010101" pitchFamily="49" charset="-122"/>
                <a:ea typeface="幼圆" panose="02010509060101010101" pitchFamily="49" charset="-122"/>
              </a:endParaRPr>
            </a:p>
          </p:txBody>
        </p:sp>
      </p:grpSp>
      <p:pic>
        <p:nvPicPr>
          <p:cNvPr id="58" name="图片 57"/>
          <p:cNvPicPr>
            <a:picLocks noChangeAspect="1"/>
          </p:cNvPicPr>
          <p:nvPr/>
        </p:nvPicPr>
        <p:blipFill rotWithShape="1">
          <a:blip r:embed="rId6" cstate="print">
            <a:extLst>
              <a:ext uri="{BEBA8EAE-BF5A-486C-A8C5-ECC9F3942E4B}">
                <a14:imgProps xmlns:a14="http://schemas.microsoft.com/office/drawing/2010/main">
                  <a14:imgLayer r:embed="rId7">
                    <a14:imgEffect>
                      <a14:backgroundRemoval t="12545" b="23758" l="86455" r="100000"/>
                    </a14:imgEffect>
                  </a14:imgLayer>
                </a14:imgProps>
              </a:ext>
              <a:ext uri="{28A0092B-C50C-407E-A947-70E740481C1C}">
                <a14:useLocalDpi xmlns:a14="http://schemas.microsoft.com/office/drawing/2010/main" val="0"/>
              </a:ext>
            </a:extLst>
          </a:blip>
          <a:srcRect l="86984" t="14128" r="-424" b="76808"/>
          <a:stretch/>
        </p:blipFill>
        <p:spPr>
          <a:xfrm rot="1857232">
            <a:off x="1386070" y="1414767"/>
            <a:ext cx="1683052" cy="1702974"/>
          </a:xfrm>
          <a:prstGeom prst="rect">
            <a:avLst/>
          </a:prstGeom>
          <a:effectLst>
            <a:outerShdw blurRad="50800" dist="38100" dir="2700000" algn="tl" rotWithShape="0">
              <a:prstClr val="black">
                <a:alpha val="40000"/>
              </a:prstClr>
            </a:outerShdw>
          </a:effectLst>
        </p:spPr>
      </p:pic>
      <p:pic>
        <p:nvPicPr>
          <p:cNvPr id="59" name="图片 58"/>
          <p:cNvPicPr>
            <a:picLocks noChangeAspect="1"/>
          </p:cNvPicPr>
          <p:nvPr/>
        </p:nvPicPr>
        <p:blipFill rotWithShape="1">
          <a:blip r:embed="rId8" cstate="print">
            <a:extLst>
              <a:ext uri="{BEBA8EAE-BF5A-486C-A8C5-ECC9F3942E4B}">
                <a14:imgProps xmlns:a14="http://schemas.microsoft.com/office/drawing/2010/main">
                  <a14:imgLayer r:embed="rId7">
                    <a14:imgEffect>
                      <a14:backgroundRemoval t="1091" b="10242" l="51091" r="61818"/>
                    </a14:imgEffect>
                  </a14:imgLayer>
                </a14:imgProps>
              </a:ext>
              <a:ext uri="{28A0092B-C50C-407E-A947-70E740481C1C}">
                <a14:useLocalDpi xmlns:a14="http://schemas.microsoft.com/office/drawing/2010/main" val="0"/>
              </a:ext>
            </a:extLst>
          </a:blip>
          <a:srcRect l="51042" r="35939" b="90899"/>
          <a:stretch/>
        </p:blipFill>
        <p:spPr>
          <a:xfrm>
            <a:off x="4784437" y="804791"/>
            <a:ext cx="1170874" cy="1228048"/>
          </a:xfrm>
          <a:prstGeom prst="rect">
            <a:avLst/>
          </a:prstGeom>
        </p:spPr>
      </p:pic>
      <p:pic>
        <p:nvPicPr>
          <p:cNvPr id="60" name="图片 59"/>
          <p:cNvPicPr>
            <a:picLocks noChangeAspect="1"/>
          </p:cNvPicPr>
          <p:nvPr/>
        </p:nvPicPr>
        <p:blipFill rotWithShape="1">
          <a:blip r:embed="rId9" cstate="print">
            <a:extLst>
              <a:ext uri="{BEBA8EAE-BF5A-486C-A8C5-ECC9F3942E4B}">
                <a14:imgProps xmlns:a14="http://schemas.microsoft.com/office/drawing/2010/main">
                  <a14:imgLayer r:embed="rId7">
                    <a14:imgEffect>
                      <a14:backgroundRemoval t="15939" b="25879" l="0" r="14000"/>
                    </a14:imgEffect>
                  </a14:imgLayer>
                </a14:imgProps>
              </a:ext>
              <a:ext uri="{28A0092B-C50C-407E-A947-70E740481C1C}">
                <a14:useLocalDpi xmlns:a14="http://schemas.microsoft.com/office/drawing/2010/main" val="0"/>
              </a:ext>
            </a:extLst>
          </a:blip>
          <a:srcRect t="15333" r="83114" b="73542"/>
          <a:stretch/>
        </p:blipFill>
        <p:spPr>
          <a:xfrm rot="19644289">
            <a:off x="3529402" y="1673787"/>
            <a:ext cx="1331319" cy="1315821"/>
          </a:xfrm>
          <a:prstGeom prst="rect">
            <a:avLst/>
          </a:prstGeom>
        </p:spPr>
      </p:pic>
    </p:spTree>
    <p:extLst>
      <p:ext uri="{BB962C8B-B14F-4D97-AF65-F5344CB8AC3E}">
        <p14:creationId xmlns:p14="http://schemas.microsoft.com/office/powerpoint/2010/main" val="1951165720"/>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inVertical)">
                                      <p:cBhvr>
                                        <p:cTn id="7" dur="500"/>
                                        <p:tgtEl>
                                          <p:spTgt spid="12"/>
                                        </p:tgtEl>
                                      </p:cBhvr>
                                    </p:animEffect>
                                  </p:childTnLst>
                                </p:cTn>
                              </p:par>
                            </p:childTnLst>
                          </p:cTn>
                        </p:par>
                        <p:par>
                          <p:cTn id="8" fill="hold">
                            <p:stCondLst>
                              <p:cond delay="500"/>
                            </p:stCondLst>
                            <p:childTnLst>
                              <p:par>
                                <p:cTn id="9" presetID="16" presetClass="entr" presetSubtype="21" fill="hold" nodeType="afterEffect">
                                  <p:stCondLst>
                                    <p:cond delay="0"/>
                                  </p:stCondLst>
                                  <p:childTnLst>
                                    <p:set>
                                      <p:cBhvr>
                                        <p:cTn id="10" dur="1" fill="hold">
                                          <p:stCondLst>
                                            <p:cond delay="0"/>
                                          </p:stCondLst>
                                        </p:cTn>
                                        <p:tgtEl>
                                          <p:spTgt spid="46"/>
                                        </p:tgtEl>
                                        <p:attrNameLst>
                                          <p:attrName>style.visibility</p:attrName>
                                        </p:attrNameLst>
                                      </p:cBhvr>
                                      <p:to>
                                        <p:strVal val="visible"/>
                                      </p:to>
                                    </p:set>
                                    <p:animEffect transition="in" filter="barn(inVertical)">
                                      <p:cBhvr>
                                        <p:cTn id="11" dur="500"/>
                                        <p:tgtEl>
                                          <p:spTgt spid="46"/>
                                        </p:tgtEl>
                                      </p:cBhvr>
                                    </p:animEffect>
                                  </p:childTnLst>
                                </p:cTn>
                              </p:par>
                            </p:childTnLst>
                          </p:cTn>
                        </p:par>
                        <p:par>
                          <p:cTn id="12" fill="hold">
                            <p:stCondLst>
                              <p:cond delay="1000"/>
                            </p:stCondLst>
                            <p:childTnLst>
                              <p:par>
                                <p:cTn id="13" presetID="16" presetClass="entr" presetSubtype="21" fill="hold" nodeType="afterEffect">
                                  <p:stCondLst>
                                    <p:cond delay="0"/>
                                  </p:stCondLst>
                                  <p:childTnLst>
                                    <p:set>
                                      <p:cBhvr>
                                        <p:cTn id="14" dur="1" fill="hold">
                                          <p:stCondLst>
                                            <p:cond delay="0"/>
                                          </p:stCondLst>
                                        </p:cTn>
                                        <p:tgtEl>
                                          <p:spTgt spid="40"/>
                                        </p:tgtEl>
                                        <p:attrNameLst>
                                          <p:attrName>style.visibility</p:attrName>
                                        </p:attrNameLst>
                                      </p:cBhvr>
                                      <p:to>
                                        <p:strVal val="visible"/>
                                      </p:to>
                                    </p:set>
                                    <p:animEffect transition="in" filter="barn(inVertical)">
                                      <p:cBhvr>
                                        <p:cTn id="15" dur="500"/>
                                        <p:tgtEl>
                                          <p:spTgt spid="40"/>
                                        </p:tgtEl>
                                      </p:cBhvr>
                                    </p:animEffect>
                                  </p:childTnLst>
                                </p:cTn>
                              </p:par>
                            </p:childTnLst>
                          </p:cTn>
                        </p:par>
                        <p:par>
                          <p:cTn id="16" fill="hold">
                            <p:stCondLst>
                              <p:cond delay="1500"/>
                            </p:stCondLst>
                            <p:childTnLst>
                              <p:par>
                                <p:cTn id="17" presetID="16" presetClass="entr" presetSubtype="21" fill="hold" nodeType="afterEffect">
                                  <p:stCondLst>
                                    <p:cond delay="0"/>
                                  </p:stCondLst>
                                  <p:childTnLst>
                                    <p:set>
                                      <p:cBhvr>
                                        <p:cTn id="18" dur="1" fill="hold">
                                          <p:stCondLst>
                                            <p:cond delay="0"/>
                                          </p:stCondLst>
                                        </p:cTn>
                                        <p:tgtEl>
                                          <p:spTgt spid="52"/>
                                        </p:tgtEl>
                                        <p:attrNameLst>
                                          <p:attrName>style.visibility</p:attrName>
                                        </p:attrNameLst>
                                      </p:cBhvr>
                                      <p:to>
                                        <p:strVal val="visible"/>
                                      </p:to>
                                    </p:set>
                                    <p:animEffect transition="in" filter="barn(inVertical)">
                                      <p:cBhvr>
                                        <p:cTn id="19"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a:xfrm>
            <a:off x="395287" y="500061"/>
            <a:ext cx="11401425" cy="5857875"/>
          </a:xfrm>
          <a:prstGeom prst="round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圆角矩形 30"/>
          <p:cNvSpPr/>
          <p:nvPr/>
        </p:nvSpPr>
        <p:spPr>
          <a:xfrm>
            <a:off x="814386" y="715389"/>
            <a:ext cx="10563227" cy="5427222"/>
          </a:xfrm>
          <a:prstGeom prst="roundRect">
            <a:avLst/>
          </a:prstGeom>
          <a:noFill/>
          <a:ln>
            <a:solidFill>
              <a:schemeClr val="accent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4587977" y="3136612"/>
            <a:ext cx="3244645" cy="584775"/>
          </a:xfrm>
          <a:prstGeom prst="rect">
            <a:avLst/>
          </a:prstGeom>
          <a:noFill/>
        </p:spPr>
        <p:txBody>
          <a:bodyPr wrap="square" rtlCol="0">
            <a:spAutoFit/>
          </a:bodyPr>
          <a:lstStyle/>
          <a:p>
            <a:pPr algn="dist"/>
            <a:r>
              <a:rPr lang="zh-CN" altLang="en-US" sz="3200" dirty="0">
                <a:solidFill>
                  <a:schemeClr val="tx1">
                    <a:lumMod val="85000"/>
                    <a:lumOff val="15000"/>
                  </a:schemeClr>
                </a:solidFill>
                <a:latin typeface="方正字迹-元童楷隶简体" panose="02010600010101010101" pitchFamily="2" charset="-122"/>
                <a:ea typeface="方正字迹-元童楷隶简体" panose="02010600010101010101" pitchFamily="2" charset="-122"/>
              </a:rPr>
              <a:t>输入标题</a:t>
            </a:r>
          </a:p>
        </p:txBody>
      </p:sp>
      <p:sp>
        <p:nvSpPr>
          <p:cNvPr id="32" name="五角星 20"/>
          <p:cNvSpPr/>
          <p:nvPr/>
        </p:nvSpPr>
        <p:spPr>
          <a:xfrm>
            <a:off x="461957" y="4701653"/>
            <a:ext cx="704858" cy="704857"/>
          </a:xfrm>
          <a:custGeom>
            <a:avLst/>
            <a:gdLst>
              <a:gd name="connsiteX0" fmla="*/ 1 w 1147078"/>
              <a:gd name="connsiteY0" fmla="*/ 438144 h 1147078"/>
              <a:gd name="connsiteX1" fmla="*/ 438147 w 1147078"/>
              <a:gd name="connsiteY1" fmla="*/ 438147 h 1147078"/>
              <a:gd name="connsiteX2" fmla="*/ 573539 w 1147078"/>
              <a:gd name="connsiteY2" fmla="*/ 0 h 1147078"/>
              <a:gd name="connsiteX3" fmla="*/ 708931 w 1147078"/>
              <a:gd name="connsiteY3" fmla="*/ 438147 h 1147078"/>
              <a:gd name="connsiteX4" fmla="*/ 1147077 w 1147078"/>
              <a:gd name="connsiteY4" fmla="*/ 438144 h 1147078"/>
              <a:gd name="connsiteX5" fmla="*/ 792607 w 1147078"/>
              <a:gd name="connsiteY5" fmla="*/ 708930 h 1147078"/>
              <a:gd name="connsiteX6" fmla="*/ 928005 w 1147078"/>
              <a:gd name="connsiteY6" fmla="*/ 1147075 h 1147078"/>
              <a:gd name="connsiteX7" fmla="*/ 573539 w 1147078"/>
              <a:gd name="connsiteY7" fmla="*/ 876284 h 1147078"/>
              <a:gd name="connsiteX8" fmla="*/ 219073 w 1147078"/>
              <a:gd name="connsiteY8" fmla="*/ 1147075 h 1147078"/>
              <a:gd name="connsiteX9" fmla="*/ 354471 w 1147078"/>
              <a:gd name="connsiteY9" fmla="*/ 708930 h 1147078"/>
              <a:gd name="connsiteX10" fmla="*/ 1 w 1147078"/>
              <a:gd name="connsiteY10" fmla="*/ 438144 h 1147078"/>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7076" h="1147075">
                <a:moveTo>
                  <a:pt x="0" y="438144"/>
                </a:moveTo>
                <a:lnTo>
                  <a:pt x="438146" y="438147"/>
                </a:lnTo>
                <a:cubicBezTo>
                  <a:pt x="411839" y="249235"/>
                  <a:pt x="528407" y="146049"/>
                  <a:pt x="573538" y="0"/>
                </a:cubicBezTo>
                <a:cubicBezTo>
                  <a:pt x="618669" y="146049"/>
                  <a:pt x="692374" y="220661"/>
                  <a:pt x="708930" y="438147"/>
                </a:cubicBezTo>
                <a:lnTo>
                  <a:pt x="1147076" y="438144"/>
                </a:lnTo>
                <a:cubicBezTo>
                  <a:pt x="1028919" y="528406"/>
                  <a:pt x="1025063" y="761543"/>
                  <a:pt x="792606" y="708930"/>
                </a:cubicBezTo>
                <a:cubicBezTo>
                  <a:pt x="909176" y="912128"/>
                  <a:pt x="882871" y="1001027"/>
                  <a:pt x="928004" y="1147075"/>
                </a:cubicBezTo>
                <a:lnTo>
                  <a:pt x="587826" y="947722"/>
                </a:lnTo>
                <a:lnTo>
                  <a:pt x="219072" y="1147075"/>
                </a:lnTo>
                <a:cubicBezTo>
                  <a:pt x="264205" y="1001027"/>
                  <a:pt x="180749" y="840691"/>
                  <a:pt x="354470" y="708930"/>
                </a:cubicBezTo>
                <a:cubicBezTo>
                  <a:pt x="236313" y="618668"/>
                  <a:pt x="146732" y="671281"/>
                  <a:pt x="0" y="438144"/>
                </a:cubicBezTo>
                <a:close/>
              </a:path>
            </a:pathLst>
          </a:custGeom>
          <a:solidFill>
            <a:srgbClr val="FDD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五角星 20"/>
          <p:cNvSpPr/>
          <p:nvPr/>
        </p:nvSpPr>
        <p:spPr>
          <a:xfrm>
            <a:off x="461957" y="2652705"/>
            <a:ext cx="704858" cy="704857"/>
          </a:xfrm>
          <a:custGeom>
            <a:avLst/>
            <a:gdLst>
              <a:gd name="connsiteX0" fmla="*/ 1 w 1147078"/>
              <a:gd name="connsiteY0" fmla="*/ 438144 h 1147078"/>
              <a:gd name="connsiteX1" fmla="*/ 438147 w 1147078"/>
              <a:gd name="connsiteY1" fmla="*/ 438147 h 1147078"/>
              <a:gd name="connsiteX2" fmla="*/ 573539 w 1147078"/>
              <a:gd name="connsiteY2" fmla="*/ 0 h 1147078"/>
              <a:gd name="connsiteX3" fmla="*/ 708931 w 1147078"/>
              <a:gd name="connsiteY3" fmla="*/ 438147 h 1147078"/>
              <a:gd name="connsiteX4" fmla="*/ 1147077 w 1147078"/>
              <a:gd name="connsiteY4" fmla="*/ 438144 h 1147078"/>
              <a:gd name="connsiteX5" fmla="*/ 792607 w 1147078"/>
              <a:gd name="connsiteY5" fmla="*/ 708930 h 1147078"/>
              <a:gd name="connsiteX6" fmla="*/ 928005 w 1147078"/>
              <a:gd name="connsiteY6" fmla="*/ 1147075 h 1147078"/>
              <a:gd name="connsiteX7" fmla="*/ 573539 w 1147078"/>
              <a:gd name="connsiteY7" fmla="*/ 876284 h 1147078"/>
              <a:gd name="connsiteX8" fmla="*/ 219073 w 1147078"/>
              <a:gd name="connsiteY8" fmla="*/ 1147075 h 1147078"/>
              <a:gd name="connsiteX9" fmla="*/ 354471 w 1147078"/>
              <a:gd name="connsiteY9" fmla="*/ 708930 h 1147078"/>
              <a:gd name="connsiteX10" fmla="*/ 1 w 1147078"/>
              <a:gd name="connsiteY10" fmla="*/ 438144 h 1147078"/>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7076" h="1147075">
                <a:moveTo>
                  <a:pt x="0" y="438144"/>
                </a:moveTo>
                <a:lnTo>
                  <a:pt x="438146" y="438147"/>
                </a:lnTo>
                <a:cubicBezTo>
                  <a:pt x="411839" y="249235"/>
                  <a:pt x="528407" y="146049"/>
                  <a:pt x="573538" y="0"/>
                </a:cubicBezTo>
                <a:cubicBezTo>
                  <a:pt x="618669" y="146049"/>
                  <a:pt x="692374" y="220661"/>
                  <a:pt x="708930" y="438147"/>
                </a:cubicBezTo>
                <a:lnTo>
                  <a:pt x="1147076" y="438144"/>
                </a:lnTo>
                <a:cubicBezTo>
                  <a:pt x="1028919" y="528406"/>
                  <a:pt x="1025063" y="761543"/>
                  <a:pt x="792606" y="708930"/>
                </a:cubicBezTo>
                <a:cubicBezTo>
                  <a:pt x="909176" y="912128"/>
                  <a:pt x="882871" y="1001027"/>
                  <a:pt x="928004" y="1147075"/>
                </a:cubicBezTo>
                <a:lnTo>
                  <a:pt x="587826" y="947722"/>
                </a:lnTo>
                <a:lnTo>
                  <a:pt x="219072" y="1147075"/>
                </a:lnTo>
                <a:cubicBezTo>
                  <a:pt x="264205" y="1001027"/>
                  <a:pt x="180749" y="840691"/>
                  <a:pt x="354470" y="708930"/>
                </a:cubicBezTo>
                <a:cubicBezTo>
                  <a:pt x="236313" y="618668"/>
                  <a:pt x="146732" y="671281"/>
                  <a:pt x="0" y="438144"/>
                </a:cubicBezTo>
                <a:close/>
              </a:path>
            </a:pathLst>
          </a:custGeom>
          <a:solidFill>
            <a:srgbClr val="FDD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五角星 20"/>
          <p:cNvSpPr/>
          <p:nvPr/>
        </p:nvSpPr>
        <p:spPr>
          <a:xfrm>
            <a:off x="814386" y="599592"/>
            <a:ext cx="704858" cy="704857"/>
          </a:xfrm>
          <a:custGeom>
            <a:avLst/>
            <a:gdLst>
              <a:gd name="connsiteX0" fmla="*/ 1 w 1147078"/>
              <a:gd name="connsiteY0" fmla="*/ 438144 h 1147078"/>
              <a:gd name="connsiteX1" fmla="*/ 438147 w 1147078"/>
              <a:gd name="connsiteY1" fmla="*/ 438147 h 1147078"/>
              <a:gd name="connsiteX2" fmla="*/ 573539 w 1147078"/>
              <a:gd name="connsiteY2" fmla="*/ 0 h 1147078"/>
              <a:gd name="connsiteX3" fmla="*/ 708931 w 1147078"/>
              <a:gd name="connsiteY3" fmla="*/ 438147 h 1147078"/>
              <a:gd name="connsiteX4" fmla="*/ 1147077 w 1147078"/>
              <a:gd name="connsiteY4" fmla="*/ 438144 h 1147078"/>
              <a:gd name="connsiteX5" fmla="*/ 792607 w 1147078"/>
              <a:gd name="connsiteY5" fmla="*/ 708930 h 1147078"/>
              <a:gd name="connsiteX6" fmla="*/ 928005 w 1147078"/>
              <a:gd name="connsiteY6" fmla="*/ 1147075 h 1147078"/>
              <a:gd name="connsiteX7" fmla="*/ 573539 w 1147078"/>
              <a:gd name="connsiteY7" fmla="*/ 876284 h 1147078"/>
              <a:gd name="connsiteX8" fmla="*/ 219073 w 1147078"/>
              <a:gd name="connsiteY8" fmla="*/ 1147075 h 1147078"/>
              <a:gd name="connsiteX9" fmla="*/ 354471 w 1147078"/>
              <a:gd name="connsiteY9" fmla="*/ 708930 h 1147078"/>
              <a:gd name="connsiteX10" fmla="*/ 1 w 1147078"/>
              <a:gd name="connsiteY10" fmla="*/ 438144 h 1147078"/>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7076" h="1147075">
                <a:moveTo>
                  <a:pt x="0" y="438144"/>
                </a:moveTo>
                <a:lnTo>
                  <a:pt x="438146" y="438147"/>
                </a:lnTo>
                <a:cubicBezTo>
                  <a:pt x="411839" y="249235"/>
                  <a:pt x="528407" y="146049"/>
                  <a:pt x="573538" y="0"/>
                </a:cubicBezTo>
                <a:cubicBezTo>
                  <a:pt x="618669" y="146049"/>
                  <a:pt x="692374" y="220661"/>
                  <a:pt x="708930" y="438147"/>
                </a:cubicBezTo>
                <a:lnTo>
                  <a:pt x="1147076" y="438144"/>
                </a:lnTo>
                <a:cubicBezTo>
                  <a:pt x="1028919" y="528406"/>
                  <a:pt x="1025063" y="761543"/>
                  <a:pt x="792606" y="708930"/>
                </a:cubicBezTo>
                <a:cubicBezTo>
                  <a:pt x="909176" y="912128"/>
                  <a:pt x="882871" y="1001027"/>
                  <a:pt x="928004" y="1147075"/>
                </a:cubicBezTo>
                <a:lnTo>
                  <a:pt x="587826" y="947722"/>
                </a:lnTo>
                <a:lnTo>
                  <a:pt x="219072" y="1147075"/>
                </a:lnTo>
                <a:cubicBezTo>
                  <a:pt x="264205" y="1001027"/>
                  <a:pt x="180749" y="840691"/>
                  <a:pt x="354470" y="708930"/>
                </a:cubicBezTo>
                <a:cubicBezTo>
                  <a:pt x="236313" y="618668"/>
                  <a:pt x="146732" y="671281"/>
                  <a:pt x="0" y="438144"/>
                </a:cubicBezTo>
                <a:close/>
              </a:path>
            </a:pathLst>
          </a:custGeom>
          <a:solidFill>
            <a:srgbClr val="FDD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5" name="五角星 20"/>
          <p:cNvSpPr/>
          <p:nvPr/>
        </p:nvSpPr>
        <p:spPr>
          <a:xfrm>
            <a:off x="2599634" y="362960"/>
            <a:ext cx="704858" cy="704857"/>
          </a:xfrm>
          <a:custGeom>
            <a:avLst/>
            <a:gdLst>
              <a:gd name="connsiteX0" fmla="*/ 1 w 1147078"/>
              <a:gd name="connsiteY0" fmla="*/ 438144 h 1147078"/>
              <a:gd name="connsiteX1" fmla="*/ 438147 w 1147078"/>
              <a:gd name="connsiteY1" fmla="*/ 438147 h 1147078"/>
              <a:gd name="connsiteX2" fmla="*/ 573539 w 1147078"/>
              <a:gd name="connsiteY2" fmla="*/ 0 h 1147078"/>
              <a:gd name="connsiteX3" fmla="*/ 708931 w 1147078"/>
              <a:gd name="connsiteY3" fmla="*/ 438147 h 1147078"/>
              <a:gd name="connsiteX4" fmla="*/ 1147077 w 1147078"/>
              <a:gd name="connsiteY4" fmla="*/ 438144 h 1147078"/>
              <a:gd name="connsiteX5" fmla="*/ 792607 w 1147078"/>
              <a:gd name="connsiteY5" fmla="*/ 708930 h 1147078"/>
              <a:gd name="connsiteX6" fmla="*/ 928005 w 1147078"/>
              <a:gd name="connsiteY6" fmla="*/ 1147075 h 1147078"/>
              <a:gd name="connsiteX7" fmla="*/ 573539 w 1147078"/>
              <a:gd name="connsiteY7" fmla="*/ 876284 h 1147078"/>
              <a:gd name="connsiteX8" fmla="*/ 219073 w 1147078"/>
              <a:gd name="connsiteY8" fmla="*/ 1147075 h 1147078"/>
              <a:gd name="connsiteX9" fmla="*/ 354471 w 1147078"/>
              <a:gd name="connsiteY9" fmla="*/ 708930 h 1147078"/>
              <a:gd name="connsiteX10" fmla="*/ 1 w 1147078"/>
              <a:gd name="connsiteY10" fmla="*/ 438144 h 1147078"/>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7076" h="1147075">
                <a:moveTo>
                  <a:pt x="0" y="438144"/>
                </a:moveTo>
                <a:lnTo>
                  <a:pt x="438146" y="438147"/>
                </a:lnTo>
                <a:cubicBezTo>
                  <a:pt x="411839" y="249235"/>
                  <a:pt x="528407" y="146049"/>
                  <a:pt x="573538" y="0"/>
                </a:cubicBezTo>
                <a:cubicBezTo>
                  <a:pt x="618669" y="146049"/>
                  <a:pt x="692374" y="220661"/>
                  <a:pt x="708930" y="438147"/>
                </a:cubicBezTo>
                <a:lnTo>
                  <a:pt x="1147076" y="438144"/>
                </a:lnTo>
                <a:cubicBezTo>
                  <a:pt x="1028919" y="528406"/>
                  <a:pt x="1025063" y="761543"/>
                  <a:pt x="792606" y="708930"/>
                </a:cubicBezTo>
                <a:cubicBezTo>
                  <a:pt x="909176" y="912128"/>
                  <a:pt x="882871" y="1001027"/>
                  <a:pt x="928004" y="1147075"/>
                </a:cubicBezTo>
                <a:lnTo>
                  <a:pt x="587826" y="947722"/>
                </a:lnTo>
                <a:lnTo>
                  <a:pt x="219072" y="1147075"/>
                </a:lnTo>
                <a:cubicBezTo>
                  <a:pt x="264205" y="1001027"/>
                  <a:pt x="180749" y="840691"/>
                  <a:pt x="354470" y="708930"/>
                </a:cubicBezTo>
                <a:cubicBezTo>
                  <a:pt x="236313" y="618668"/>
                  <a:pt x="146732" y="671281"/>
                  <a:pt x="0" y="438144"/>
                </a:cubicBezTo>
                <a:close/>
              </a:path>
            </a:pathLst>
          </a:custGeom>
          <a:solidFill>
            <a:srgbClr val="FDD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五角星 20"/>
          <p:cNvSpPr/>
          <p:nvPr/>
        </p:nvSpPr>
        <p:spPr>
          <a:xfrm>
            <a:off x="4299174" y="362960"/>
            <a:ext cx="704858" cy="704857"/>
          </a:xfrm>
          <a:custGeom>
            <a:avLst/>
            <a:gdLst>
              <a:gd name="connsiteX0" fmla="*/ 1 w 1147078"/>
              <a:gd name="connsiteY0" fmla="*/ 438144 h 1147078"/>
              <a:gd name="connsiteX1" fmla="*/ 438147 w 1147078"/>
              <a:gd name="connsiteY1" fmla="*/ 438147 h 1147078"/>
              <a:gd name="connsiteX2" fmla="*/ 573539 w 1147078"/>
              <a:gd name="connsiteY2" fmla="*/ 0 h 1147078"/>
              <a:gd name="connsiteX3" fmla="*/ 708931 w 1147078"/>
              <a:gd name="connsiteY3" fmla="*/ 438147 h 1147078"/>
              <a:gd name="connsiteX4" fmla="*/ 1147077 w 1147078"/>
              <a:gd name="connsiteY4" fmla="*/ 438144 h 1147078"/>
              <a:gd name="connsiteX5" fmla="*/ 792607 w 1147078"/>
              <a:gd name="connsiteY5" fmla="*/ 708930 h 1147078"/>
              <a:gd name="connsiteX6" fmla="*/ 928005 w 1147078"/>
              <a:gd name="connsiteY6" fmla="*/ 1147075 h 1147078"/>
              <a:gd name="connsiteX7" fmla="*/ 573539 w 1147078"/>
              <a:gd name="connsiteY7" fmla="*/ 876284 h 1147078"/>
              <a:gd name="connsiteX8" fmla="*/ 219073 w 1147078"/>
              <a:gd name="connsiteY8" fmla="*/ 1147075 h 1147078"/>
              <a:gd name="connsiteX9" fmla="*/ 354471 w 1147078"/>
              <a:gd name="connsiteY9" fmla="*/ 708930 h 1147078"/>
              <a:gd name="connsiteX10" fmla="*/ 1 w 1147078"/>
              <a:gd name="connsiteY10" fmla="*/ 438144 h 1147078"/>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7076" h="1147075">
                <a:moveTo>
                  <a:pt x="0" y="438144"/>
                </a:moveTo>
                <a:lnTo>
                  <a:pt x="438146" y="438147"/>
                </a:lnTo>
                <a:cubicBezTo>
                  <a:pt x="411839" y="249235"/>
                  <a:pt x="528407" y="146049"/>
                  <a:pt x="573538" y="0"/>
                </a:cubicBezTo>
                <a:cubicBezTo>
                  <a:pt x="618669" y="146049"/>
                  <a:pt x="692374" y="220661"/>
                  <a:pt x="708930" y="438147"/>
                </a:cubicBezTo>
                <a:lnTo>
                  <a:pt x="1147076" y="438144"/>
                </a:lnTo>
                <a:cubicBezTo>
                  <a:pt x="1028919" y="528406"/>
                  <a:pt x="1025063" y="761543"/>
                  <a:pt x="792606" y="708930"/>
                </a:cubicBezTo>
                <a:cubicBezTo>
                  <a:pt x="909176" y="912128"/>
                  <a:pt x="882871" y="1001027"/>
                  <a:pt x="928004" y="1147075"/>
                </a:cubicBezTo>
                <a:lnTo>
                  <a:pt x="587826" y="947722"/>
                </a:lnTo>
                <a:lnTo>
                  <a:pt x="219072" y="1147075"/>
                </a:lnTo>
                <a:cubicBezTo>
                  <a:pt x="264205" y="1001027"/>
                  <a:pt x="180749" y="840691"/>
                  <a:pt x="354470" y="708930"/>
                </a:cubicBezTo>
                <a:cubicBezTo>
                  <a:pt x="236313" y="618668"/>
                  <a:pt x="146732" y="671281"/>
                  <a:pt x="0" y="438144"/>
                </a:cubicBezTo>
                <a:close/>
              </a:path>
            </a:pathLst>
          </a:custGeom>
          <a:solidFill>
            <a:srgbClr val="FDD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五角星 20"/>
          <p:cNvSpPr/>
          <p:nvPr/>
        </p:nvSpPr>
        <p:spPr>
          <a:xfrm>
            <a:off x="5998714" y="362960"/>
            <a:ext cx="704858" cy="704857"/>
          </a:xfrm>
          <a:custGeom>
            <a:avLst/>
            <a:gdLst>
              <a:gd name="connsiteX0" fmla="*/ 1 w 1147078"/>
              <a:gd name="connsiteY0" fmla="*/ 438144 h 1147078"/>
              <a:gd name="connsiteX1" fmla="*/ 438147 w 1147078"/>
              <a:gd name="connsiteY1" fmla="*/ 438147 h 1147078"/>
              <a:gd name="connsiteX2" fmla="*/ 573539 w 1147078"/>
              <a:gd name="connsiteY2" fmla="*/ 0 h 1147078"/>
              <a:gd name="connsiteX3" fmla="*/ 708931 w 1147078"/>
              <a:gd name="connsiteY3" fmla="*/ 438147 h 1147078"/>
              <a:gd name="connsiteX4" fmla="*/ 1147077 w 1147078"/>
              <a:gd name="connsiteY4" fmla="*/ 438144 h 1147078"/>
              <a:gd name="connsiteX5" fmla="*/ 792607 w 1147078"/>
              <a:gd name="connsiteY5" fmla="*/ 708930 h 1147078"/>
              <a:gd name="connsiteX6" fmla="*/ 928005 w 1147078"/>
              <a:gd name="connsiteY6" fmla="*/ 1147075 h 1147078"/>
              <a:gd name="connsiteX7" fmla="*/ 573539 w 1147078"/>
              <a:gd name="connsiteY7" fmla="*/ 876284 h 1147078"/>
              <a:gd name="connsiteX8" fmla="*/ 219073 w 1147078"/>
              <a:gd name="connsiteY8" fmla="*/ 1147075 h 1147078"/>
              <a:gd name="connsiteX9" fmla="*/ 354471 w 1147078"/>
              <a:gd name="connsiteY9" fmla="*/ 708930 h 1147078"/>
              <a:gd name="connsiteX10" fmla="*/ 1 w 1147078"/>
              <a:gd name="connsiteY10" fmla="*/ 438144 h 1147078"/>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7076" h="1147075">
                <a:moveTo>
                  <a:pt x="0" y="438144"/>
                </a:moveTo>
                <a:lnTo>
                  <a:pt x="438146" y="438147"/>
                </a:lnTo>
                <a:cubicBezTo>
                  <a:pt x="411839" y="249235"/>
                  <a:pt x="528407" y="146049"/>
                  <a:pt x="573538" y="0"/>
                </a:cubicBezTo>
                <a:cubicBezTo>
                  <a:pt x="618669" y="146049"/>
                  <a:pt x="692374" y="220661"/>
                  <a:pt x="708930" y="438147"/>
                </a:cubicBezTo>
                <a:lnTo>
                  <a:pt x="1147076" y="438144"/>
                </a:lnTo>
                <a:cubicBezTo>
                  <a:pt x="1028919" y="528406"/>
                  <a:pt x="1025063" y="761543"/>
                  <a:pt x="792606" y="708930"/>
                </a:cubicBezTo>
                <a:cubicBezTo>
                  <a:pt x="909176" y="912128"/>
                  <a:pt x="882871" y="1001027"/>
                  <a:pt x="928004" y="1147075"/>
                </a:cubicBezTo>
                <a:lnTo>
                  <a:pt x="587826" y="947722"/>
                </a:lnTo>
                <a:lnTo>
                  <a:pt x="219072" y="1147075"/>
                </a:lnTo>
                <a:cubicBezTo>
                  <a:pt x="264205" y="1001027"/>
                  <a:pt x="180749" y="840691"/>
                  <a:pt x="354470" y="708930"/>
                </a:cubicBezTo>
                <a:cubicBezTo>
                  <a:pt x="236313" y="618668"/>
                  <a:pt x="146732" y="671281"/>
                  <a:pt x="0" y="438144"/>
                </a:cubicBezTo>
                <a:close/>
              </a:path>
            </a:pathLst>
          </a:custGeom>
          <a:solidFill>
            <a:srgbClr val="FDD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8" name="五角星 20"/>
          <p:cNvSpPr/>
          <p:nvPr/>
        </p:nvSpPr>
        <p:spPr>
          <a:xfrm>
            <a:off x="7698254" y="362960"/>
            <a:ext cx="704858" cy="704857"/>
          </a:xfrm>
          <a:custGeom>
            <a:avLst/>
            <a:gdLst>
              <a:gd name="connsiteX0" fmla="*/ 1 w 1147078"/>
              <a:gd name="connsiteY0" fmla="*/ 438144 h 1147078"/>
              <a:gd name="connsiteX1" fmla="*/ 438147 w 1147078"/>
              <a:gd name="connsiteY1" fmla="*/ 438147 h 1147078"/>
              <a:gd name="connsiteX2" fmla="*/ 573539 w 1147078"/>
              <a:gd name="connsiteY2" fmla="*/ 0 h 1147078"/>
              <a:gd name="connsiteX3" fmla="*/ 708931 w 1147078"/>
              <a:gd name="connsiteY3" fmla="*/ 438147 h 1147078"/>
              <a:gd name="connsiteX4" fmla="*/ 1147077 w 1147078"/>
              <a:gd name="connsiteY4" fmla="*/ 438144 h 1147078"/>
              <a:gd name="connsiteX5" fmla="*/ 792607 w 1147078"/>
              <a:gd name="connsiteY5" fmla="*/ 708930 h 1147078"/>
              <a:gd name="connsiteX6" fmla="*/ 928005 w 1147078"/>
              <a:gd name="connsiteY6" fmla="*/ 1147075 h 1147078"/>
              <a:gd name="connsiteX7" fmla="*/ 573539 w 1147078"/>
              <a:gd name="connsiteY7" fmla="*/ 876284 h 1147078"/>
              <a:gd name="connsiteX8" fmla="*/ 219073 w 1147078"/>
              <a:gd name="connsiteY8" fmla="*/ 1147075 h 1147078"/>
              <a:gd name="connsiteX9" fmla="*/ 354471 w 1147078"/>
              <a:gd name="connsiteY9" fmla="*/ 708930 h 1147078"/>
              <a:gd name="connsiteX10" fmla="*/ 1 w 1147078"/>
              <a:gd name="connsiteY10" fmla="*/ 438144 h 1147078"/>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7076" h="1147075">
                <a:moveTo>
                  <a:pt x="0" y="438144"/>
                </a:moveTo>
                <a:lnTo>
                  <a:pt x="438146" y="438147"/>
                </a:lnTo>
                <a:cubicBezTo>
                  <a:pt x="411839" y="249235"/>
                  <a:pt x="528407" y="146049"/>
                  <a:pt x="573538" y="0"/>
                </a:cubicBezTo>
                <a:cubicBezTo>
                  <a:pt x="618669" y="146049"/>
                  <a:pt x="692374" y="220661"/>
                  <a:pt x="708930" y="438147"/>
                </a:cubicBezTo>
                <a:lnTo>
                  <a:pt x="1147076" y="438144"/>
                </a:lnTo>
                <a:cubicBezTo>
                  <a:pt x="1028919" y="528406"/>
                  <a:pt x="1025063" y="761543"/>
                  <a:pt x="792606" y="708930"/>
                </a:cubicBezTo>
                <a:cubicBezTo>
                  <a:pt x="909176" y="912128"/>
                  <a:pt x="882871" y="1001027"/>
                  <a:pt x="928004" y="1147075"/>
                </a:cubicBezTo>
                <a:lnTo>
                  <a:pt x="587826" y="947722"/>
                </a:lnTo>
                <a:lnTo>
                  <a:pt x="219072" y="1147075"/>
                </a:lnTo>
                <a:cubicBezTo>
                  <a:pt x="264205" y="1001027"/>
                  <a:pt x="180749" y="840691"/>
                  <a:pt x="354470" y="708930"/>
                </a:cubicBezTo>
                <a:cubicBezTo>
                  <a:pt x="236313" y="618668"/>
                  <a:pt x="146732" y="671281"/>
                  <a:pt x="0" y="438144"/>
                </a:cubicBezTo>
                <a:close/>
              </a:path>
            </a:pathLst>
          </a:custGeom>
          <a:solidFill>
            <a:srgbClr val="FDD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9" name="五角星 20"/>
          <p:cNvSpPr/>
          <p:nvPr/>
        </p:nvSpPr>
        <p:spPr>
          <a:xfrm>
            <a:off x="9397796" y="362960"/>
            <a:ext cx="704858" cy="704857"/>
          </a:xfrm>
          <a:custGeom>
            <a:avLst/>
            <a:gdLst>
              <a:gd name="connsiteX0" fmla="*/ 1 w 1147078"/>
              <a:gd name="connsiteY0" fmla="*/ 438144 h 1147078"/>
              <a:gd name="connsiteX1" fmla="*/ 438147 w 1147078"/>
              <a:gd name="connsiteY1" fmla="*/ 438147 h 1147078"/>
              <a:gd name="connsiteX2" fmla="*/ 573539 w 1147078"/>
              <a:gd name="connsiteY2" fmla="*/ 0 h 1147078"/>
              <a:gd name="connsiteX3" fmla="*/ 708931 w 1147078"/>
              <a:gd name="connsiteY3" fmla="*/ 438147 h 1147078"/>
              <a:gd name="connsiteX4" fmla="*/ 1147077 w 1147078"/>
              <a:gd name="connsiteY4" fmla="*/ 438144 h 1147078"/>
              <a:gd name="connsiteX5" fmla="*/ 792607 w 1147078"/>
              <a:gd name="connsiteY5" fmla="*/ 708930 h 1147078"/>
              <a:gd name="connsiteX6" fmla="*/ 928005 w 1147078"/>
              <a:gd name="connsiteY6" fmla="*/ 1147075 h 1147078"/>
              <a:gd name="connsiteX7" fmla="*/ 573539 w 1147078"/>
              <a:gd name="connsiteY7" fmla="*/ 876284 h 1147078"/>
              <a:gd name="connsiteX8" fmla="*/ 219073 w 1147078"/>
              <a:gd name="connsiteY8" fmla="*/ 1147075 h 1147078"/>
              <a:gd name="connsiteX9" fmla="*/ 354471 w 1147078"/>
              <a:gd name="connsiteY9" fmla="*/ 708930 h 1147078"/>
              <a:gd name="connsiteX10" fmla="*/ 1 w 1147078"/>
              <a:gd name="connsiteY10" fmla="*/ 438144 h 1147078"/>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7076" h="1147075">
                <a:moveTo>
                  <a:pt x="0" y="438144"/>
                </a:moveTo>
                <a:lnTo>
                  <a:pt x="438146" y="438147"/>
                </a:lnTo>
                <a:cubicBezTo>
                  <a:pt x="411839" y="249235"/>
                  <a:pt x="528407" y="146049"/>
                  <a:pt x="573538" y="0"/>
                </a:cubicBezTo>
                <a:cubicBezTo>
                  <a:pt x="618669" y="146049"/>
                  <a:pt x="692374" y="220661"/>
                  <a:pt x="708930" y="438147"/>
                </a:cubicBezTo>
                <a:lnTo>
                  <a:pt x="1147076" y="438144"/>
                </a:lnTo>
                <a:cubicBezTo>
                  <a:pt x="1028919" y="528406"/>
                  <a:pt x="1025063" y="761543"/>
                  <a:pt x="792606" y="708930"/>
                </a:cubicBezTo>
                <a:cubicBezTo>
                  <a:pt x="909176" y="912128"/>
                  <a:pt x="882871" y="1001027"/>
                  <a:pt x="928004" y="1147075"/>
                </a:cubicBezTo>
                <a:lnTo>
                  <a:pt x="587826" y="947722"/>
                </a:lnTo>
                <a:lnTo>
                  <a:pt x="219072" y="1147075"/>
                </a:lnTo>
                <a:cubicBezTo>
                  <a:pt x="264205" y="1001027"/>
                  <a:pt x="180749" y="840691"/>
                  <a:pt x="354470" y="708930"/>
                </a:cubicBezTo>
                <a:cubicBezTo>
                  <a:pt x="236313" y="618668"/>
                  <a:pt x="146732" y="671281"/>
                  <a:pt x="0" y="438144"/>
                </a:cubicBezTo>
                <a:close/>
              </a:path>
            </a:pathLst>
          </a:custGeom>
          <a:solidFill>
            <a:srgbClr val="FDD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0" name="五角星 20"/>
          <p:cNvSpPr/>
          <p:nvPr/>
        </p:nvSpPr>
        <p:spPr>
          <a:xfrm>
            <a:off x="10825155" y="599591"/>
            <a:ext cx="704858" cy="704857"/>
          </a:xfrm>
          <a:custGeom>
            <a:avLst/>
            <a:gdLst>
              <a:gd name="connsiteX0" fmla="*/ 1 w 1147078"/>
              <a:gd name="connsiteY0" fmla="*/ 438144 h 1147078"/>
              <a:gd name="connsiteX1" fmla="*/ 438147 w 1147078"/>
              <a:gd name="connsiteY1" fmla="*/ 438147 h 1147078"/>
              <a:gd name="connsiteX2" fmla="*/ 573539 w 1147078"/>
              <a:gd name="connsiteY2" fmla="*/ 0 h 1147078"/>
              <a:gd name="connsiteX3" fmla="*/ 708931 w 1147078"/>
              <a:gd name="connsiteY3" fmla="*/ 438147 h 1147078"/>
              <a:gd name="connsiteX4" fmla="*/ 1147077 w 1147078"/>
              <a:gd name="connsiteY4" fmla="*/ 438144 h 1147078"/>
              <a:gd name="connsiteX5" fmla="*/ 792607 w 1147078"/>
              <a:gd name="connsiteY5" fmla="*/ 708930 h 1147078"/>
              <a:gd name="connsiteX6" fmla="*/ 928005 w 1147078"/>
              <a:gd name="connsiteY6" fmla="*/ 1147075 h 1147078"/>
              <a:gd name="connsiteX7" fmla="*/ 573539 w 1147078"/>
              <a:gd name="connsiteY7" fmla="*/ 876284 h 1147078"/>
              <a:gd name="connsiteX8" fmla="*/ 219073 w 1147078"/>
              <a:gd name="connsiteY8" fmla="*/ 1147075 h 1147078"/>
              <a:gd name="connsiteX9" fmla="*/ 354471 w 1147078"/>
              <a:gd name="connsiteY9" fmla="*/ 708930 h 1147078"/>
              <a:gd name="connsiteX10" fmla="*/ 1 w 1147078"/>
              <a:gd name="connsiteY10" fmla="*/ 438144 h 1147078"/>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7076" h="1147075">
                <a:moveTo>
                  <a:pt x="0" y="438144"/>
                </a:moveTo>
                <a:lnTo>
                  <a:pt x="438146" y="438147"/>
                </a:lnTo>
                <a:cubicBezTo>
                  <a:pt x="411839" y="249235"/>
                  <a:pt x="528407" y="146049"/>
                  <a:pt x="573538" y="0"/>
                </a:cubicBezTo>
                <a:cubicBezTo>
                  <a:pt x="618669" y="146049"/>
                  <a:pt x="692374" y="220661"/>
                  <a:pt x="708930" y="438147"/>
                </a:cubicBezTo>
                <a:lnTo>
                  <a:pt x="1147076" y="438144"/>
                </a:lnTo>
                <a:cubicBezTo>
                  <a:pt x="1028919" y="528406"/>
                  <a:pt x="1025063" y="761543"/>
                  <a:pt x="792606" y="708930"/>
                </a:cubicBezTo>
                <a:cubicBezTo>
                  <a:pt x="909176" y="912128"/>
                  <a:pt x="882871" y="1001027"/>
                  <a:pt x="928004" y="1147075"/>
                </a:cubicBezTo>
                <a:lnTo>
                  <a:pt x="587826" y="947722"/>
                </a:lnTo>
                <a:lnTo>
                  <a:pt x="219072" y="1147075"/>
                </a:lnTo>
                <a:cubicBezTo>
                  <a:pt x="264205" y="1001027"/>
                  <a:pt x="180749" y="840691"/>
                  <a:pt x="354470" y="708930"/>
                </a:cubicBezTo>
                <a:cubicBezTo>
                  <a:pt x="236313" y="618668"/>
                  <a:pt x="146732" y="671281"/>
                  <a:pt x="0" y="438144"/>
                </a:cubicBezTo>
                <a:close/>
              </a:path>
            </a:pathLst>
          </a:custGeom>
          <a:solidFill>
            <a:srgbClr val="FDD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1" name="五角星 20"/>
          <p:cNvSpPr/>
          <p:nvPr/>
        </p:nvSpPr>
        <p:spPr>
          <a:xfrm>
            <a:off x="11002796" y="4422815"/>
            <a:ext cx="704858" cy="704857"/>
          </a:xfrm>
          <a:custGeom>
            <a:avLst/>
            <a:gdLst>
              <a:gd name="connsiteX0" fmla="*/ 1 w 1147078"/>
              <a:gd name="connsiteY0" fmla="*/ 438144 h 1147078"/>
              <a:gd name="connsiteX1" fmla="*/ 438147 w 1147078"/>
              <a:gd name="connsiteY1" fmla="*/ 438147 h 1147078"/>
              <a:gd name="connsiteX2" fmla="*/ 573539 w 1147078"/>
              <a:gd name="connsiteY2" fmla="*/ 0 h 1147078"/>
              <a:gd name="connsiteX3" fmla="*/ 708931 w 1147078"/>
              <a:gd name="connsiteY3" fmla="*/ 438147 h 1147078"/>
              <a:gd name="connsiteX4" fmla="*/ 1147077 w 1147078"/>
              <a:gd name="connsiteY4" fmla="*/ 438144 h 1147078"/>
              <a:gd name="connsiteX5" fmla="*/ 792607 w 1147078"/>
              <a:gd name="connsiteY5" fmla="*/ 708930 h 1147078"/>
              <a:gd name="connsiteX6" fmla="*/ 928005 w 1147078"/>
              <a:gd name="connsiteY6" fmla="*/ 1147075 h 1147078"/>
              <a:gd name="connsiteX7" fmla="*/ 573539 w 1147078"/>
              <a:gd name="connsiteY7" fmla="*/ 876284 h 1147078"/>
              <a:gd name="connsiteX8" fmla="*/ 219073 w 1147078"/>
              <a:gd name="connsiteY8" fmla="*/ 1147075 h 1147078"/>
              <a:gd name="connsiteX9" fmla="*/ 354471 w 1147078"/>
              <a:gd name="connsiteY9" fmla="*/ 708930 h 1147078"/>
              <a:gd name="connsiteX10" fmla="*/ 1 w 1147078"/>
              <a:gd name="connsiteY10" fmla="*/ 438144 h 1147078"/>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7076" h="1147075">
                <a:moveTo>
                  <a:pt x="0" y="438144"/>
                </a:moveTo>
                <a:lnTo>
                  <a:pt x="438146" y="438147"/>
                </a:lnTo>
                <a:cubicBezTo>
                  <a:pt x="411839" y="249235"/>
                  <a:pt x="528407" y="146049"/>
                  <a:pt x="573538" y="0"/>
                </a:cubicBezTo>
                <a:cubicBezTo>
                  <a:pt x="618669" y="146049"/>
                  <a:pt x="692374" y="220661"/>
                  <a:pt x="708930" y="438147"/>
                </a:cubicBezTo>
                <a:lnTo>
                  <a:pt x="1147076" y="438144"/>
                </a:lnTo>
                <a:cubicBezTo>
                  <a:pt x="1028919" y="528406"/>
                  <a:pt x="1025063" y="761543"/>
                  <a:pt x="792606" y="708930"/>
                </a:cubicBezTo>
                <a:cubicBezTo>
                  <a:pt x="909176" y="912128"/>
                  <a:pt x="882871" y="1001027"/>
                  <a:pt x="928004" y="1147075"/>
                </a:cubicBezTo>
                <a:lnTo>
                  <a:pt x="587826" y="947722"/>
                </a:lnTo>
                <a:lnTo>
                  <a:pt x="219072" y="1147075"/>
                </a:lnTo>
                <a:cubicBezTo>
                  <a:pt x="264205" y="1001027"/>
                  <a:pt x="180749" y="840691"/>
                  <a:pt x="354470" y="708930"/>
                </a:cubicBezTo>
                <a:cubicBezTo>
                  <a:pt x="236313" y="618668"/>
                  <a:pt x="146732" y="671281"/>
                  <a:pt x="0" y="438144"/>
                </a:cubicBezTo>
                <a:close/>
              </a:path>
            </a:pathLst>
          </a:custGeom>
          <a:solidFill>
            <a:srgbClr val="FDD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2" name="五角星 20"/>
          <p:cNvSpPr/>
          <p:nvPr/>
        </p:nvSpPr>
        <p:spPr>
          <a:xfrm>
            <a:off x="11002796" y="2373867"/>
            <a:ext cx="704858" cy="704857"/>
          </a:xfrm>
          <a:custGeom>
            <a:avLst/>
            <a:gdLst>
              <a:gd name="connsiteX0" fmla="*/ 1 w 1147078"/>
              <a:gd name="connsiteY0" fmla="*/ 438144 h 1147078"/>
              <a:gd name="connsiteX1" fmla="*/ 438147 w 1147078"/>
              <a:gd name="connsiteY1" fmla="*/ 438147 h 1147078"/>
              <a:gd name="connsiteX2" fmla="*/ 573539 w 1147078"/>
              <a:gd name="connsiteY2" fmla="*/ 0 h 1147078"/>
              <a:gd name="connsiteX3" fmla="*/ 708931 w 1147078"/>
              <a:gd name="connsiteY3" fmla="*/ 438147 h 1147078"/>
              <a:gd name="connsiteX4" fmla="*/ 1147077 w 1147078"/>
              <a:gd name="connsiteY4" fmla="*/ 438144 h 1147078"/>
              <a:gd name="connsiteX5" fmla="*/ 792607 w 1147078"/>
              <a:gd name="connsiteY5" fmla="*/ 708930 h 1147078"/>
              <a:gd name="connsiteX6" fmla="*/ 928005 w 1147078"/>
              <a:gd name="connsiteY6" fmla="*/ 1147075 h 1147078"/>
              <a:gd name="connsiteX7" fmla="*/ 573539 w 1147078"/>
              <a:gd name="connsiteY7" fmla="*/ 876284 h 1147078"/>
              <a:gd name="connsiteX8" fmla="*/ 219073 w 1147078"/>
              <a:gd name="connsiteY8" fmla="*/ 1147075 h 1147078"/>
              <a:gd name="connsiteX9" fmla="*/ 354471 w 1147078"/>
              <a:gd name="connsiteY9" fmla="*/ 708930 h 1147078"/>
              <a:gd name="connsiteX10" fmla="*/ 1 w 1147078"/>
              <a:gd name="connsiteY10" fmla="*/ 438144 h 1147078"/>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7076" h="1147075">
                <a:moveTo>
                  <a:pt x="0" y="438144"/>
                </a:moveTo>
                <a:lnTo>
                  <a:pt x="438146" y="438147"/>
                </a:lnTo>
                <a:cubicBezTo>
                  <a:pt x="411839" y="249235"/>
                  <a:pt x="528407" y="146049"/>
                  <a:pt x="573538" y="0"/>
                </a:cubicBezTo>
                <a:cubicBezTo>
                  <a:pt x="618669" y="146049"/>
                  <a:pt x="692374" y="220661"/>
                  <a:pt x="708930" y="438147"/>
                </a:cubicBezTo>
                <a:lnTo>
                  <a:pt x="1147076" y="438144"/>
                </a:lnTo>
                <a:cubicBezTo>
                  <a:pt x="1028919" y="528406"/>
                  <a:pt x="1025063" y="761543"/>
                  <a:pt x="792606" y="708930"/>
                </a:cubicBezTo>
                <a:cubicBezTo>
                  <a:pt x="909176" y="912128"/>
                  <a:pt x="882871" y="1001027"/>
                  <a:pt x="928004" y="1147075"/>
                </a:cubicBezTo>
                <a:lnTo>
                  <a:pt x="587826" y="947722"/>
                </a:lnTo>
                <a:lnTo>
                  <a:pt x="219072" y="1147075"/>
                </a:lnTo>
                <a:cubicBezTo>
                  <a:pt x="264205" y="1001027"/>
                  <a:pt x="180749" y="840691"/>
                  <a:pt x="354470" y="708930"/>
                </a:cubicBezTo>
                <a:cubicBezTo>
                  <a:pt x="236313" y="618668"/>
                  <a:pt x="146732" y="671281"/>
                  <a:pt x="0" y="438144"/>
                </a:cubicBezTo>
                <a:close/>
              </a:path>
            </a:pathLst>
          </a:custGeom>
          <a:solidFill>
            <a:srgbClr val="FDD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任意多边形 17"/>
          <p:cNvSpPr/>
          <p:nvPr/>
        </p:nvSpPr>
        <p:spPr>
          <a:xfrm>
            <a:off x="4596500" y="2031739"/>
            <a:ext cx="3244645" cy="973394"/>
          </a:xfrm>
          <a:custGeom>
            <a:avLst/>
            <a:gdLst/>
            <a:ahLst/>
            <a:cxnLst/>
            <a:rect l="l" t="t" r="r" b="b"/>
            <a:pathLst>
              <a:path w="3244645" h="973394">
                <a:moveTo>
                  <a:pt x="1257022" y="398712"/>
                </a:moveTo>
                <a:lnTo>
                  <a:pt x="1296069" y="548495"/>
                </a:lnTo>
                <a:lnTo>
                  <a:pt x="1216945" y="548495"/>
                </a:lnTo>
                <a:close/>
                <a:moveTo>
                  <a:pt x="1551408" y="352292"/>
                </a:moveTo>
                <a:lnTo>
                  <a:pt x="1615198" y="352292"/>
                </a:lnTo>
                <a:cubicBezTo>
                  <a:pt x="1653232" y="352292"/>
                  <a:pt x="1672248" y="370412"/>
                  <a:pt x="1672248" y="406652"/>
                </a:cubicBezTo>
                <a:cubicBezTo>
                  <a:pt x="1672248" y="446943"/>
                  <a:pt x="1654128" y="467088"/>
                  <a:pt x="1617888" y="467088"/>
                </a:cubicBezTo>
                <a:lnTo>
                  <a:pt x="1551408" y="467088"/>
                </a:lnTo>
                <a:close/>
                <a:moveTo>
                  <a:pt x="852054" y="352292"/>
                </a:moveTo>
                <a:lnTo>
                  <a:pt x="917184" y="352292"/>
                </a:lnTo>
                <a:cubicBezTo>
                  <a:pt x="961497" y="352292"/>
                  <a:pt x="983653" y="373552"/>
                  <a:pt x="983653" y="416071"/>
                </a:cubicBezTo>
                <a:cubicBezTo>
                  <a:pt x="983653" y="461291"/>
                  <a:pt x="963290" y="483901"/>
                  <a:pt x="922563" y="483901"/>
                </a:cubicBezTo>
                <a:lnTo>
                  <a:pt x="852054" y="483901"/>
                </a:lnTo>
                <a:close/>
                <a:moveTo>
                  <a:pt x="1782161" y="273328"/>
                </a:moveTo>
                <a:lnTo>
                  <a:pt x="1782161" y="352292"/>
                </a:lnTo>
                <a:lnTo>
                  <a:pt x="1870961" y="352292"/>
                </a:lnTo>
                <a:lnTo>
                  <a:pt x="1870961" y="735097"/>
                </a:lnTo>
                <a:lnTo>
                  <a:pt x="1952636" y="735097"/>
                </a:lnTo>
                <a:lnTo>
                  <a:pt x="1952636" y="352292"/>
                </a:lnTo>
                <a:lnTo>
                  <a:pt x="2040761" y="352292"/>
                </a:lnTo>
                <a:lnTo>
                  <a:pt x="2040761" y="273328"/>
                </a:lnTo>
                <a:close/>
                <a:moveTo>
                  <a:pt x="1467055" y="273328"/>
                </a:moveTo>
                <a:lnTo>
                  <a:pt x="1467055" y="735097"/>
                </a:lnTo>
                <a:lnTo>
                  <a:pt x="1551408" y="735097"/>
                </a:lnTo>
                <a:lnTo>
                  <a:pt x="1551408" y="545377"/>
                </a:lnTo>
                <a:lnTo>
                  <a:pt x="1579933" y="545377"/>
                </a:lnTo>
                <a:lnTo>
                  <a:pt x="1676138" y="735097"/>
                </a:lnTo>
                <a:lnTo>
                  <a:pt x="1769386" y="735097"/>
                </a:lnTo>
                <a:lnTo>
                  <a:pt x="1661747" y="539815"/>
                </a:lnTo>
                <a:cubicBezTo>
                  <a:pt x="1723190" y="525549"/>
                  <a:pt x="1753912" y="483390"/>
                  <a:pt x="1753912" y="413339"/>
                </a:cubicBezTo>
                <a:cubicBezTo>
                  <a:pt x="1752433" y="321006"/>
                  <a:pt x="1703013" y="274336"/>
                  <a:pt x="1605651" y="273328"/>
                </a:cubicBezTo>
                <a:close/>
                <a:moveTo>
                  <a:pt x="1223139" y="273328"/>
                </a:moveTo>
                <a:lnTo>
                  <a:pt x="1074052" y="735097"/>
                </a:lnTo>
                <a:lnTo>
                  <a:pt x="1160495" y="735097"/>
                </a:lnTo>
                <a:lnTo>
                  <a:pt x="1195482" y="629473"/>
                </a:lnTo>
                <a:lnTo>
                  <a:pt x="1317940" y="629473"/>
                </a:lnTo>
                <a:lnTo>
                  <a:pt x="1350237" y="735097"/>
                </a:lnTo>
                <a:lnTo>
                  <a:pt x="1439626" y="735097"/>
                </a:lnTo>
                <a:lnTo>
                  <a:pt x="1290433" y="273328"/>
                </a:lnTo>
                <a:close/>
                <a:moveTo>
                  <a:pt x="767690" y="273328"/>
                </a:moveTo>
                <a:lnTo>
                  <a:pt x="767690" y="735097"/>
                </a:lnTo>
                <a:lnTo>
                  <a:pt x="852054" y="735097"/>
                </a:lnTo>
                <a:lnTo>
                  <a:pt x="852054" y="563540"/>
                </a:lnTo>
                <a:lnTo>
                  <a:pt x="919873" y="563540"/>
                </a:lnTo>
                <a:cubicBezTo>
                  <a:pt x="1016836" y="562132"/>
                  <a:pt x="1065317" y="512080"/>
                  <a:pt x="1065317" y="413382"/>
                </a:cubicBezTo>
                <a:cubicBezTo>
                  <a:pt x="1065317" y="320013"/>
                  <a:pt x="1014592" y="273328"/>
                  <a:pt x="913144" y="273328"/>
                </a:cubicBezTo>
                <a:close/>
                <a:moveTo>
                  <a:pt x="2342742" y="264584"/>
                </a:moveTo>
                <a:cubicBezTo>
                  <a:pt x="2271111" y="264584"/>
                  <a:pt x="2220516" y="305090"/>
                  <a:pt x="2190955" y="386100"/>
                </a:cubicBezTo>
                <a:lnTo>
                  <a:pt x="2268343" y="420240"/>
                </a:lnTo>
                <a:cubicBezTo>
                  <a:pt x="2286503" y="370305"/>
                  <a:pt x="2312356" y="344516"/>
                  <a:pt x="2345903" y="342873"/>
                </a:cubicBezTo>
                <a:cubicBezTo>
                  <a:pt x="2386744" y="344502"/>
                  <a:pt x="2407978" y="365869"/>
                  <a:pt x="2409607" y="406974"/>
                </a:cubicBezTo>
                <a:cubicBezTo>
                  <a:pt x="2410950" y="437213"/>
                  <a:pt x="2381522" y="474489"/>
                  <a:pt x="2321321" y="518802"/>
                </a:cubicBezTo>
                <a:cubicBezTo>
                  <a:pt x="2260306" y="568058"/>
                  <a:pt x="2213936" y="622576"/>
                  <a:pt x="2182211" y="682355"/>
                </a:cubicBezTo>
                <a:lnTo>
                  <a:pt x="2182211" y="735097"/>
                </a:lnTo>
                <a:lnTo>
                  <a:pt x="2488581" y="735097"/>
                </a:lnTo>
                <a:lnTo>
                  <a:pt x="2488581" y="660848"/>
                </a:lnTo>
                <a:lnTo>
                  <a:pt x="2286752" y="660848"/>
                </a:lnTo>
                <a:cubicBezTo>
                  <a:pt x="2302690" y="639774"/>
                  <a:pt x="2335094" y="610696"/>
                  <a:pt x="2383965" y="573612"/>
                </a:cubicBezTo>
                <a:cubicBezTo>
                  <a:pt x="2461332" y="520234"/>
                  <a:pt x="2497726" y="463617"/>
                  <a:pt x="2493146" y="403759"/>
                </a:cubicBezTo>
                <a:cubicBezTo>
                  <a:pt x="2488496" y="313862"/>
                  <a:pt x="2438361" y="267471"/>
                  <a:pt x="2342742" y="264584"/>
                </a:cubicBezTo>
                <a:close/>
                <a:moveTo>
                  <a:pt x="162236" y="0"/>
                </a:moveTo>
                <a:lnTo>
                  <a:pt x="3082409" y="0"/>
                </a:lnTo>
                <a:cubicBezTo>
                  <a:pt x="3172009" y="0"/>
                  <a:pt x="3244645" y="72636"/>
                  <a:pt x="3244645" y="162236"/>
                </a:cubicBezTo>
                <a:lnTo>
                  <a:pt x="3244645" y="811158"/>
                </a:lnTo>
                <a:cubicBezTo>
                  <a:pt x="3244645" y="900758"/>
                  <a:pt x="3172009" y="973394"/>
                  <a:pt x="3082409" y="973394"/>
                </a:cubicBezTo>
                <a:lnTo>
                  <a:pt x="162236" y="973394"/>
                </a:lnTo>
                <a:cubicBezTo>
                  <a:pt x="72636" y="973394"/>
                  <a:pt x="0" y="900758"/>
                  <a:pt x="0" y="811158"/>
                </a:cubicBezTo>
                <a:lnTo>
                  <a:pt x="0" y="162236"/>
                </a:lnTo>
                <a:cubicBezTo>
                  <a:pt x="0" y="72636"/>
                  <a:pt x="72636" y="0"/>
                  <a:pt x="162236" y="0"/>
                </a:cubicBezTo>
                <a:close/>
              </a:path>
            </a:pathLst>
          </a:custGeom>
          <a:solidFill>
            <a:srgbClr val="FFCCCC"/>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0" name="组合 19"/>
          <p:cNvGrpSpPr/>
          <p:nvPr/>
        </p:nvGrpSpPr>
        <p:grpSpPr>
          <a:xfrm>
            <a:off x="438171" y="3158529"/>
            <a:ext cx="11176684" cy="3558018"/>
            <a:chOff x="438171" y="3158529"/>
            <a:chExt cx="11176684" cy="3558018"/>
          </a:xfrm>
        </p:grpSpPr>
        <p:pic>
          <p:nvPicPr>
            <p:cNvPr id="21" name="图片 20"/>
            <p:cNvPicPr>
              <a:picLocks noChangeAspect="1"/>
            </p:cNvPicPr>
            <p:nvPr/>
          </p:nvPicPr>
          <p:blipFill rotWithShape="1">
            <a:blip r:embed="rId4" cstate="print">
              <a:extLst>
                <a:ext uri="{BEBA8EAE-BF5A-486C-A8C5-ECC9F3942E4B}">
                  <a14:imgProps xmlns:a14="http://schemas.microsoft.com/office/drawing/2010/main">
                    <a14:imgLayer r:embed="rId5">
                      <a14:imgEffect>
                        <a14:backgroundRemoval t="243" b="55064" l="9736" r="100000"/>
                      </a14:imgEffect>
                    </a14:imgLayer>
                  </a14:imgProps>
                </a:ext>
                <a:ext uri="{28A0092B-C50C-407E-A947-70E740481C1C}">
                  <a14:useLocalDpi xmlns:a14="http://schemas.microsoft.com/office/drawing/2010/main" val="0"/>
                </a:ext>
              </a:extLst>
            </a:blip>
            <a:srcRect l="36774" b="59911"/>
            <a:stretch/>
          </p:blipFill>
          <p:spPr>
            <a:xfrm>
              <a:off x="3243951" y="3968090"/>
              <a:ext cx="2889474" cy="2748457"/>
            </a:xfrm>
            <a:prstGeom prst="rect">
              <a:avLst/>
            </a:prstGeom>
          </p:spPr>
        </p:pic>
        <p:pic>
          <p:nvPicPr>
            <p:cNvPr id="22" name="图片 21"/>
            <p:cNvPicPr>
              <a:picLocks noChangeAspect="1"/>
            </p:cNvPicPr>
            <p:nvPr/>
          </p:nvPicPr>
          <p:blipFill rotWithShape="1">
            <a:blip r:embed="rId6" cstate="print">
              <a:extLst>
                <a:ext uri="{BEBA8EAE-BF5A-486C-A8C5-ECC9F3942E4B}">
                  <a14:imgProps xmlns:a14="http://schemas.microsoft.com/office/drawing/2010/main">
                    <a14:imgLayer r:embed="rId7">
                      <a14:imgEffect>
                        <a14:backgroundRemoval t="56883" b="100000" l="48226" r="100000">
                          <a14:foregroundMark x1="55687" y1="78108" x2="55687" y2="78108"/>
                          <a14:foregroundMark x1="76979" y1="78532" x2="76979" y2="78532"/>
                        </a14:backgroundRemoval>
                      </a14:imgEffect>
                    </a14:imgLayer>
                  </a14:imgProps>
                </a:ext>
                <a:ext uri="{28A0092B-C50C-407E-A947-70E740481C1C}">
                  <a14:useLocalDpi xmlns:a14="http://schemas.microsoft.com/office/drawing/2010/main" val="0"/>
                </a:ext>
              </a:extLst>
            </a:blip>
            <a:srcRect l="35074" t="53702"/>
            <a:stretch/>
          </p:blipFill>
          <p:spPr>
            <a:xfrm>
              <a:off x="6576648" y="3873608"/>
              <a:ext cx="2280570" cy="2439615"/>
            </a:xfrm>
            <a:prstGeom prst="rect">
              <a:avLst/>
            </a:prstGeom>
          </p:spPr>
        </p:pic>
        <p:pic>
          <p:nvPicPr>
            <p:cNvPr id="23" name="图片 22"/>
            <p:cNvPicPr>
              <a:picLocks noChangeAspect="1"/>
            </p:cNvPicPr>
            <p:nvPr/>
          </p:nvPicPr>
          <p:blipFill rotWithShape="1">
            <a:blip r:embed="rId8" cstate="print">
              <a:extLst>
                <a:ext uri="{BEBA8EAE-BF5A-486C-A8C5-ECC9F3942E4B}">
                  <a14:imgProps xmlns:a14="http://schemas.microsoft.com/office/drawing/2010/main">
                    <a14:imgLayer r:embed="rId9">
                      <a14:imgEffect>
                        <a14:backgroundRemoval t="9885" b="100000" l="9827" r="100000">
                          <a14:backgroundMark x1="62329" y1="21225" x2="98271" y2="38326"/>
                          <a14:backgroundMark x1="61056" y1="32262" x2="89445" y2="47301"/>
                          <a14:backgroundMark x1="98544" y1="59976" x2="99181" y2="62280"/>
                          <a14:backgroundMark x1="96633" y1="75440" x2="99818" y2="81261"/>
                        </a14:backgroundRemoval>
                      </a14:imgEffect>
                    </a14:imgLayer>
                  </a14:imgProps>
                </a:ext>
                <a:ext uri="{28A0092B-C50C-407E-A947-70E740481C1C}">
                  <a14:useLocalDpi xmlns:a14="http://schemas.microsoft.com/office/drawing/2010/main" val="0"/>
                </a:ext>
              </a:extLst>
            </a:blip>
            <a:srcRect t="35003" b="11364"/>
            <a:stretch/>
          </p:blipFill>
          <p:spPr>
            <a:xfrm>
              <a:off x="8493541" y="3765648"/>
              <a:ext cx="3121314" cy="2511296"/>
            </a:xfrm>
            <a:prstGeom prst="rect">
              <a:avLst/>
            </a:prstGeom>
          </p:spPr>
        </p:pic>
        <p:pic>
          <p:nvPicPr>
            <p:cNvPr id="24" name="图片 23"/>
            <p:cNvPicPr>
              <a:picLocks noChangeAspect="1"/>
            </p:cNvPicPr>
            <p:nvPr/>
          </p:nvPicPr>
          <p:blipFill rotWithShape="1">
            <a:blip r:embed="rId10" cstate="print">
              <a:extLst>
                <a:ext uri="{BEBA8EAE-BF5A-486C-A8C5-ECC9F3942E4B}">
                  <a14:imgProps xmlns:a14="http://schemas.microsoft.com/office/drawing/2010/main">
                    <a14:imgLayer r:embed="rId11">
                      <a14:imgEffect>
                        <a14:backgroundRemoval t="52274" b="99697" l="0" r="89991"/>
                      </a14:imgEffect>
                    </a14:imgLayer>
                  </a14:imgProps>
                </a:ext>
                <a:ext uri="{28A0092B-C50C-407E-A947-70E740481C1C}">
                  <a14:useLocalDpi xmlns:a14="http://schemas.microsoft.com/office/drawing/2010/main" val="0"/>
                </a:ext>
              </a:extLst>
            </a:blip>
            <a:srcRect t="53765"/>
            <a:stretch/>
          </p:blipFill>
          <p:spPr>
            <a:xfrm>
              <a:off x="438171" y="3158529"/>
              <a:ext cx="4571570" cy="3170838"/>
            </a:xfrm>
            <a:prstGeom prst="rect">
              <a:avLst/>
            </a:prstGeom>
          </p:spPr>
        </p:pic>
      </p:grpSp>
    </p:spTree>
    <p:extLst>
      <p:ext uri="{BB962C8B-B14F-4D97-AF65-F5344CB8AC3E}">
        <p14:creationId xmlns:p14="http://schemas.microsoft.com/office/powerpoint/2010/main" val="297156357"/>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ppt_w</p:attrName>
                                        </p:attrNameLst>
                                      </p:cBhvr>
                                      <p:tavLst>
                                        <p:tav tm="0">
                                          <p:val>
                                            <p:fltVal val="0"/>
                                          </p:val>
                                        </p:tav>
                                        <p:tav tm="100000">
                                          <p:val>
                                            <p:strVal val="#ppt_w"/>
                                          </p:val>
                                        </p:tav>
                                      </p:tavLst>
                                    </p:anim>
                                    <p:anim calcmode="lin" valueType="num">
                                      <p:cBhvr>
                                        <p:cTn id="8" dur="500" fill="hold"/>
                                        <p:tgtEl>
                                          <p:spTgt spid="31"/>
                                        </p:tgtEl>
                                        <p:attrNameLst>
                                          <p:attrName>ppt_h</p:attrName>
                                        </p:attrNameLst>
                                      </p:cBhvr>
                                      <p:tavLst>
                                        <p:tav tm="0">
                                          <p:val>
                                            <p:fltVal val="0"/>
                                          </p:val>
                                        </p:tav>
                                        <p:tav tm="100000">
                                          <p:val>
                                            <p:strVal val="#ppt_h"/>
                                          </p:val>
                                        </p:tav>
                                      </p:tavLst>
                                    </p:anim>
                                    <p:animEffect transition="in" filter="fade">
                                      <p:cBhvr>
                                        <p:cTn id="9" dur="500"/>
                                        <p:tgtEl>
                                          <p:spTgt spid="31"/>
                                        </p:tgtEl>
                                      </p:cBhvr>
                                    </p:animEffect>
                                  </p:childTnLst>
                                </p:cTn>
                              </p:par>
                            </p:childTnLst>
                          </p:cTn>
                        </p:par>
                        <p:par>
                          <p:cTn id="10" fill="hold">
                            <p:stCondLst>
                              <p:cond delay="500"/>
                            </p:stCondLst>
                            <p:childTnLst>
                              <p:par>
                                <p:cTn id="11" presetID="1" presetClass="entr" presetSubtype="0" fill="hold" grpId="0" nodeType="after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1"/>
                                        </p:tgtEl>
                                        <p:attrNameLst>
                                          <p:attrName>style.visibility</p:attrName>
                                        </p:attrNameLst>
                                      </p:cBhvr>
                                      <p:to>
                                        <p:strVal val="visible"/>
                                      </p:to>
                                    </p:set>
                                  </p:childTnLst>
                                </p:cTn>
                              </p:par>
                              <p:par>
                                <p:cTn id="33" presetID="8" presetClass="emph" presetSubtype="0" repeatCount="indefinite" fill="hold" grpId="1" nodeType="withEffect">
                                  <p:stCondLst>
                                    <p:cond delay="0"/>
                                  </p:stCondLst>
                                  <p:childTnLst>
                                    <p:animRot by="21600000">
                                      <p:cBhvr>
                                        <p:cTn id="34" dur="5000" fill="hold"/>
                                        <p:tgtEl>
                                          <p:spTgt spid="32"/>
                                        </p:tgtEl>
                                        <p:attrNameLst>
                                          <p:attrName>r</p:attrName>
                                        </p:attrNameLst>
                                      </p:cBhvr>
                                    </p:animRot>
                                  </p:childTnLst>
                                </p:cTn>
                              </p:par>
                              <p:par>
                                <p:cTn id="35" presetID="8" presetClass="emph" presetSubtype="0" repeatCount="indefinite" fill="hold" grpId="1" nodeType="withEffect">
                                  <p:stCondLst>
                                    <p:cond delay="0"/>
                                  </p:stCondLst>
                                  <p:childTnLst>
                                    <p:animRot by="21600000">
                                      <p:cBhvr>
                                        <p:cTn id="36" dur="5000" fill="hold"/>
                                        <p:tgtEl>
                                          <p:spTgt spid="33"/>
                                        </p:tgtEl>
                                        <p:attrNameLst>
                                          <p:attrName>r</p:attrName>
                                        </p:attrNameLst>
                                      </p:cBhvr>
                                    </p:animRot>
                                  </p:childTnLst>
                                </p:cTn>
                              </p:par>
                              <p:par>
                                <p:cTn id="37" presetID="8" presetClass="emph" presetSubtype="0" repeatCount="indefinite" fill="hold" grpId="1" nodeType="withEffect">
                                  <p:stCondLst>
                                    <p:cond delay="0"/>
                                  </p:stCondLst>
                                  <p:childTnLst>
                                    <p:animRot by="21600000">
                                      <p:cBhvr>
                                        <p:cTn id="38" dur="5000" fill="hold"/>
                                        <p:tgtEl>
                                          <p:spTgt spid="34"/>
                                        </p:tgtEl>
                                        <p:attrNameLst>
                                          <p:attrName>r</p:attrName>
                                        </p:attrNameLst>
                                      </p:cBhvr>
                                    </p:animRot>
                                  </p:childTnLst>
                                </p:cTn>
                              </p:par>
                              <p:par>
                                <p:cTn id="39" presetID="8" presetClass="emph" presetSubtype="0" repeatCount="indefinite" fill="hold" grpId="1" nodeType="withEffect">
                                  <p:stCondLst>
                                    <p:cond delay="0"/>
                                  </p:stCondLst>
                                  <p:childTnLst>
                                    <p:animRot by="21600000">
                                      <p:cBhvr>
                                        <p:cTn id="40" dur="5000" fill="hold"/>
                                        <p:tgtEl>
                                          <p:spTgt spid="35"/>
                                        </p:tgtEl>
                                        <p:attrNameLst>
                                          <p:attrName>r</p:attrName>
                                        </p:attrNameLst>
                                      </p:cBhvr>
                                    </p:animRot>
                                  </p:childTnLst>
                                </p:cTn>
                              </p:par>
                              <p:par>
                                <p:cTn id="41" presetID="8" presetClass="emph" presetSubtype="0" repeatCount="indefinite" fill="hold" grpId="1" nodeType="withEffect">
                                  <p:stCondLst>
                                    <p:cond delay="0"/>
                                  </p:stCondLst>
                                  <p:childTnLst>
                                    <p:animRot by="21600000">
                                      <p:cBhvr>
                                        <p:cTn id="42" dur="5000" fill="hold"/>
                                        <p:tgtEl>
                                          <p:spTgt spid="36"/>
                                        </p:tgtEl>
                                        <p:attrNameLst>
                                          <p:attrName>r</p:attrName>
                                        </p:attrNameLst>
                                      </p:cBhvr>
                                    </p:animRot>
                                  </p:childTnLst>
                                </p:cTn>
                              </p:par>
                              <p:par>
                                <p:cTn id="43" presetID="8" presetClass="emph" presetSubtype="0" repeatCount="indefinite" fill="hold" grpId="1" nodeType="withEffect">
                                  <p:stCondLst>
                                    <p:cond delay="0"/>
                                  </p:stCondLst>
                                  <p:childTnLst>
                                    <p:animRot by="21600000">
                                      <p:cBhvr>
                                        <p:cTn id="44" dur="5000" fill="hold"/>
                                        <p:tgtEl>
                                          <p:spTgt spid="37"/>
                                        </p:tgtEl>
                                        <p:attrNameLst>
                                          <p:attrName>r</p:attrName>
                                        </p:attrNameLst>
                                      </p:cBhvr>
                                    </p:animRot>
                                  </p:childTnLst>
                                </p:cTn>
                              </p:par>
                              <p:par>
                                <p:cTn id="45" presetID="8" presetClass="emph" presetSubtype="0" repeatCount="indefinite" fill="hold" grpId="1" nodeType="withEffect">
                                  <p:stCondLst>
                                    <p:cond delay="0"/>
                                  </p:stCondLst>
                                  <p:childTnLst>
                                    <p:animRot by="21600000">
                                      <p:cBhvr>
                                        <p:cTn id="46" dur="5000" fill="hold"/>
                                        <p:tgtEl>
                                          <p:spTgt spid="38"/>
                                        </p:tgtEl>
                                        <p:attrNameLst>
                                          <p:attrName>r</p:attrName>
                                        </p:attrNameLst>
                                      </p:cBhvr>
                                    </p:animRot>
                                  </p:childTnLst>
                                </p:cTn>
                              </p:par>
                              <p:par>
                                <p:cTn id="47" presetID="8" presetClass="emph" presetSubtype="0" repeatCount="indefinite" fill="hold" grpId="1" nodeType="withEffect">
                                  <p:stCondLst>
                                    <p:cond delay="0"/>
                                  </p:stCondLst>
                                  <p:childTnLst>
                                    <p:animRot by="21600000">
                                      <p:cBhvr>
                                        <p:cTn id="48" dur="5000" fill="hold"/>
                                        <p:tgtEl>
                                          <p:spTgt spid="39"/>
                                        </p:tgtEl>
                                        <p:attrNameLst>
                                          <p:attrName>r</p:attrName>
                                        </p:attrNameLst>
                                      </p:cBhvr>
                                    </p:animRot>
                                  </p:childTnLst>
                                </p:cTn>
                              </p:par>
                              <p:par>
                                <p:cTn id="49" presetID="8" presetClass="emph" presetSubtype="0" repeatCount="indefinite" fill="hold" grpId="1" nodeType="withEffect">
                                  <p:stCondLst>
                                    <p:cond delay="0"/>
                                  </p:stCondLst>
                                  <p:childTnLst>
                                    <p:animRot by="21600000">
                                      <p:cBhvr>
                                        <p:cTn id="50" dur="5000" fill="hold"/>
                                        <p:tgtEl>
                                          <p:spTgt spid="40"/>
                                        </p:tgtEl>
                                        <p:attrNameLst>
                                          <p:attrName>r</p:attrName>
                                        </p:attrNameLst>
                                      </p:cBhvr>
                                    </p:animRot>
                                  </p:childTnLst>
                                </p:cTn>
                              </p:par>
                              <p:par>
                                <p:cTn id="51" presetID="8" presetClass="emph" presetSubtype="0" repeatCount="indefinite" fill="hold" grpId="1" nodeType="withEffect">
                                  <p:stCondLst>
                                    <p:cond delay="0"/>
                                  </p:stCondLst>
                                  <p:childTnLst>
                                    <p:animRot by="21600000">
                                      <p:cBhvr>
                                        <p:cTn id="52" dur="5000" fill="hold"/>
                                        <p:tgtEl>
                                          <p:spTgt spid="42"/>
                                        </p:tgtEl>
                                        <p:attrNameLst>
                                          <p:attrName>r</p:attrName>
                                        </p:attrNameLst>
                                      </p:cBhvr>
                                    </p:animRot>
                                  </p:childTnLst>
                                </p:cTn>
                              </p:par>
                              <p:par>
                                <p:cTn id="53" presetID="8" presetClass="emph" presetSubtype="0" repeatCount="indefinite" fill="hold" grpId="1" nodeType="withEffect">
                                  <p:stCondLst>
                                    <p:cond delay="0"/>
                                  </p:stCondLst>
                                  <p:childTnLst>
                                    <p:animRot by="21600000">
                                      <p:cBhvr>
                                        <p:cTn id="54" dur="5000" fill="hold"/>
                                        <p:tgtEl>
                                          <p:spTgt spid="41"/>
                                        </p:tgtEl>
                                        <p:attrNameLst>
                                          <p:attrName>r</p:attrName>
                                        </p:attrNameLst>
                                      </p:cBhvr>
                                    </p:animRot>
                                  </p:childTnLst>
                                </p:cTn>
                              </p:par>
                              <p:par>
                                <p:cTn id="55" presetID="42" presetClass="entr" presetSubtype="0" fill="hold" grpId="0" nodeType="with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1000"/>
                                        <p:tgtEl>
                                          <p:spTgt spid="18"/>
                                        </p:tgtEl>
                                      </p:cBhvr>
                                    </p:animEffect>
                                    <p:anim calcmode="lin" valueType="num">
                                      <p:cBhvr>
                                        <p:cTn id="58" dur="1000" fill="hold"/>
                                        <p:tgtEl>
                                          <p:spTgt spid="18"/>
                                        </p:tgtEl>
                                        <p:attrNameLst>
                                          <p:attrName>ppt_x</p:attrName>
                                        </p:attrNameLst>
                                      </p:cBhvr>
                                      <p:tavLst>
                                        <p:tav tm="0">
                                          <p:val>
                                            <p:strVal val="#ppt_x"/>
                                          </p:val>
                                        </p:tav>
                                        <p:tav tm="100000">
                                          <p:val>
                                            <p:strVal val="#ppt_x"/>
                                          </p:val>
                                        </p:tav>
                                      </p:tavLst>
                                    </p:anim>
                                    <p:anim calcmode="lin" valueType="num">
                                      <p:cBhvr>
                                        <p:cTn id="59" dur="1000" fill="hold"/>
                                        <p:tgtEl>
                                          <p:spTgt spid="18"/>
                                        </p:tgtEl>
                                        <p:attrNameLst>
                                          <p:attrName>ppt_y</p:attrName>
                                        </p:attrNameLst>
                                      </p:cBhvr>
                                      <p:tavLst>
                                        <p:tav tm="0">
                                          <p:val>
                                            <p:strVal val="#ppt_y+.1"/>
                                          </p:val>
                                        </p:tav>
                                        <p:tav tm="100000">
                                          <p:val>
                                            <p:strVal val="#ppt_y"/>
                                          </p:val>
                                        </p:tav>
                                      </p:tavLst>
                                    </p:anim>
                                  </p:childTnLst>
                                </p:cTn>
                              </p:par>
                            </p:childTnLst>
                          </p:cTn>
                        </p:par>
                        <p:par>
                          <p:cTn id="60" fill="hold">
                            <p:stCondLst>
                              <p:cond delay="5500"/>
                            </p:stCondLst>
                            <p:childTnLst>
                              <p:par>
                                <p:cTn id="61" presetID="42" presetClass="entr" presetSubtype="0" fill="hold" grpId="0" nodeType="afterEffect">
                                  <p:stCondLst>
                                    <p:cond delay="0"/>
                                  </p:stCondLst>
                                  <p:childTnLst>
                                    <p:set>
                                      <p:cBhvr>
                                        <p:cTn id="62" dur="1" fill="hold">
                                          <p:stCondLst>
                                            <p:cond delay="0"/>
                                          </p:stCondLst>
                                        </p:cTn>
                                        <p:tgtEl>
                                          <p:spTgt spid="11"/>
                                        </p:tgtEl>
                                        <p:attrNameLst>
                                          <p:attrName>style.visibility</p:attrName>
                                        </p:attrNameLst>
                                      </p:cBhvr>
                                      <p:to>
                                        <p:strVal val="visible"/>
                                      </p:to>
                                    </p:set>
                                    <p:animEffect transition="in" filter="fade">
                                      <p:cBhvr>
                                        <p:cTn id="63" dur="1000"/>
                                        <p:tgtEl>
                                          <p:spTgt spid="11"/>
                                        </p:tgtEl>
                                      </p:cBhvr>
                                    </p:animEffect>
                                    <p:anim calcmode="lin" valueType="num">
                                      <p:cBhvr>
                                        <p:cTn id="64" dur="1000" fill="hold"/>
                                        <p:tgtEl>
                                          <p:spTgt spid="11"/>
                                        </p:tgtEl>
                                        <p:attrNameLst>
                                          <p:attrName>ppt_x</p:attrName>
                                        </p:attrNameLst>
                                      </p:cBhvr>
                                      <p:tavLst>
                                        <p:tav tm="0">
                                          <p:val>
                                            <p:strVal val="#ppt_x"/>
                                          </p:val>
                                        </p:tav>
                                        <p:tav tm="100000">
                                          <p:val>
                                            <p:strVal val="#ppt_x"/>
                                          </p:val>
                                        </p:tav>
                                      </p:tavLst>
                                    </p:anim>
                                    <p:anim calcmode="lin" valueType="num">
                                      <p:cBhvr>
                                        <p:cTn id="65"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11" grpId="0"/>
      <p:bldP spid="32" grpId="0" animBg="1"/>
      <p:bldP spid="32" grpId="1" animBg="1"/>
      <p:bldP spid="33" grpId="0" animBg="1"/>
      <p:bldP spid="33" grpId="1" animBg="1"/>
      <p:bldP spid="34" grpId="0" animBg="1"/>
      <p:bldP spid="34" grpId="1" animBg="1"/>
      <p:bldP spid="35" grpId="0" animBg="1"/>
      <p:bldP spid="35" grpId="1" animBg="1"/>
      <p:bldP spid="36" grpId="0" animBg="1"/>
      <p:bldP spid="36" grpId="1" animBg="1"/>
      <p:bldP spid="37" grpId="0" animBg="1"/>
      <p:bldP spid="37" grpId="1" animBg="1"/>
      <p:bldP spid="38" grpId="0" animBg="1"/>
      <p:bldP spid="38" grpId="1" animBg="1"/>
      <p:bldP spid="39" grpId="0" animBg="1"/>
      <p:bldP spid="39" grpId="1" animBg="1"/>
      <p:bldP spid="40" grpId="0" animBg="1"/>
      <p:bldP spid="40" grpId="1" animBg="1"/>
      <p:bldP spid="41" grpId="0" animBg="1"/>
      <p:bldP spid="41" grpId="1" animBg="1"/>
      <p:bldP spid="42" grpId="0" animBg="1"/>
      <p:bldP spid="42" grpId="1" animBg="1"/>
      <p:bldP spid="1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圆角矩形 21"/>
          <p:cNvSpPr/>
          <p:nvPr/>
        </p:nvSpPr>
        <p:spPr>
          <a:xfrm>
            <a:off x="384171" y="553826"/>
            <a:ext cx="11401425" cy="5857875"/>
          </a:xfrm>
          <a:prstGeom prst="round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p:nvPicPr>
        <p:blipFill rotWithShape="1">
          <a:blip r:embed="rId4" cstate="print">
            <a:extLst>
              <a:ext uri="{BEBA8EAE-BF5A-486C-A8C5-ECC9F3942E4B}">
                <a14:imgProps xmlns:a14="http://schemas.microsoft.com/office/drawing/2010/main">
                  <a14:imgLayer r:embed="rId5">
                    <a14:imgEffect>
                      <a14:backgroundRemoval t="56883" b="100000" l="48226" r="100000">
                        <a14:foregroundMark x1="55687" y1="78108" x2="55687" y2="78108"/>
                        <a14:foregroundMark x1="76979" y1="78532" x2="76979" y2="78532"/>
                      </a14:backgroundRemoval>
                    </a14:imgEffect>
                  </a14:imgLayer>
                </a14:imgProps>
              </a:ext>
              <a:ext uri="{28A0092B-C50C-407E-A947-70E740481C1C}">
                <a14:useLocalDpi xmlns:a14="http://schemas.microsoft.com/office/drawing/2010/main" val="0"/>
              </a:ext>
            </a:extLst>
          </a:blip>
          <a:srcRect l="35074" t="53702"/>
          <a:stretch/>
        </p:blipFill>
        <p:spPr>
          <a:xfrm>
            <a:off x="8704385" y="3049953"/>
            <a:ext cx="3092327" cy="3307983"/>
          </a:xfrm>
          <a:prstGeom prst="rect">
            <a:avLst/>
          </a:prstGeom>
        </p:spPr>
      </p:pic>
      <p:grpSp>
        <p:nvGrpSpPr>
          <p:cNvPr id="10" name="组合 9"/>
          <p:cNvGrpSpPr/>
          <p:nvPr/>
        </p:nvGrpSpPr>
        <p:grpSpPr>
          <a:xfrm>
            <a:off x="5792529" y="2681703"/>
            <a:ext cx="3765810" cy="2510779"/>
            <a:chOff x="1485900" y="1972088"/>
            <a:chExt cx="4563803" cy="3042825"/>
          </a:xfrm>
        </p:grpSpPr>
        <p:grpSp>
          <p:nvGrpSpPr>
            <p:cNvPr id="11" name="组合 10"/>
            <p:cNvGrpSpPr/>
            <p:nvPr/>
          </p:nvGrpSpPr>
          <p:grpSpPr>
            <a:xfrm>
              <a:off x="1485900" y="2402056"/>
              <a:ext cx="4471988" cy="2612857"/>
              <a:chOff x="1485900" y="2402056"/>
              <a:chExt cx="4471988" cy="2612857"/>
            </a:xfrm>
          </p:grpSpPr>
          <p:sp>
            <p:nvSpPr>
              <p:cNvPr id="14" name="圆角矩形 13"/>
              <p:cNvSpPr/>
              <p:nvPr/>
            </p:nvSpPr>
            <p:spPr>
              <a:xfrm>
                <a:off x="1485900" y="2402056"/>
                <a:ext cx="4471988" cy="2612857"/>
              </a:xfrm>
              <a:prstGeom prst="roundRect">
                <a:avLst/>
              </a:prstGeom>
              <a:solidFill>
                <a:srgbClr val="FF99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840206" y="2693261"/>
                <a:ext cx="3954998" cy="2070127"/>
              </a:xfrm>
              <a:prstGeom prst="rect">
                <a:avLst/>
              </a:prstGeom>
            </p:spPr>
            <p:txBody>
              <a:bodyPr wrap="square">
                <a:spAutoFit/>
              </a:bodyPr>
              <a:lstStyle/>
              <a:p>
                <a:pPr>
                  <a:lnSpc>
                    <a:spcPct val="150000"/>
                  </a:lnSpc>
                </a:pPr>
                <a:r>
                  <a:rPr lang="zh-CN" altLang="en-US" sz="1400" dirty="0">
                    <a:latin typeface="幼圆" panose="02010509060101010101" pitchFamily="49" charset="-122"/>
                    <a:ea typeface="幼圆" panose="02010509060101010101" pitchFamily="49" charset="-122"/>
                  </a:rPr>
                  <a:t>它是提高人口素质的重要环节。青春期到来以前的未成年人被称为儿童或少年，他们在思想、性格、智力、体魄等方面的可塑儿童教育性很强。儿童教育是整个教育事业的重要基础。</a:t>
                </a:r>
              </a:p>
            </p:txBody>
          </p:sp>
        </p:grpSp>
        <p:sp>
          <p:nvSpPr>
            <p:cNvPr id="12" name="五角星 20"/>
            <p:cNvSpPr/>
            <p:nvPr/>
          </p:nvSpPr>
          <p:spPr>
            <a:xfrm>
              <a:off x="1615807" y="1972088"/>
              <a:ext cx="704858" cy="704857"/>
            </a:xfrm>
            <a:custGeom>
              <a:avLst/>
              <a:gdLst>
                <a:gd name="connsiteX0" fmla="*/ 1 w 1147078"/>
                <a:gd name="connsiteY0" fmla="*/ 438144 h 1147078"/>
                <a:gd name="connsiteX1" fmla="*/ 438147 w 1147078"/>
                <a:gd name="connsiteY1" fmla="*/ 438147 h 1147078"/>
                <a:gd name="connsiteX2" fmla="*/ 573539 w 1147078"/>
                <a:gd name="connsiteY2" fmla="*/ 0 h 1147078"/>
                <a:gd name="connsiteX3" fmla="*/ 708931 w 1147078"/>
                <a:gd name="connsiteY3" fmla="*/ 438147 h 1147078"/>
                <a:gd name="connsiteX4" fmla="*/ 1147077 w 1147078"/>
                <a:gd name="connsiteY4" fmla="*/ 438144 h 1147078"/>
                <a:gd name="connsiteX5" fmla="*/ 792607 w 1147078"/>
                <a:gd name="connsiteY5" fmla="*/ 708930 h 1147078"/>
                <a:gd name="connsiteX6" fmla="*/ 928005 w 1147078"/>
                <a:gd name="connsiteY6" fmla="*/ 1147075 h 1147078"/>
                <a:gd name="connsiteX7" fmla="*/ 573539 w 1147078"/>
                <a:gd name="connsiteY7" fmla="*/ 876284 h 1147078"/>
                <a:gd name="connsiteX8" fmla="*/ 219073 w 1147078"/>
                <a:gd name="connsiteY8" fmla="*/ 1147075 h 1147078"/>
                <a:gd name="connsiteX9" fmla="*/ 354471 w 1147078"/>
                <a:gd name="connsiteY9" fmla="*/ 708930 h 1147078"/>
                <a:gd name="connsiteX10" fmla="*/ 1 w 1147078"/>
                <a:gd name="connsiteY10" fmla="*/ 438144 h 1147078"/>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7076" h="1147075">
                  <a:moveTo>
                    <a:pt x="0" y="438144"/>
                  </a:moveTo>
                  <a:lnTo>
                    <a:pt x="438146" y="438147"/>
                  </a:lnTo>
                  <a:cubicBezTo>
                    <a:pt x="411839" y="249235"/>
                    <a:pt x="528407" y="146049"/>
                    <a:pt x="573538" y="0"/>
                  </a:cubicBezTo>
                  <a:cubicBezTo>
                    <a:pt x="618669" y="146049"/>
                    <a:pt x="692374" y="220661"/>
                    <a:pt x="708930" y="438147"/>
                  </a:cubicBezTo>
                  <a:lnTo>
                    <a:pt x="1147076" y="438144"/>
                  </a:lnTo>
                  <a:cubicBezTo>
                    <a:pt x="1028919" y="528406"/>
                    <a:pt x="1025063" y="761543"/>
                    <a:pt x="792606" y="708930"/>
                  </a:cubicBezTo>
                  <a:cubicBezTo>
                    <a:pt x="909176" y="912128"/>
                    <a:pt x="882871" y="1001027"/>
                    <a:pt x="928004" y="1147075"/>
                  </a:cubicBezTo>
                  <a:lnTo>
                    <a:pt x="587826" y="947722"/>
                  </a:lnTo>
                  <a:lnTo>
                    <a:pt x="219072" y="1147075"/>
                  </a:lnTo>
                  <a:cubicBezTo>
                    <a:pt x="264205" y="1001027"/>
                    <a:pt x="180749" y="840691"/>
                    <a:pt x="354470" y="708930"/>
                  </a:cubicBezTo>
                  <a:cubicBezTo>
                    <a:pt x="236313" y="618668"/>
                    <a:pt x="146732" y="671281"/>
                    <a:pt x="0" y="438144"/>
                  </a:cubicBezTo>
                  <a:close/>
                </a:path>
              </a:pathLst>
            </a:custGeom>
            <a:solidFill>
              <a:srgbClr val="FDD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3" name="五角星 20"/>
            <p:cNvSpPr/>
            <p:nvPr/>
          </p:nvSpPr>
          <p:spPr>
            <a:xfrm>
              <a:off x="5344845" y="1972089"/>
              <a:ext cx="704858" cy="704857"/>
            </a:xfrm>
            <a:custGeom>
              <a:avLst/>
              <a:gdLst>
                <a:gd name="connsiteX0" fmla="*/ 1 w 1147078"/>
                <a:gd name="connsiteY0" fmla="*/ 438144 h 1147078"/>
                <a:gd name="connsiteX1" fmla="*/ 438147 w 1147078"/>
                <a:gd name="connsiteY1" fmla="*/ 438147 h 1147078"/>
                <a:gd name="connsiteX2" fmla="*/ 573539 w 1147078"/>
                <a:gd name="connsiteY2" fmla="*/ 0 h 1147078"/>
                <a:gd name="connsiteX3" fmla="*/ 708931 w 1147078"/>
                <a:gd name="connsiteY3" fmla="*/ 438147 h 1147078"/>
                <a:gd name="connsiteX4" fmla="*/ 1147077 w 1147078"/>
                <a:gd name="connsiteY4" fmla="*/ 438144 h 1147078"/>
                <a:gd name="connsiteX5" fmla="*/ 792607 w 1147078"/>
                <a:gd name="connsiteY5" fmla="*/ 708930 h 1147078"/>
                <a:gd name="connsiteX6" fmla="*/ 928005 w 1147078"/>
                <a:gd name="connsiteY6" fmla="*/ 1147075 h 1147078"/>
                <a:gd name="connsiteX7" fmla="*/ 573539 w 1147078"/>
                <a:gd name="connsiteY7" fmla="*/ 876284 h 1147078"/>
                <a:gd name="connsiteX8" fmla="*/ 219073 w 1147078"/>
                <a:gd name="connsiteY8" fmla="*/ 1147075 h 1147078"/>
                <a:gd name="connsiteX9" fmla="*/ 354471 w 1147078"/>
                <a:gd name="connsiteY9" fmla="*/ 708930 h 1147078"/>
                <a:gd name="connsiteX10" fmla="*/ 1 w 1147078"/>
                <a:gd name="connsiteY10" fmla="*/ 438144 h 1147078"/>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7076" h="1147075">
                  <a:moveTo>
                    <a:pt x="0" y="438144"/>
                  </a:moveTo>
                  <a:lnTo>
                    <a:pt x="438146" y="438147"/>
                  </a:lnTo>
                  <a:cubicBezTo>
                    <a:pt x="411839" y="249235"/>
                    <a:pt x="528407" y="146049"/>
                    <a:pt x="573538" y="0"/>
                  </a:cubicBezTo>
                  <a:cubicBezTo>
                    <a:pt x="618669" y="146049"/>
                    <a:pt x="692374" y="220661"/>
                    <a:pt x="708930" y="438147"/>
                  </a:cubicBezTo>
                  <a:lnTo>
                    <a:pt x="1147076" y="438144"/>
                  </a:lnTo>
                  <a:cubicBezTo>
                    <a:pt x="1028919" y="528406"/>
                    <a:pt x="1025063" y="761543"/>
                    <a:pt x="792606" y="708930"/>
                  </a:cubicBezTo>
                  <a:cubicBezTo>
                    <a:pt x="909176" y="912128"/>
                    <a:pt x="882871" y="1001027"/>
                    <a:pt x="928004" y="1147075"/>
                  </a:cubicBezTo>
                  <a:lnTo>
                    <a:pt x="587826" y="947722"/>
                  </a:lnTo>
                  <a:lnTo>
                    <a:pt x="219072" y="1147075"/>
                  </a:lnTo>
                  <a:cubicBezTo>
                    <a:pt x="264205" y="1001027"/>
                    <a:pt x="180749" y="840691"/>
                    <a:pt x="354470" y="708930"/>
                  </a:cubicBezTo>
                  <a:cubicBezTo>
                    <a:pt x="236313" y="618668"/>
                    <a:pt x="146732" y="671281"/>
                    <a:pt x="0" y="438144"/>
                  </a:cubicBezTo>
                  <a:close/>
                </a:path>
              </a:pathLst>
            </a:custGeom>
            <a:solidFill>
              <a:srgbClr val="FDD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16" name="组合 15"/>
          <p:cNvGrpSpPr/>
          <p:nvPr/>
        </p:nvGrpSpPr>
        <p:grpSpPr>
          <a:xfrm>
            <a:off x="1414230" y="1262478"/>
            <a:ext cx="3765810" cy="2510779"/>
            <a:chOff x="1485900" y="1972088"/>
            <a:chExt cx="4563803" cy="3042825"/>
          </a:xfrm>
        </p:grpSpPr>
        <p:grpSp>
          <p:nvGrpSpPr>
            <p:cNvPr id="17" name="组合 16"/>
            <p:cNvGrpSpPr/>
            <p:nvPr/>
          </p:nvGrpSpPr>
          <p:grpSpPr>
            <a:xfrm>
              <a:off x="1485900" y="2402056"/>
              <a:ext cx="4471988" cy="2612857"/>
              <a:chOff x="1485900" y="2402056"/>
              <a:chExt cx="4471988" cy="2612857"/>
            </a:xfrm>
          </p:grpSpPr>
          <p:sp>
            <p:nvSpPr>
              <p:cNvPr id="20" name="圆角矩形 19"/>
              <p:cNvSpPr/>
              <p:nvPr/>
            </p:nvSpPr>
            <p:spPr>
              <a:xfrm>
                <a:off x="1485900" y="2402056"/>
                <a:ext cx="4471988" cy="2612857"/>
              </a:xfrm>
              <a:prstGeom prst="roundRect">
                <a:avLst/>
              </a:prstGeom>
              <a:solidFill>
                <a:srgbClr val="FF99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1840206" y="2693261"/>
                <a:ext cx="3954998" cy="2070127"/>
              </a:xfrm>
              <a:prstGeom prst="rect">
                <a:avLst/>
              </a:prstGeom>
            </p:spPr>
            <p:txBody>
              <a:bodyPr wrap="square">
                <a:spAutoFit/>
              </a:bodyPr>
              <a:lstStyle/>
              <a:p>
                <a:pPr>
                  <a:lnSpc>
                    <a:spcPct val="150000"/>
                  </a:lnSpc>
                </a:pPr>
                <a:r>
                  <a:rPr lang="zh-CN" altLang="en-US" sz="1400" dirty="0">
                    <a:latin typeface="幼圆" panose="02010509060101010101" pitchFamily="49" charset="-122"/>
                    <a:ea typeface="幼圆" panose="02010509060101010101" pitchFamily="49" charset="-122"/>
                  </a:rPr>
                  <a:t>它是提高人口素质的重要环节。青春期到来以前的未成年人被称为儿童或少年，他们在思想、性格、智力、体魄等方面的可塑儿童教育性很强。儿童教育是整个教育事业的重要基础。</a:t>
                </a:r>
              </a:p>
            </p:txBody>
          </p:sp>
        </p:grpSp>
        <p:sp>
          <p:nvSpPr>
            <p:cNvPr id="18" name="五角星 20"/>
            <p:cNvSpPr/>
            <p:nvPr/>
          </p:nvSpPr>
          <p:spPr>
            <a:xfrm>
              <a:off x="1615807" y="1972088"/>
              <a:ext cx="704858" cy="704857"/>
            </a:xfrm>
            <a:custGeom>
              <a:avLst/>
              <a:gdLst>
                <a:gd name="connsiteX0" fmla="*/ 1 w 1147078"/>
                <a:gd name="connsiteY0" fmla="*/ 438144 h 1147078"/>
                <a:gd name="connsiteX1" fmla="*/ 438147 w 1147078"/>
                <a:gd name="connsiteY1" fmla="*/ 438147 h 1147078"/>
                <a:gd name="connsiteX2" fmla="*/ 573539 w 1147078"/>
                <a:gd name="connsiteY2" fmla="*/ 0 h 1147078"/>
                <a:gd name="connsiteX3" fmla="*/ 708931 w 1147078"/>
                <a:gd name="connsiteY3" fmla="*/ 438147 h 1147078"/>
                <a:gd name="connsiteX4" fmla="*/ 1147077 w 1147078"/>
                <a:gd name="connsiteY4" fmla="*/ 438144 h 1147078"/>
                <a:gd name="connsiteX5" fmla="*/ 792607 w 1147078"/>
                <a:gd name="connsiteY5" fmla="*/ 708930 h 1147078"/>
                <a:gd name="connsiteX6" fmla="*/ 928005 w 1147078"/>
                <a:gd name="connsiteY6" fmla="*/ 1147075 h 1147078"/>
                <a:gd name="connsiteX7" fmla="*/ 573539 w 1147078"/>
                <a:gd name="connsiteY7" fmla="*/ 876284 h 1147078"/>
                <a:gd name="connsiteX8" fmla="*/ 219073 w 1147078"/>
                <a:gd name="connsiteY8" fmla="*/ 1147075 h 1147078"/>
                <a:gd name="connsiteX9" fmla="*/ 354471 w 1147078"/>
                <a:gd name="connsiteY9" fmla="*/ 708930 h 1147078"/>
                <a:gd name="connsiteX10" fmla="*/ 1 w 1147078"/>
                <a:gd name="connsiteY10" fmla="*/ 438144 h 1147078"/>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7076" h="1147075">
                  <a:moveTo>
                    <a:pt x="0" y="438144"/>
                  </a:moveTo>
                  <a:lnTo>
                    <a:pt x="438146" y="438147"/>
                  </a:lnTo>
                  <a:cubicBezTo>
                    <a:pt x="411839" y="249235"/>
                    <a:pt x="528407" y="146049"/>
                    <a:pt x="573538" y="0"/>
                  </a:cubicBezTo>
                  <a:cubicBezTo>
                    <a:pt x="618669" y="146049"/>
                    <a:pt x="692374" y="220661"/>
                    <a:pt x="708930" y="438147"/>
                  </a:cubicBezTo>
                  <a:lnTo>
                    <a:pt x="1147076" y="438144"/>
                  </a:lnTo>
                  <a:cubicBezTo>
                    <a:pt x="1028919" y="528406"/>
                    <a:pt x="1025063" y="761543"/>
                    <a:pt x="792606" y="708930"/>
                  </a:cubicBezTo>
                  <a:cubicBezTo>
                    <a:pt x="909176" y="912128"/>
                    <a:pt x="882871" y="1001027"/>
                    <a:pt x="928004" y="1147075"/>
                  </a:cubicBezTo>
                  <a:lnTo>
                    <a:pt x="587826" y="947722"/>
                  </a:lnTo>
                  <a:lnTo>
                    <a:pt x="219072" y="1147075"/>
                  </a:lnTo>
                  <a:cubicBezTo>
                    <a:pt x="264205" y="1001027"/>
                    <a:pt x="180749" y="840691"/>
                    <a:pt x="354470" y="708930"/>
                  </a:cubicBezTo>
                  <a:cubicBezTo>
                    <a:pt x="236313" y="618668"/>
                    <a:pt x="146732" y="671281"/>
                    <a:pt x="0" y="438144"/>
                  </a:cubicBezTo>
                  <a:close/>
                </a:path>
              </a:pathLst>
            </a:custGeom>
            <a:solidFill>
              <a:srgbClr val="FDD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五角星 20"/>
            <p:cNvSpPr/>
            <p:nvPr/>
          </p:nvSpPr>
          <p:spPr>
            <a:xfrm>
              <a:off x="5344845" y="1972089"/>
              <a:ext cx="704858" cy="704857"/>
            </a:xfrm>
            <a:custGeom>
              <a:avLst/>
              <a:gdLst>
                <a:gd name="connsiteX0" fmla="*/ 1 w 1147078"/>
                <a:gd name="connsiteY0" fmla="*/ 438144 h 1147078"/>
                <a:gd name="connsiteX1" fmla="*/ 438147 w 1147078"/>
                <a:gd name="connsiteY1" fmla="*/ 438147 h 1147078"/>
                <a:gd name="connsiteX2" fmla="*/ 573539 w 1147078"/>
                <a:gd name="connsiteY2" fmla="*/ 0 h 1147078"/>
                <a:gd name="connsiteX3" fmla="*/ 708931 w 1147078"/>
                <a:gd name="connsiteY3" fmla="*/ 438147 h 1147078"/>
                <a:gd name="connsiteX4" fmla="*/ 1147077 w 1147078"/>
                <a:gd name="connsiteY4" fmla="*/ 438144 h 1147078"/>
                <a:gd name="connsiteX5" fmla="*/ 792607 w 1147078"/>
                <a:gd name="connsiteY5" fmla="*/ 708930 h 1147078"/>
                <a:gd name="connsiteX6" fmla="*/ 928005 w 1147078"/>
                <a:gd name="connsiteY6" fmla="*/ 1147075 h 1147078"/>
                <a:gd name="connsiteX7" fmla="*/ 573539 w 1147078"/>
                <a:gd name="connsiteY7" fmla="*/ 876284 h 1147078"/>
                <a:gd name="connsiteX8" fmla="*/ 219073 w 1147078"/>
                <a:gd name="connsiteY8" fmla="*/ 1147075 h 1147078"/>
                <a:gd name="connsiteX9" fmla="*/ 354471 w 1147078"/>
                <a:gd name="connsiteY9" fmla="*/ 708930 h 1147078"/>
                <a:gd name="connsiteX10" fmla="*/ 1 w 1147078"/>
                <a:gd name="connsiteY10" fmla="*/ 438144 h 1147078"/>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7076" h="1147075">
                  <a:moveTo>
                    <a:pt x="0" y="438144"/>
                  </a:moveTo>
                  <a:lnTo>
                    <a:pt x="438146" y="438147"/>
                  </a:lnTo>
                  <a:cubicBezTo>
                    <a:pt x="411839" y="249235"/>
                    <a:pt x="528407" y="146049"/>
                    <a:pt x="573538" y="0"/>
                  </a:cubicBezTo>
                  <a:cubicBezTo>
                    <a:pt x="618669" y="146049"/>
                    <a:pt x="692374" y="220661"/>
                    <a:pt x="708930" y="438147"/>
                  </a:cubicBezTo>
                  <a:lnTo>
                    <a:pt x="1147076" y="438144"/>
                  </a:lnTo>
                  <a:cubicBezTo>
                    <a:pt x="1028919" y="528406"/>
                    <a:pt x="1025063" y="761543"/>
                    <a:pt x="792606" y="708930"/>
                  </a:cubicBezTo>
                  <a:cubicBezTo>
                    <a:pt x="909176" y="912128"/>
                    <a:pt x="882871" y="1001027"/>
                    <a:pt x="928004" y="1147075"/>
                  </a:cubicBezTo>
                  <a:lnTo>
                    <a:pt x="587826" y="947722"/>
                  </a:lnTo>
                  <a:lnTo>
                    <a:pt x="219072" y="1147075"/>
                  </a:lnTo>
                  <a:cubicBezTo>
                    <a:pt x="264205" y="1001027"/>
                    <a:pt x="180749" y="840691"/>
                    <a:pt x="354470" y="708930"/>
                  </a:cubicBezTo>
                  <a:cubicBezTo>
                    <a:pt x="236313" y="618668"/>
                    <a:pt x="146732" y="671281"/>
                    <a:pt x="0" y="438144"/>
                  </a:cubicBezTo>
                  <a:close/>
                </a:path>
              </a:pathLst>
            </a:custGeom>
            <a:solidFill>
              <a:srgbClr val="FDD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pic>
        <p:nvPicPr>
          <p:cNvPr id="23" name="图片 22"/>
          <p:cNvPicPr>
            <a:picLocks noChangeAspect="1"/>
          </p:cNvPicPr>
          <p:nvPr/>
        </p:nvPicPr>
        <p:blipFill rotWithShape="1">
          <a:blip r:embed="rId6" cstate="print">
            <a:extLst>
              <a:ext uri="{BEBA8EAE-BF5A-486C-A8C5-ECC9F3942E4B}">
                <a14:imgProps xmlns:a14="http://schemas.microsoft.com/office/drawing/2010/main">
                  <a14:imgLayer r:embed="rId7">
                    <a14:imgEffect>
                      <a14:backgroundRemoval t="1091" b="10242" l="51091" r="61818"/>
                    </a14:imgEffect>
                  </a14:imgLayer>
                </a14:imgProps>
              </a:ext>
              <a:ext uri="{28A0092B-C50C-407E-A947-70E740481C1C}">
                <a14:useLocalDpi xmlns:a14="http://schemas.microsoft.com/office/drawing/2010/main" val="0"/>
              </a:ext>
            </a:extLst>
          </a:blip>
          <a:srcRect l="51042" r="35939" b="90899"/>
          <a:stretch/>
        </p:blipFill>
        <p:spPr>
          <a:xfrm>
            <a:off x="8976727" y="636774"/>
            <a:ext cx="1619293" cy="1698363"/>
          </a:xfrm>
          <a:prstGeom prst="rect">
            <a:avLst/>
          </a:prstGeom>
        </p:spPr>
      </p:pic>
      <p:pic>
        <p:nvPicPr>
          <p:cNvPr id="24" name="图片 23"/>
          <p:cNvPicPr>
            <a:picLocks noChangeAspect="1"/>
          </p:cNvPicPr>
          <p:nvPr/>
        </p:nvPicPr>
        <p:blipFill rotWithShape="1">
          <a:blip r:embed="rId8" cstate="print">
            <a:extLst>
              <a:ext uri="{BEBA8EAE-BF5A-486C-A8C5-ECC9F3942E4B}">
                <a14:imgProps xmlns:a14="http://schemas.microsoft.com/office/drawing/2010/main">
                  <a14:imgLayer r:embed="rId7">
                    <a14:imgEffect>
                      <a14:backgroundRemoval t="1292" b="11625" l="73941" r="97105"/>
                    </a14:imgEffect>
                  </a14:imgLayer>
                </a14:imgProps>
              </a:ext>
              <a:ext uri="{28A0092B-C50C-407E-A947-70E740481C1C}">
                <a14:useLocalDpi xmlns:a14="http://schemas.microsoft.com/office/drawing/2010/main" val="0"/>
              </a:ext>
            </a:extLst>
          </a:blip>
          <a:srcRect l="71045" t="4768" r="11358" b="87083"/>
          <a:stretch/>
        </p:blipFill>
        <p:spPr>
          <a:xfrm rot="5974133">
            <a:off x="1161581" y="4229411"/>
            <a:ext cx="2081516" cy="1446126"/>
          </a:xfrm>
          <a:prstGeom prst="rect">
            <a:avLst/>
          </a:prstGeom>
        </p:spPr>
      </p:pic>
      <p:grpSp>
        <p:nvGrpSpPr>
          <p:cNvPr id="27" name="组合 26"/>
          <p:cNvGrpSpPr/>
          <p:nvPr/>
        </p:nvGrpSpPr>
        <p:grpSpPr>
          <a:xfrm>
            <a:off x="2716686" y="5124386"/>
            <a:ext cx="2731718" cy="781609"/>
            <a:chOff x="2797545" y="5290579"/>
            <a:chExt cx="2731718" cy="781609"/>
          </a:xfrm>
        </p:grpSpPr>
        <p:sp>
          <p:nvSpPr>
            <p:cNvPr id="25" name="任意多边形 24"/>
            <p:cNvSpPr/>
            <p:nvPr/>
          </p:nvSpPr>
          <p:spPr>
            <a:xfrm>
              <a:off x="2986088" y="5290579"/>
              <a:ext cx="2543175" cy="781609"/>
            </a:xfrm>
            <a:custGeom>
              <a:avLst/>
              <a:gdLst>
                <a:gd name="connsiteX0" fmla="*/ 0 w 2543175"/>
                <a:gd name="connsiteY0" fmla="*/ 367271 h 781609"/>
                <a:gd name="connsiteX1" fmla="*/ 1000125 w 2543175"/>
                <a:gd name="connsiteY1" fmla="*/ 753034 h 781609"/>
                <a:gd name="connsiteX2" fmla="*/ 1514475 w 2543175"/>
                <a:gd name="connsiteY2" fmla="*/ 10084 h 781609"/>
                <a:gd name="connsiteX3" fmla="*/ 542925 w 2543175"/>
                <a:gd name="connsiteY3" fmla="*/ 352984 h 781609"/>
                <a:gd name="connsiteX4" fmla="*/ 2543175 w 2543175"/>
                <a:gd name="connsiteY4" fmla="*/ 781609 h 7816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3175" h="781609">
                  <a:moveTo>
                    <a:pt x="0" y="367271"/>
                  </a:moveTo>
                  <a:cubicBezTo>
                    <a:pt x="373856" y="589918"/>
                    <a:pt x="747713" y="812565"/>
                    <a:pt x="1000125" y="753034"/>
                  </a:cubicBezTo>
                  <a:cubicBezTo>
                    <a:pt x="1252537" y="693503"/>
                    <a:pt x="1590675" y="76759"/>
                    <a:pt x="1514475" y="10084"/>
                  </a:cubicBezTo>
                  <a:cubicBezTo>
                    <a:pt x="1438275" y="-56591"/>
                    <a:pt x="371475" y="224396"/>
                    <a:pt x="542925" y="352984"/>
                  </a:cubicBezTo>
                  <a:cubicBezTo>
                    <a:pt x="714375" y="481572"/>
                    <a:pt x="1628775" y="631590"/>
                    <a:pt x="2543175" y="781609"/>
                  </a:cubicBezTo>
                </a:path>
              </a:pathLst>
            </a:custGeom>
            <a:noFill/>
            <a:ln w="28575">
              <a:solidFill>
                <a:srgbClr val="FF9999"/>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等腰三角形 25"/>
            <p:cNvSpPr/>
            <p:nvPr/>
          </p:nvSpPr>
          <p:spPr>
            <a:xfrm rot="16200000">
              <a:off x="2774281" y="5535980"/>
              <a:ext cx="337334" cy="290805"/>
            </a:xfrm>
            <a:prstGeom prst="triangle">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8" name="图片 27"/>
          <p:cNvPicPr>
            <a:picLocks noChangeAspect="1"/>
          </p:cNvPicPr>
          <p:nvPr/>
        </p:nvPicPr>
        <p:blipFill rotWithShape="1">
          <a:blip r:embed="rId9" cstate="print">
            <a:extLst>
              <a:ext uri="{BEBA8EAE-BF5A-486C-A8C5-ECC9F3942E4B}">
                <a14:imgProps xmlns:a14="http://schemas.microsoft.com/office/drawing/2010/main">
                  <a14:imgLayer r:embed="rId7">
                    <a14:imgEffect>
                      <a14:backgroundRemoval t="15939" b="25879" l="0" r="14000"/>
                    </a14:imgEffect>
                  </a14:imgLayer>
                </a14:imgProps>
              </a:ext>
              <a:ext uri="{28A0092B-C50C-407E-A947-70E740481C1C}">
                <a14:useLocalDpi xmlns:a14="http://schemas.microsoft.com/office/drawing/2010/main" val="0"/>
              </a:ext>
            </a:extLst>
          </a:blip>
          <a:srcRect t="15333" r="83114" b="73542"/>
          <a:stretch/>
        </p:blipFill>
        <p:spPr>
          <a:xfrm rot="19644289">
            <a:off x="11157667" y="2235209"/>
            <a:ext cx="1331319" cy="1315821"/>
          </a:xfrm>
          <a:prstGeom prst="rect">
            <a:avLst/>
          </a:prstGeom>
        </p:spPr>
      </p:pic>
      <p:grpSp>
        <p:nvGrpSpPr>
          <p:cNvPr id="29" name="组合 28"/>
          <p:cNvGrpSpPr/>
          <p:nvPr/>
        </p:nvGrpSpPr>
        <p:grpSpPr>
          <a:xfrm>
            <a:off x="177047" y="636774"/>
            <a:ext cx="2278560" cy="461665"/>
            <a:chOff x="240439" y="693586"/>
            <a:chExt cx="2278560" cy="461665"/>
          </a:xfrm>
        </p:grpSpPr>
        <p:sp>
          <p:nvSpPr>
            <p:cNvPr id="30" name="文本框 29"/>
            <p:cNvSpPr txBox="1"/>
            <p:nvPr/>
          </p:nvSpPr>
          <p:spPr>
            <a:xfrm>
              <a:off x="642573" y="693586"/>
              <a:ext cx="1876426" cy="461665"/>
            </a:xfrm>
            <a:prstGeom prst="rect">
              <a:avLst/>
            </a:prstGeom>
            <a:noFill/>
          </p:spPr>
          <p:txBody>
            <a:bodyPr wrap="square" rtlCol="0">
              <a:spAutoFit/>
            </a:bodyPr>
            <a:lstStyle/>
            <a:p>
              <a:r>
                <a:rPr lang="zh-CN" altLang="en-US" sz="2400" dirty="0">
                  <a:latin typeface="幼圆" panose="02010509060101010101" pitchFamily="49" charset="-122"/>
                  <a:ea typeface="幼圆" panose="02010509060101010101" pitchFamily="49" charset="-122"/>
                </a:rPr>
                <a:t>输入标题</a:t>
              </a:r>
            </a:p>
          </p:txBody>
        </p:sp>
        <p:sp>
          <p:nvSpPr>
            <p:cNvPr id="31" name="燕尾形 30"/>
            <p:cNvSpPr/>
            <p:nvPr/>
          </p:nvSpPr>
          <p:spPr>
            <a:xfrm>
              <a:off x="240439" y="723352"/>
              <a:ext cx="402134" cy="402134"/>
            </a:xfrm>
            <a:prstGeom prst="chevron">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Tree>
    <p:extLst>
      <p:ext uri="{BB962C8B-B14F-4D97-AF65-F5344CB8AC3E}">
        <p14:creationId xmlns:p14="http://schemas.microsoft.com/office/powerpoint/2010/main" val="767381943"/>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1000" fill="hold"/>
                                        <p:tgtEl>
                                          <p:spTgt spid="16"/>
                                        </p:tgtEl>
                                        <p:attrNameLst>
                                          <p:attrName>ppt_w</p:attrName>
                                        </p:attrNameLst>
                                      </p:cBhvr>
                                      <p:tavLst>
                                        <p:tav tm="0">
                                          <p:val>
                                            <p:fltVal val="0"/>
                                          </p:val>
                                        </p:tav>
                                        <p:tav tm="100000">
                                          <p:val>
                                            <p:strVal val="#ppt_w"/>
                                          </p:val>
                                        </p:tav>
                                      </p:tavLst>
                                    </p:anim>
                                    <p:anim calcmode="lin" valueType="num">
                                      <p:cBhvr>
                                        <p:cTn id="8" dur="1000" fill="hold"/>
                                        <p:tgtEl>
                                          <p:spTgt spid="16"/>
                                        </p:tgtEl>
                                        <p:attrNameLst>
                                          <p:attrName>ppt_h</p:attrName>
                                        </p:attrNameLst>
                                      </p:cBhvr>
                                      <p:tavLst>
                                        <p:tav tm="0">
                                          <p:val>
                                            <p:fltVal val="0"/>
                                          </p:val>
                                        </p:tav>
                                        <p:tav tm="100000">
                                          <p:val>
                                            <p:strVal val="#ppt_h"/>
                                          </p:val>
                                        </p:tav>
                                      </p:tavLst>
                                    </p:anim>
                                    <p:anim calcmode="lin" valueType="num">
                                      <p:cBhvr>
                                        <p:cTn id="9" dur="1000" fill="hold"/>
                                        <p:tgtEl>
                                          <p:spTgt spid="16"/>
                                        </p:tgtEl>
                                        <p:attrNameLst>
                                          <p:attrName>style.rotation</p:attrName>
                                        </p:attrNameLst>
                                      </p:cBhvr>
                                      <p:tavLst>
                                        <p:tav tm="0">
                                          <p:val>
                                            <p:fltVal val="90"/>
                                          </p:val>
                                        </p:tav>
                                        <p:tav tm="100000">
                                          <p:val>
                                            <p:fltVal val="0"/>
                                          </p:val>
                                        </p:tav>
                                      </p:tavLst>
                                    </p:anim>
                                    <p:animEffect transition="in" filter="fade">
                                      <p:cBhvr>
                                        <p:cTn id="10" dur="1000"/>
                                        <p:tgtEl>
                                          <p:spTgt spid="16"/>
                                        </p:tgtEl>
                                      </p:cBhvr>
                                    </p:animEffect>
                                  </p:childTnLst>
                                </p:cTn>
                              </p:par>
                            </p:childTnLst>
                          </p:cTn>
                        </p:par>
                        <p:par>
                          <p:cTn id="11" fill="hold">
                            <p:stCondLst>
                              <p:cond delay="1000"/>
                            </p:stCondLst>
                            <p:childTnLst>
                              <p:par>
                                <p:cTn id="12" presetID="31" presetClass="entr" presetSubtype="0" fill="hold" nodeType="afterEffect">
                                  <p:stCondLst>
                                    <p:cond delay="0"/>
                                  </p:stCondLst>
                                  <p:childTnLst>
                                    <p:set>
                                      <p:cBhvr>
                                        <p:cTn id="13" dur="1" fill="hold">
                                          <p:stCondLst>
                                            <p:cond delay="0"/>
                                          </p:stCondLst>
                                        </p:cTn>
                                        <p:tgtEl>
                                          <p:spTgt spid="10"/>
                                        </p:tgtEl>
                                        <p:attrNameLst>
                                          <p:attrName>style.visibility</p:attrName>
                                        </p:attrNameLst>
                                      </p:cBhvr>
                                      <p:to>
                                        <p:strVal val="visible"/>
                                      </p:to>
                                    </p:set>
                                    <p:anim calcmode="lin" valueType="num">
                                      <p:cBhvr>
                                        <p:cTn id="14" dur="1000" fill="hold"/>
                                        <p:tgtEl>
                                          <p:spTgt spid="10"/>
                                        </p:tgtEl>
                                        <p:attrNameLst>
                                          <p:attrName>ppt_w</p:attrName>
                                        </p:attrNameLst>
                                      </p:cBhvr>
                                      <p:tavLst>
                                        <p:tav tm="0">
                                          <p:val>
                                            <p:fltVal val="0"/>
                                          </p:val>
                                        </p:tav>
                                        <p:tav tm="100000">
                                          <p:val>
                                            <p:strVal val="#ppt_w"/>
                                          </p:val>
                                        </p:tav>
                                      </p:tavLst>
                                    </p:anim>
                                    <p:anim calcmode="lin" valueType="num">
                                      <p:cBhvr>
                                        <p:cTn id="15" dur="1000" fill="hold"/>
                                        <p:tgtEl>
                                          <p:spTgt spid="10"/>
                                        </p:tgtEl>
                                        <p:attrNameLst>
                                          <p:attrName>ppt_h</p:attrName>
                                        </p:attrNameLst>
                                      </p:cBhvr>
                                      <p:tavLst>
                                        <p:tav tm="0">
                                          <p:val>
                                            <p:fltVal val="0"/>
                                          </p:val>
                                        </p:tav>
                                        <p:tav tm="100000">
                                          <p:val>
                                            <p:strVal val="#ppt_h"/>
                                          </p:val>
                                        </p:tav>
                                      </p:tavLst>
                                    </p:anim>
                                    <p:anim calcmode="lin" valueType="num">
                                      <p:cBhvr>
                                        <p:cTn id="16" dur="1000" fill="hold"/>
                                        <p:tgtEl>
                                          <p:spTgt spid="10"/>
                                        </p:tgtEl>
                                        <p:attrNameLst>
                                          <p:attrName>style.rotation</p:attrName>
                                        </p:attrNameLst>
                                      </p:cBhvr>
                                      <p:tavLst>
                                        <p:tav tm="0">
                                          <p:val>
                                            <p:fltVal val="90"/>
                                          </p:val>
                                        </p:tav>
                                        <p:tav tm="100000">
                                          <p:val>
                                            <p:fltVal val="0"/>
                                          </p:val>
                                        </p:tav>
                                      </p:tavLst>
                                    </p:anim>
                                    <p:animEffect transition="in" filter="fade">
                                      <p:cBhvr>
                                        <p:cTn id="17"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圆角矩形 14"/>
          <p:cNvSpPr/>
          <p:nvPr/>
        </p:nvSpPr>
        <p:spPr>
          <a:xfrm>
            <a:off x="378114" y="463550"/>
            <a:ext cx="11401425" cy="5857875"/>
          </a:xfrm>
          <a:prstGeom prst="round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 name="组合 15"/>
          <p:cNvGrpSpPr/>
          <p:nvPr/>
        </p:nvGrpSpPr>
        <p:grpSpPr>
          <a:xfrm>
            <a:off x="177047" y="636774"/>
            <a:ext cx="2278560" cy="461665"/>
            <a:chOff x="240439" y="693586"/>
            <a:chExt cx="2278560" cy="461665"/>
          </a:xfrm>
        </p:grpSpPr>
        <p:sp>
          <p:nvSpPr>
            <p:cNvPr id="17" name="文本框 16"/>
            <p:cNvSpPr txBox="1"/>
            <p:nvPr/>
          </p:nvSpPr>
          <p:spPr>
            <a:xfrm>
              <a:off x="642573" y="693586"/>
              <a:ext cx="1876426" cy="461665"/>
            </a:xfrm>
            <a:prstGeom prst="rect">
              <a:avLst/>
            </a:prstGeom>
            <a:noFill/>
          </p:spPr>
          <p:txBody>
            <a:bodyPr wrap="square" rtlCol="0">
              <a:spAutoFit/>
            </a:bodyPr>
            <a:lstStyle/>
            <a:p>
              <a:r>
                <a:rPr lang="zh-CN" altLang="en-US" sz="2400" dirty="0">
                  <a:latin typeface="幼圆" panose="02010509060101010101" pitchFamily="49" charset="-122"/>
                  <a:ea typeface="幼圆" panose="02010509060101010101" pitchFamily="49" charset="-122"/>
                </a:rPr>
                <a:t>输入标题</a:t>
              </a:r>
            </a:p>
          </p:txBody>
        </p:sp>
        <p:sp>
          <p:nvSpPr>
            <p:cNvPr id="18" name="燕尾形 17"/>
            <p:cNvSpPr/>
            <p:nvPr/>
          </p:nvSpPr>
          <p:spPr>
            <a:xfrm>
              <a:off x="240439" y="723352"/>
              <a:ext cx="402134" cy="402134"/>
            </a:xfrm>
            <a:prstGeom prst="chevron">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pic>
        <p:nvPicPr>
          <p:cNvPr id="7" name="图片 6"/>
          <p:cNvPicPr>
            <a:picLocks noChangeAspect="1"/>
          </p:cNvPicPr>
          <p:nvPr/>
        </p:nvPicPr>
        <p:blipFill rotWithShape="1">
          <a:blip r:embed="rId4" cstate="print">
            <a:extLst>
              <a:ext uri="{BEBA8EAE-BF5A-486C-A8C5-ECC9F3942E4B}">
                <a14:imgProps xmlns:a14="http://schemas.microsoft.com/office/drawing/2010/main">
                  <a14:imgLayer r:embed="rId5">
                    <a14:imgEffect>
                      <a14:backgroundRemoval t="56883" b="100000" l="48226" r="100000">
                        <a14:foregroundMark x1="55687" y1="78108" x2="55687" y2="78108"/>
                        <a14:foregroundMark x1="76979" y1="78532" x2="76979" y2="78532"/>
                      </a14:backgroundRemoval>
                    </a14:imgEffect>
                  </a14:imgLayer>
                </a14:imgProps>
              </a:ext>
              <a:ext uri="{28A0092B-C50C-407E-A947-70E740481C1C}">
                <a14:useLocalDpi xmlns:a14="http://schemas.microsoft.com/office/drawing/2010/main" val="0"/>
              </a:ext>
            </a:extLst>
          </a:blip>
          <a:srcRect l="35074" t="53702"/>
          <a:stretch/>
        </p:blipFill>
        <p:spPr>
          <a:xfrm>
            <a:off x="8704385" y="3049953"/>
            <a:ext cx="3092327" cy="3307983"/>
          </a:xfrm>
          <a:prstGeom prst="rect">
            <a:avLst/>
          </a:prstGeom>
        </p:spPr>
      </p:pic>
      <p:grpSp>
        <p:nvGrpSpPr>
          <p:cNvPr id="8" name="组合 7"/>
          <p:cNvGrpSpPr/>
          <p:nvPr/>
        </p:nvGrpSpPr>
        <p:grpSpPr>
          <a:xfrm>
            <a:off x="3328018" y="1555035"/>
            <a:ext cx="5376367" cy="3932080"/>
            <a:chOff x="3407817" y="1774745"/>
            <a:chExt cx="5376367" cy="3932080"/>
          </a:xfrm>
        </p:grpSpPr>
        <p:cxnSp>
          <p:nvCxnSpPr>
            <p:cNvPr id="9" name="Straight Connector 54"/>
            <p:cNvCxnSpPr/>
            <p:nvPr/>
          </p:nvCxnSpPr>
          <p:spPr>
            <a:xfrm>
              <a:off x="4026188" y="4366818"/>
              <a:ext cx="533102" cy="664119"/>
            </a:xfrm>
            <a:prstGeom prst="line">
              <a:avLst/>
            </a:prstGeom>
            <a:noFill/>
            <a:ln w="28575" cap="flat" cmpd="sng" algn="ctr">
              <a:solidFill>
                <a:sysClr val="window" lastClr="FFFFFF">
                  <a:lumMod val="75000"/>
                </a:sysClr>
              </a:solidFill>
              <a:prstDash val="sysDash"/>
              <a:miter lim="800000"/>
            </a:ln>
            <a:effectLst/>
          </p:spPr>
        </p:cxnSp>
        <p:cxnSp>
          <p:nvCxnSpPr>
            <p:cNvPr id="10" name="Straight Connector 55"/>
            <p:cNvCxnSpPr/>
            <p:nvPr/>
          </p:nvCxnSpPr>
          <p:spPr>
            <a:xfrm flipH="1">
              <a:off x="5112162" y="4784271"/>
              <a:ext cx="867577" cy="433790"/>
            </a:xfrm>
            <a:prstGeom prst="line">
              <a:avLst/>
            </a:prstGeom>
            <a:noFill/>
            <a:ln w="28575" cap="flat" cmpd="sng" algn="ctr">
              <a:solidFill>
                <a:sysClr val="window" lastClr="FFFFFF">
                  <a:lumMod val="75000"/>
                </a:sysClr>
              </a:solidFill>
              <a:prstDash val="sysDash"/>
              <a:miter lim="800000"/>
            </a:ln>
            <a:effectLst/>
          </p:spPr>
        </p:cxnSp>
        <p:cxnSp>
          <p:nvCxnSpPr>
            <p:cNvPr id="11" name="Straight Connector 56"/>
            <p:cNvCxnSpPr/>
            <p:nvPr/>
          </p:nvCxnSpPr>
          <p:spPr>
            <a:xfrm flipH="1">
              <a:off x="6498587" y="3346813"/>
              <a:ext cx="229654" cy="952634"/>
            </a:xfrm>
            <a:prstGeom prst="line">
              <a:avLst/>
            </a:prstGeom>
            <a:noFill/>
            <a:ln w="28575" cap="flat" cmpd="sng" algn="ctr">
              <a:solidFill>
                <a:sysClr val="window" lastClr="FFFFFF">
                  <a:lumMod val="75000"/>
                </a:sysClr>
              </a:solidFill>
              <a:prstDash val="sysDash"/>
              <a:miter lim="800000"/>
            </a:ln>
            <a:effectLst/>
          </p:spPr>
        </p:cxnSp>
        <p:cxnSp>
          <p:nvCxnSpPr>
            <p:cNvPr id="12" name="Straight Connector 57"/>
            <p:cNvCxnSpPr/>
            <p:nvPr/>
          </p:nvCxnSpPr>
          <p:spPr>
            <a:xfrm flipV="1">
              <a:off x="7154620" y="2306327"/>
              <a:ext cx="938298" cy="483994"/>
            </a:xfrm>
            <a:prstGeom prst="line">
              <a:avLst/>
            </a:prstGeom>
            <a:noFill/>
            <a:ln w="28575" cap="flat" cmpd="sng" algn="ctr">
              <a:solidFill>
                <a:sysClr val="window" lastClr="FFFFFF">
                  <a:lumMod val="75000"/>
                </a:sysClr>
              </a:solidFill>
              <a:prstDash val="sysDash"/>
              <a:miter lim="800000"/>
            </a:ln>
            <a:effectLst/>
          </p:spPr>
        </p:cxnSp>
        <p:sp>
          <p:nvSpPr>
            <p:cNvPr id="13" name="Oval 78"/>
            <p:cNvSpPr/>
            <p:nvPr/>
          </p:nvSpPr>
          <p:spPr>
            <a:xfrm>
              <a:off x="6464724" y="2624096"/>
              <a:ext cx="731798" cy="731798"/>
            </a:xfrm>
            <a:prstGeom prst="ellipse">
              <a:avLst/>
            </a:prstGeom>
            <a:solidFill>
              <a:srgbClr val="FF9999"/>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Arial"/>
                <a:ea typeface="微软雅黑"/>
                <a:cs typeface="+mn-cs"/>
              </a:endParaRPr>
            </a:p>
          </p:txBody>
        </p:sp>
        <p:sp>
          <p:nvSpPr>
            <p:cNvPr id="14" name="Freeform: Shape 108"/>
            <p:cNvSpPr>
              <a:spLocks/>
            </p:cNvSpPr>
            <p:nvPr/>
          </p:nvSpPr>
          <p:spPr bwMode="auto">
            <a:xfrm>
              <a:off x="6591862" y="2751234"/>
              <a:ext cx="477523" cy="477523"/>
            </a:xfrm>
            <a:custGeom>
              <a:avLst/>
              <a:gdLst>
                <a:gd name="T0" fmla="*/ 118 w 236"/>
                <a:gd name="T1" fmla="*/ 0 h 236"/>
                <a:gd name="T2" fmla="*/ 0 w 236"/>
                <a:gd name="T3" fmla="*/ 118 h 236"/>
                <a:gd name="T4" fmla="*/ 118 w 236"/>
                <a:gd name="T5" fmla="*/ 236 h 236"/>
                <a:gd name="T6" fmla="*/ 236 w 236"/>
                <a:gd name="T7" fmla="*/ 118 h 236"/>
                <a:gd name="T8" fmla="*/ 118 w 236"/>
                <a:gd name="T9" fmla="*/ 0 h 236"/>
                <a:gd name="T10" fmla="*/ 124 w 236"/>
                <a:gd name="T11" fmla="*/ 56 h 236"/>
                <a:gd name="T12" fmla="*/ 144 w 236"/>
                <a:gd name="T13" fmla="*/ 46 h 236"/>
                <a:gd name="T14" fmla="*/ 137 w 236"/>
                <a:gd name="T15" fmla="*/ 67 h 236"/>
                <a:gd name="T16" fmla="*/ 117 w 236"/>
                <a:gd name="T17" fmla="*/ 77 h 236"/>
                <a:gd name="T18" fmla="*/ 124 w 236"/>
                <a:gd name="T19" fmla="*/ 56 h 236"/>
                <a:gd name="T20" fmla="*/ 162 w 236"/>
                <a:gd name="T21" fmla="*/ 164 h 236"/>
                <a:gd name="T22" fmla="*/ 142 w 236"/>
                <a:gd name="T23" fmla="*/ 181 h 236"/>
                <a:gd name="T24" fmla="*/ 119 w 236"/>
                <a:gd name="T25" fmla="*/ 175 h 236"/>
                <a:gd name="T26" fmla="*/ 97 w 236"/>
                <a:gd name="T27" fmla="*/ 181 h 236"/>
                <a:gd name="T28" fmla="*/ 76 w 236"/>
                <a:gd name="T29" fmla="*/ 164 h 236"/>
                <a:gd name="T30" fmla="*/ 67 w 236"/>
                <a:gd name="T31" fmla="*/ 96 h 236"/>
                <a:gd name="T32" fmla="*/ 95 w 236"/>
                <a:gd name="T33" fmla="*/ 79 h 236"/>
                <a:gd name="T34" fmla="*/ 118 w 236"/>
                <a:gd name="T35" fmla="*/ 85 h 236"/>
                <a:gd name="T36" fmla="*/ 143 w 236"/>
                <a:gd name="T37" fmla="*/ 79 h 236"/>
                <a:gd name="T38" fmla="*/ 168 w 236"/>
                <a:gd name="T39" fmla="*/ 92 h 236"/>
                <a:gd name="T40" fmla="*/ 154 w 236"/>
                <a:gd name="T41" fmla="*/ 118 h 236"/>
                <a:gd name="T42" fmla="*/ 172 w 236"/>
                <a:gd name="T43" fmla="*/ 145 h 236"/>
                <a:gd name="T44" fmla="*/ 162 w 236"/>
                <a:gd name="T45" fmla="*/ 164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36" h="236">
                  <a:moveTo>
                    <a:pt x="118" y="0"/>
                  </a:moveTo>
                  <a:cubicBezTo>
                    <a:pt x="53" y="0"/>
                    <a:pt x="0" y="53"/>
                    <a:pt x="0" y="118"/>
                  </a:cubicBezTo>
                  <a:cubicBezTo>
                    <a:pt x="0" y="183"/>
                    <a:pt x="53" y="236"/>
                    <a:pt x="118" y="236"/>
                  </a:cubicBezTo>
                  <a:cubicBezTo>
                    <a:pt x="183" y="236"/>
                    <a:pt x="236" y="183"/>
                    <a:pt x="236" y="118"/>
                  </a:cubicBezTo>
                  <a:cubicBezTo>
                    <a:pt x="236" y="53"/>
                    <a:pt x="183" y="0"/>
                    <a:pt x="118" y="0"/>
                  </a:cubicBezTo>
                  <a:close/>
                  <a:moveTo>
                    <a:pt x="124" y="56"/>
                  </a:moveTo>
                  <a:cubicBezTo>
                    <a:pt x="129" y="50"/>
                    <a:pt x="137" y="46"/>
                    <a:pt x="144" y="46"/>
                  </a:cubicBezTo>
                  <a:cubicBezTo>
                    <a:pt x="144" y="54"/>
                    <a:pt x="141" y="62"/>
                    <a:pt x="137" y="67"/>
                  </a:cubicBezTo>
                  <a:cubicBezTo>
                    <a:pt x="132" y="73"/>
                    <a:pt x="124" y="78"/>
                    <a:pt x="117" y="77"/>
                  </a:cubicBezTo>
                  <a:cubicBezTo>
                    <a:pt x="115" y="69"/>
                    <a:pt x="119" y="61"/>
                    <a:pt x="124" y="56"/>
                  </a:cubicBezTo>
                  <a:close/>
                  <a:moveTo>
                    <a:pt x="162" y="164"/>
                  </a:moveTo>
                  <a:cubicBezTo>
                    <a:pt x="157" y="172"/>
                    <a:pt x="151" y="180"/>
                    <a:pt x="142" y="181"/>
                  </a:cubicBezTo>
                  <a:cubicBezTo>
                    <a:pt x="133" y="181"/>
                    <a:pt x="130" y="175"/>
                    <a:pt x="119" y="175"/>
                  </a:cubicBezTo>
                  <a:cubicBezTo>
                    <a:pt x="109" y="175"/>
                    <a:pt x="106" y="180"/>
                    <a:pt x="97" y="181"/>
                  </a:cubicBezTo>
                  <a:cubicBezTo>
                    <a:pt x="88" y="181"/>
                    <a:pt x="82" y="172"/>
                    <a:pt x="76" y="164"/>
                  </a:cubicBezTo>
                  <a:cubicBezTo>
                    <a:pt x="64" y="147"/>
                    <a:pt x="55" y="116"/>
                    <a:pt x="67" y="96"/>
                  </a:cubicBezTo>
                  <a:cubicBezTo>
                    <a:pt x="73" y="85"/>
                    <a:pt x="84" y="79"/>
                    <a:pt x="95" y="79"/>
                  </a:cubicBezTo>
                  <a:cubicBezTo>
                    <a:pt x="104" y="79"/>
                    <a:pt x="112" y="85"/>
                    <a:pt x="118" y="85"/>
                  </a:cubicBezTo>
                  <a:cubicBezTo>
                    <a:pt x="123" y="85"/>
                    <a:pt x="133" y="77"/>
                    <a:pt x="143" y="79"/>
                  </a:cubicBezTo>
                  <a:cubicBezTo>
                    <a:pt x="148" y="79"/>
                    <a:pt x="160" y="80"/>
                    <a:pt x="168" y="92"/>
                  </a:cubicBezTo>
                  <a:cubicBezTo>
                    <a:pt x="167" y="92"/>
                    <a:pt x="153" y="100"/>
                    <a:pt x="154" y="118"/>
                  </a:cubicBezTo>
                  <a:cubicBezTo>
                    <a:pt x="154" y="138"/>
                    <a:pt x="171" y="145"/>
                    <a:pt x="172" y="145"/>
                  </a:cubicBezTo>
                  <a:cubicBezTo>
                    <a:pt x="171" y="145"/>
                    <a:pt x="169" y="155"/>
                    <a:pt x="162" y="164"/>
                  </a:cubicBezTo>
                  <a:close/>
                </a:path>
              </a:pathLst>
            </a:custGeom>
            <a:solidFill>
              <a:sysClr val="window" lastClr="FFFFFF"/>
            </a:solidFill>
            <a:ln>
              <a:noFill/>
            </a:ln>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Arial"/>
                <a:ea typeface="微软雅黑"/>
              </a:endParaRPr>
            </a:p>
          </p:txBody>
        </p:sp>
        <p:sp>
          <p:nvSpPr>
            <p:cNvPr id="19" name="Oval 86"/>
            <p:cNvSpPr/>
            <p:nvPr/>
          </p:nvSpPr>
          <p:spPr>
            <a:xfrm>
              <a:off x="5937943" y="4249719"/>
              <a:ext cx="731798" cy="731798"/>
            </a:xfrm>
            <a:prstGeom prst="ellipse">
              <a:avLst/>
            </a:prstGeom>
            <a:solidFill>
              <a:srgbClr val="FF9999"/>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Arial"/>
                <a:ea typeface="微软雅黑"/>
                <a:cs typeface="+mn-cs"/>
              </a:endParaRPr>
            </a:p>
          </p:txBody>
        </p:sp>
        <p:sp>
          <p:nvSpPr>
            <p:cNvPr id="20" name="Freeform: Shape 109"/>
            <p:cNvSpPr>
              <a:spLocks/>
            </p:cNvSpPr>
            <p:nvPr/>
          </p:nvSpPr>
          <p:spPr bwMode="auto">
            <a:xfrm>
              <a:off x="6065081" y="4376857"/>
              <a:ext cx="477523" cy="477523"/>
            </a:xfrm>
            <a:custGeom>
              <a:avLst/>
              <a:gdLst>
                <a:gd name="T0" fmla="*/ 118 w 236"/>
                <a:gd name="T1" fmla="*/ 0 h 236"/>
                <a:gd name="T2" fmla="*/ 0 w 236"/>
                <a:gd name="T3" fmla="*/ 118 h 236"/>
                <a:gd name="T4" fmla="*/ 118 w 236"/>
                <a:gd name="T5" fmla="*/ 236 h 236"/>
                <a:gd name="T6" fmla="*/ 236 w 236"/>
                <a:gd name="T7" fmla="*/ 118 h 236"/>
                <a:gd name="T8" fmla="*/ 118 w 236"/>
                <a:gd name="T9" fmla="*/ 0 h 236"/>
                <a:gd name="T10" fmla="*/ 106 w 236"/>
                <a:gd name="T11" fmla="*/ 171 h 236"/>
                <a:gd name="T12" fmla="*/ 54 w 236"/>
                <a:gd name="T13" fmla="*/ 163 h 236"/>
                <a:gd name="T14" fmla="*/ 54 w 236"/>
                <a:gd name="T15" fmla="*/ 121 h 236"/>
                <a:gd name="T16" fmla="*/ 106 w 236"/>
                <a:gd name="T17" fmla="*/ 121 h 236"/>
                <a:gd name="T18" fmla="*/ 106 w 236"/>
                <a:gd name="T19" fmla="*/ 171 h 236"/>
                <a:gd name="T20" fmla="*/ 106 w 236"/>
                <a:gd name="T21" fmla="*/ 114 h 236"/>
                <a:gd name="T22" fmla="*/ 54 w 236"/>
                <a:gd name="T23" fmla="*/ 114 h 236"/>
                <a:gd name="T24" fmla="*/ 54 w 236"/>
                <a:gd name="T25" fmla="*/ 72 h 236"/>
                <a:gd name="T26" fmla="*/ 106 w 236"/>
                <a:gd name="T27" fmla="*/ 64 h 236"/>
                <a:gd name="T28" fmla="*/ 106 w 236"/>
                <a:gd name="T29" fmla="*/ 114 h 236"/>
                <a:gd name="T30" fmla="*/ 182 w 236"/>
                <a:gd name="T31" fmla="*/ 182 h 236"/>
                <a:gd name="T32" fmla="*/ 113 w 236"/>
                <a:gd name="T33" fmla="*/ 172 h 236"/>
                <a:gd name="T34" fmla="*/ 113 w 236"/>
                <a:gd name="T35" fmla="*/ 121 h 236"/>
                <a:gd name="T36" fmla="*/ 182 w 236"/>
                <a:gd name="T37" fmla="*/ 121 h 236"/>
                <a:gd name="T38" fmla="*/ 182 w 236"/>
                <a:gd name="T39" fmla="*/ 182 h 236"/>
                <a:gd name="T40" fmla="*/ 182 w 236"/>
                <a:gd name="T41" fmla="*/ 114 h 236"/>
                <a:gd name="T42" fmla="*/ 113 w 236"/>
                <a:gd name="T43" fmla="*/ 114 h 236"/>
                <a:gd name="T44" fmla="*/ 113 w 236"/>
                <a:gd name="T45" fmla="*/ 63 h 236"/>
                <a:gd name="T46" fmla="*/ 182 w 236"/>
                <a:gd name="T47" fmla="*/ 53 h 236"/>
                <a:gd name="T48" fmla="*/ 182 w 236"/>
                <a:gd name="T49" fmla="*/ 114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6" h="236">
                  <a:moveTo>
                    <a:pt x="118" y="0"/>
                  </a:moveTo>
                  <a:cubicBezTo>
                    <a:pt x="53" y="0"/>
                    <a:pt x="0" y="53"/>
                    <a:pt x="0" y="118"/>
                  </a:cubicBezTo>
                  <a:cubicBezTo>
                    <a:pt x="0" y="183"/>
                    <a:pt x="53" y="236"/>
                    <a:pt x="118" y="236"/>
                  </a:cubicBezTo>
                  <a:cubicBezTo>
                    <a:pt x="183" y="236"/>
                    <a:pt x="236" y="183"/>
                    <a:pt x="236" y="118"/>
                  </a:cubicBezTo>
                  <a:cubicBezTo>
                    <a:pt x="236" y="53"/>
                    <a:pt x="183" y="0"/>
                    <a:pt x="118" y="0"/>
                  </a:cubicBezTo>
                  <a:close/>
                  <a:moveTo>
                    <a:pt x="106" y="171"/>
                  </a:moveTo>
                  <a:cubicBezTo>
                    <a:pt x="54" y="163"/>
                    <a:pt x="54" y="163"/>
                    <a:pt x="54" y="163"/>
                  </a:cubicBezTo>
                  <a:cubicBezTo>
                    <a:pt x="54" y="121"/>
                    <a:pt x="54" y="121"/>
                    <a:pt x="54" y="121"/>
                  </a:cubicBezTo>
                  <a:cubicBezTo>
                    <a:pt x="106" y="121"/>
                    <a:pt x="106" y="121"/>
                    <a:pt x="106" y="121"/>
                  </a:cubicBezTo>
                  <a:lnTo>
                    <a:pt x="106" y="171"/>
                  </a:lnTo>
                  <a:close/>
                  <a:moveTo>
                    <a:pt x="106" y="114"/>
                  </a:moveTo>
                  <a:cubicBezTo>
                    <a:pt x="54" y="114"/>
                    <a:pt x="54" y="114"/>
                    <a:pt x="54" y="114"/>
                  </a:cubicBezTo>
                  <a:cubicBezTo>
                    <a:pt x="54" y="72"/>
                    <a:pt x="54" y="72"/>
                    <a:pt x="54" y="72"/>
                  </a:cubicBezTo>
                  <a:cubicBezTo>
                    <a:pt x="106" y="64"/>
                    <a:pt x="106" y="64"/>
                    <a:pt x="106" y="64"/>
                  </a:cubicBezTo>
                  <a:lnTo>
                    <a:pt x="106" y="114"/>
                  </a:lnTo>
                  <a:close/>
                  <a:moveTo>
                    <a:pt x="182" y="182"/>
                  </a:moveTo>
                  <a:cubicBezTo>
                    <a:pt x="113" y="172"/>
                    <a:pt x="113" y="172"/>
                    <a:pt x="113" y="172"/>
                  </a:cubicBezTo>
                  <a:cubicBezTo>
                    <a:pt x="113" y="121"/>
                    <a:pt x="113" y="121"/>
                    <a:pt x="113" y="121"/>
                  </a:cubicBezTo>
                  <a:cubicBezTo>
                    <a:pt x="182" y="121"/>
                    <a:pt x="182" y="121"/>
                    <a:pt x="182" y="121"/>
                  </a:cubicBezTo>
                  <a:lnTo>
                    <a:pt x="182" y="182"/>
                  </a:lnTo>
                  <a:close/>
                  <a:moveTo>
                    <a:pt x="182" y="114"/>
                  </a:moveTo>
                  <a:cubicBezTo>
                    <a:pt x="113" y="114"/>
                    <a:pt x="113" y="114"/>
                    <a:pt x="113" y="114"/>
                  </a:cubicBezTo>
                  <a:cubicBezTo>
                    <a:pt x="113" y="63"/>
                    <a:pt x="113" y="63"/>
                    <a:pt x="113" y="63"/>
                  </a:cubicBezTo>
                  <a:cubicBezTo>
                    <a:pt x="182" y="53"/>
                    <a:pt x="182" y="53"/>
                    <a:pt x="182" y="53"/>
                  </a:cubicBezTo>
                  <a:lnTo>
                    <a:pt x="182" y="114"/>
                  </a:lnTo>
                  <a:close/>
                </a:path>
              </a:pathLst>
            </a:custGeom>
            <a:solidFill>
              <a:sysClr val="window" lastClr="FFFFFF"/>
            </a:solidFill>
            <a:ln>
              <a:noFill/>
            </a:ln>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Arial"/>
                <a:ea typeface="微软雅黑"/>
              </a:endParaRPr>
            </a:p>
          </p:txBody>
        </p:sp>
        <p:sp>
          <p:nvSpPr>
            <p:cNvPr id="21" name="Oval 62"/>
            <p:cNvSpPr/>
            <p:nvPr/>
          </p:nvSpPr>
          <p:spPr>
            <a:xfrm>
              <a:off x="3407817" y="3719644"/>
              <a:ext cx="731798" cy="731798"/>
            </a:xfrm>
            <a:prstGeom prst="ellipse">
              <a:avLst/>
            </a:prstGeom>
            <a:solidFill>
              <a:srgbClr val="FF9999"/>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Arial"/>
                <a:ea typeface="微软雅黑"/>
                <a:cs typeface="+mn-cs"/>
              </a:endParaRPr>
            </a:p>
          </p:txBody>
        </p:sp>
        <p:sp>
          <p:nvSpPr>
            <p:cNvPr id="22" name="Freeform: Shape 110"/>
            <p:cNvSpPr>
              <a:spLocks/>
            </p:cNvSpPr>
            <p:nvPr/>
          </p:nvSpPr>
          <p:spPr bwMode="auto">
            <a:xfrm>
              <a:off x="3534955" y="3843130"/>
              <a:ext cx="477523" cy="477523"/>
            </a:xfrm>
            <a:custGeom>
              <a:avLst/>
              <a:gdLst>
                <a:gd name="T0" fmla="*/ 223 w 228"/>
                <a:gd name="T1" fmla="*/ 95 h 228"/>
                <a:gd name="T2" fmla="*/ 196 w 228"/>
                <a:gd name="T3" fmla="*/ 90 h 228"/>
                <a:gd name="T4" fmla="*/ 189 w 228"/>
                <a:gd name="T5" fmla="*/ 74 h 228"/>
                <a:gd name="T6" fmla="*/ 205 w 228"/>
                <a:gd name="T7" fmla="*/ 50 h 228"/>
                <a:gd name="T8" fmla="*/ 205 w 228"/>
                <a:gd name="T9" fmla="*/ 43 h 228"/>
                <a:gd name="T10" fmla="*/ 185 w 228"/>
                <a:gd name="T11" fmla="*/ 24 h 228"/>
                <a:gd name="T12" fmla="*/ 178 w 228"/>
                <a:gd name="T13" fmla="*/ 23 h 228"/>
                <a:gd name="T14" fmla="*/ 155 w 228"/>
                <a:gd name="T15" fmla="*/ 39 h 228"/>
                <a:gd name="T16" fmla="*/ 138 w 228"/>
                <a:gd name="T17" fmla="*/ 32 h 228"/>
                <a:gd name="T18" fmla="*/ 133 w 228"/>
                <a:gd name="T19" fmla="*/ 5 h 228"/>
                <a:gd name="T20" fmla="*/ 127 w 228"/>
                <a:gd name="T21" fmla="*/ 0 h 228"/>
                <a:gd name="T22" fmla="*/ 100 w 228"/>
                <a:gd name="T23" fmla="*/ 0 h 228"/>
                <a:gd name="T24" fmla="*/ 94 w 228"/>
                <a:gd name="T25" fmla="*/ 5 h 228"/>
                <a:gd name="T26" fmla="*/ 89 w 228"/>
                <a:gd name="T27" fmla="*/ 32 h 228"/>
                <a:gd name="T28" fmla="*/ 73 w 228"/>
                <a:gd name="T29" fmla="*/ 39 h 228"/>
                <a:gd name="T30" fmla="*/ 50 w 228"/>
                <a:gd name="T31" fmla="*/ 23 h 228"/>
                <a:gd name="T32" fmla="*/ 43 w 228"/>
                <a:gd name="T33" fmla="*/ 24 h 228"/>
                <a:gd name="T34" fmla="*/ 23 w 228"/>
                <a:gd name="T35" fmla="*/ 43 h 228"/>
                <a:gd name="T36" fmla="*/ 23 w 228"/>
                <a:gd name="T37" fmla="*/ 51 h 228"/>
                <a:gd name="T38" fmla="*/ 39 w 228"/>
                <a:gd name="T39" fmla="*/ 74 h 228"/>
                <a:gd name="T40" fmla="*/ 32 w 228"/>
                <a:gd name="T41" fmla="*/ 90 h 228"/>
                <a:gd name="T42" fmla="*/ 5 w 228"/>
                <a:gd name="T43" fmla="*/ 95 h 228"/>
                <a:gd name="T44" fmla="*/ 0 w 228"/>
                <a:gd name="T45" fmla="*/ 100 h 228"/>
                <a:gd name="T46" fmla="*/ 0 w 228"/>
                <a:gd name="T47" fmla="*/ 128 h 228"/>
                <a:gd name="T48" fmla="*/ 5 w 228"/>
                <a:gd name="T49" fmla="*/ 134 h 228"/>
                <a:gd name="T50" fmla="*/ 32 w 228"/>
                <a:gd name="T51" fmla="*/ 139 h 228"/>
                <a:gd name="T52" fmla="*/ 39 w 228"/>
                <a:gd name="T53" fmla="*/ 155 h 228"/>
                <a:gd name="T54" fmla="*/ 23 w 228"/>
                <a:gd name="T55" fmla="*/ 178 h 228"/>
                <a:gd name="T56" fmla="*/ 24 w 228"/>
                <a:gd name="T57" fmla="*/ 185 h 228"/>
                <a:gd name="T58" fmla="*/ 43 w 228"/>
                <a:gd name="T59" fmla="*/ 204 h 228"/>
                <a:gd name="T60" fmla="*/ 51 w 228"/>
                <a:gd name="T61" fmla="*/ 205 h 228"/>
                <a:gd name="T62" fmla="*/ 73 w 228"/>
                <a:gd name="T63" fmla="*/ 189 h 228"/>
                <a:gd name="T64" fmla="*/ 89 w 228"/>
                <a:gd name="T65" fmla="*/ 196 h 228"/>
                <a:gd name="T66" fmla="*/ 94 w 228"/>
                <a:gd name="T67" fmla="*/ 223 h 228"/>
                <a:gd name="T68" fmla="*/ 100 w 228"/>
                <a:gd name="T69" fmla="*/ 228 h 228"/>
                <a:gd name="T70" fmla="*/ 127 w 228"/>
                <a:gd name="T71" fmla="*/ 228 h 228"/>
                <a:gd name="T72" fmla="*/ 133 w 228"/>
                <a:gd name="T73" fmla="*/ 223 h 228"/>
                <a:gd name="T74" fmla="*/ 138 w 228"/>
                <a:gd name="T75" fmla="*/ 196 h 228"/>
                <a:gd name="T76" fmla="*/ 154 w 228"/>
                <a:gd name="T77" fmla="*/ 190 h 228"/>
                <a:gd name="T78" fmla="*/ 177 w 228"/>
                <a:gd name="T79" fmla="*/ 205 h 228"/>
                <a:gd name="T80" fmla="*/ 185 w 228"/>
                <a:gd name="T81" fmla="*/ 205 h 228"/>
                <a:gd name="T82" fmla="*/ 204 w 228"/>
                <a:gd name="T83" fmla="*/ 185 h 228"/>
                <a:gd name="T84" fmla="*/ 205 w 228"/>
                <a:gd name="T85" fmla="*/ 178 h 228"/>
                <a:gd name="T86" fmla="*/ 189 w 228"/>
                <a:gd name="T87" fmla="*/ 155 h 228"/>
                <a:gd name="T88" fmla="*/ 196 w 228"/>
                <a:gd name="T89" fmla="*/ 139 h 228"/>
                <a:gd name="T90" fmla="*/ 223 w 228"/>
                <a:gd name="T91" fmla="*/ 134 h 228"/>
                <a:gd name="T92" fmla="*/ 228 w 228"/>
                <a:gd name="T93" fmla="*/ 128 h 228"/>
                <a:gd name="T94" fmla="*/ 228 w 228"/>
                <a:gd name="T95" fmla="*/ 100 h 228"/>
                <a:gd name="T96" fmla="*/ 223 w 228"/>
                <a:gd name="T97" fmla="*/ 95 h 228"/>
                <a:gd name="T98" fmla="*/ 114 w 228"/>
                <a:gd name="T99" fmla="*/ 149 h 228"/>
                <a:gd name="T100" fmla="*/ 79 w 228"/>
                <a:gd name="T101" fmla="*/ 114 h 228"/>
                <a:gd name="T102" fmla="*/ 114 w 228"/>
                <a:gd name="T103" fmla="*/ 79 h 228"/>
                <a:gd name="T104" fmla="*/ 149 w 228"/>
                <a:gd name="T105" fmla="*/ 114 h 228"/>
                <a:gd name="T106" fmla="*/ 114 w 228"/>
                <a:gd name="T107" fmla="*/ 149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28" h="228">
                  <a:moveTo>
                    <a:pt x="223" y="95"/>
                  </a:moveTo>
                  <a:cubicBezTo>
                    <a:pt x="196" y="90"/>
                    <a:pt x="196" y="90"/>
                    <a:pt x="196" y="90"/>
                  </a:cubicBezTo>
                  <a:cubicBezTo>
                    <a:pt x="194" y="84"/>
                    <a:pt x="192" y="79"/>
                    <a:pt x="189" y="74"/>
                  </a:cubicBezTo>
                  <a:cubicBezTo>
                    <a:pt x="205" y="50"/>
                    <a:pt x="205" y="50"/>
                    <a:pt x="205" y="50"/>
                  </a:cubicBezTo>
                  <a:cubicBezTo>
                    <a:pt x="207" y="48"/>
                    <a:pt x="206" y="45"/>
                    <a:pt x="205" y="43"/>
                  </a:cubicBezTo>
                  <a:cubicBezTo>
                    <a:pt x="185" y="24"/>
                    <a:pt x="185" y="24"/>
                    <a:pt x="185" y="24"/>
                  </a:cubicBezTo>
                  <a:cubicBezTo>
                    <a:pt x="183" y="22"/>
                    <a:pt x="180" y="21"/>
                    <a:pt x="178" y="23"/>
                  </a:cubicBezTo>
                  <a:cubicBezTo>
                    <a:pt x="155" y="39"/>
                    <a:pt x="155" y="39"/>
                    <a:pt x="155" y="39"/>
                  </a:cubicBezTo>
                  <a:cubicBezTo>
                    <a:pt x="149" y="36"/>
                    <a:pt x="144" y="34"/>
                    <a:pt x="138" y="32"/>
                  </a:cubicBezTo>
                  <a:cubicBezTo>
                    <a:pt x="133" y="5"/>
                    <a:pt x="133" y="5"/>
                    <a:pt x="133" y="5"/>
                  </a:cubicBezTo>
                  <a:cubicBezTo>
                    <a:pt x="133" y="2"/>
                    <a:pt x="130" y="0"/>
                    <a:pt x="127" y="0"/>
                  </a:cubicBezTo>
                  <a:cubicBezTo>
                    <a:pt x="100" y="0"/>
                    <a:pt x="100" y="0"/>
                    <a:pt x="100" y="0"/>
                  </a:cubicBezTo>
                  <a:cubicBezTo>
                    <a:pt x="97" y="0"/>
                    <a:pt x="95" y="2"/>
                    <a:pt x="94" y="5"/>
                  </a:cubicBezTo>
                  <a:cubicBezTo>
                    <a:pt x="89" y="32"/>
                    <a:pt x="89" y="32"/>
                    <a:pt x="89" y="32"/>
                  </a:cubicBezTo>
                  <a:cubicBezTo>
                    <a:pt x="83" y="34"/>
                    <a:pt x="78" y="36"/>
                    <a:pt x="73" y="39"/>
                  </a:cubicBezTo>
                  <a:cubicBezTo>
                    <a:pt x="50" y="23"/>
                    <a:pt x="50" y="23"/>
                    <a:pt x="50" y="23"/>
                  </a:cubicBezTo>
                  <a:cubicBezTo>
                    <a:pt x="48" y="22"/>
                    <a:pt x="45" y="22"/>
                    <a:pt x="43" y="24"/>
                  </a:cubicBezTo>
                  <a:cubicBezTo>
                    <a:pt x="23" y="43"/>
                    <a:pt x="23" y="43"/>
                    <a:pt x="23" y="43"/>
                  </a:cubicBezTo>
                  <a:cubicBezTo>
                    <a:pt x="22" y="45"/>
                    <a:pt x="21" y="49"/>
                    <a:pt x="23" y="51"/>
                  </a:cubicBezTo>
                  <a:cubicBezTo>
                    <a:pt x="39" y="74"/>
                    <a:pt x="39" y="74"/>
                    <a:pt x="39" y="74"/>
                  </a:cubicBezTo>
                  <a:cubicBezTo>
                    <a:pt x="36" y="79"/>
                    <a:pt x="34" y="84"/>
                    <a:pt x="32" y="90"/>
                  </a:cubicBezTo>
                  <a:cubicBezTo>
                    <a:pt x="5" y="95"/>
                    <a:pt x="5" y="95"/>
                    <a:pt x="5" y="95"/>
                  </a:cubicBezTo>
                  <a:cubicBezTo>
                    <a:pt x="2" y="95"/>
                    <a:pt x="0" y="98"/>
                    <a:pt x="0" y="100"/>
                  </a:cubicBezTo>
                  <a:cubicBezTo>
                    <a:pt x="0" y="128"/>
                    <a:pt x="0" y="128"/>
                    <a:pt x="0" y="128"/>
                  </a:cubicBezTo>
                  <a:cubicBezTo>
                    <a:pt x="0" y="131"/>
                    <a:pt x="2" y="133"/>
                    <a:pt x="5" y="134"/>
                  </a:cubicBezTo>
                  <a:cubicBezTo>
                    <a:pt x="32" y="139"/>
                    <a:pt x="32" y="139"/>
                    <a:pt x="32" y="139"/>
                  </a:cubicBezTo>
                  <a:cubicBezTo>
                    <a:pt x="34" y="144"/>
                    <a:pt x="36" y="150"/>
                    <a:pt x="39" y="155"/>
                  </a:cubicBezTo>
                  <a:cubicBezTo>
                    <a:pt x="23" y="178"/>
                    <a:pt x="23" y="178"/>
                    <a:pt x="23" y="178"/>
                  </a:cubicBezTo>
                  <a:cubicBezTo>
                    <a:pt x="22" y="180"/>
                    <a:pt x="22" y="183"/>
                    <a:pt x="24" y="185"/>
                  </a:cubicBezTo>
                  <a:cubicBezTo>
                    <a:pt x="43" y="204"/>
                    <a:pt x="43" y="204"/>
                    <a:pt x="43" y="204"/>
                  </a:cubicBezTo>
                  <a:cubicBezTo>
                    <a:pt x="45" y="206"/>
                    <a:pt x="48" y="207"/>
                    <a:pt x="51" y="205"/>
                  </a:cubicBezTo>
                  <a:cubicBezTo>
                    <a:pt x="73" y="189"/>
                    <a:pt x="73" y="189"/>
                    <a:pt x="73" y="189"/>
                  </a:cubicBezTo>
                  <a:cubicBezTo>
                    <a:pt x="78" y="192"/>
                    <a:pt x="84" y="194"/>
                    <a:pt x="89" y="196"/>
                  </a:cubicBezTo>
                  <a:cubicBezTo>
                    <a:pt x="94" y="223"/>
                    <a:pt x="94" y="223"/>
                    <a:pt x="94" y="223"/>
                  </a:cubicBezTo>
                  <a:cubicBezTo>
                    <a:pt x="95" y="226"/>
                    <a:pt x="97" y="228"/>
                    <a:pt x="100" y="228"/>
                  </a:cubicBezTo>
                  <a:cubicBezTo>
                    <a:pt x="127" y="228"/>
                    <a:pt x="127" y="228"/>
                    <a:pt x="127" y="228"/>
                  </a:cubicBezTo>
                  <a:cubicBezTo>
                    <a:pt x="130" y="228"/>
                    <a:pt x="133" y="226"/>
                    <a:pt x="133" y="223"/>
                  </a:cubicBezTo>
                  <a:cubicBezTo>
                    <a:pt x="138" y="196"/>
                    <a:pt x="138" y="196"/>
                    <a:pt x="138" y="196"/>
                  </a:cubicBezTo>
                  <a:cubicBezTo>
                    <a:pt x="144" y="194"/>
                    <a:pt x="149" y="192"/>
                    <a:pt x="154" y="190"/>
                  </a:cubicBezTo>
                  <a:cubicBezTo>
                    <a:pt x="177" y="205"/>
                    <a:pt x="177" y="205"/>
                    <a:pt x="177" y="205"/>
                  </a:cubicBezTo>
                  <a:cubicBezTo>
                    <a:pt x="180" y="207"/>
                    <a:pt x="183" y="207"/>
                    <a:pt x="185" y="205"/>
                  </a:cubicBezTo>
                  <a:cubicBezTo>
                    <a:pt x="204" y="185"/>
                    <a:pt x="204" y="185"/>
                    <a:pt x="204" y="185"/>
                  </a:cubicBezTo>
                  <a:cubicBezTo>
                    <a:pt x="206" y="183"/>
                    <a:pt x="206" y="180"/>
                    <a:pt x="205" y="178"/>
                  </a:cubicBezTo>
                  <a:cubicBezTo>
                    <a:pt x="189" y="155"/>
                    <a:pt x="189" y="155"/>
                    <a:pt x="189" y="155"/>
                  </a:cubicBezTo>
                  <a:cubicBezTo>
                    <a:pt x="192" y="150"/>
                    <a:pt x="194" y="144"/>
                    <a:pt x="196" y="139"/>
                  </a:cubicBezTo>
                  <a:cubicBezTo>
                    <a:pt x="223" y="134"/>
                    <a:pt x="223" y="134"/>
                    <a:pt x="223" y="134"/>
                  </a:cubicBezTo>
                  <a:cubicBezTo>
                    <a:pt x="226" y="133"/>
                    <a:pt x="228" y="131"/>
                    <a:pt x="228" y="128"/>
                  </a:cubicBezTo>
                  <a:cubicBezTo>
                    <a:pt x="228" y="100"/>
                    <a:pt x="228" y="100"/>
                    <a:pt x="228" y="100"/>
                  </a:cubicBezTo>
                  <a:cubicBezTo>
                    <a:pt x="228" y="98"/>
                    <a:pt x="226" y="95"/>
                    <a:pt x="223" y="95"/>
                  </a:cubicBezTo>
                  <a:close/>
                  <a:moveTo>
                    <a:pt x="114" y="149"/>
                  </a:moveTo>
                  <a:cubicBezTo>
                    <a:pt x="95" y="149"/>
                    <a:pt x="79" y="133"/>
                    <a:pt x="79" y="114"/>
                  </a:cubicBezTo>
                  <a:cubicBezTo>
                    <a:pt x="79" y="95"/>
                    <a:pt x="95" y="79"/>
                    <a:pt x="114" y="79"/>
                  </a:cubicBezTo>
                  <a:cubicBezTo>
                    <a:pt x="133" y="79"/>
                    <a:pt x="149" y="95"/>
                    <a:pt x="149" y="114"/>
                  </a:cubicBezTo>
                  <a:cubicBezTo>
                    <a:pt x="149" y="133"/>
                    <a:pt x="133" y="149"/>
                    <a:pt x="114" y="149"/>
                  </a:cubicBezTo>
                  <a:close/>
                </a:path>
              </a:pathLst>
            </a:custGeom>
            <a:solidFill>
              <a:sysClr val="window" lastClr="FFFFFF"/>
            </a:solidFill>
            <a:ln>
              <a:noFill/>
            </a:ln>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Arial"/>
                <a:ea typeface="微软雅黑"/>
              </a:endParaRPr>
            </a:p>
          </p:txBody>
        </p:sp>
        <p:sp>
          <p:nvSpPr>
            <p:cNvPr id="23" name="Oval 83"/>
            <p:cNvSpPr/>
            <p:nvPr/>
          </p:nvSpPr>
          <p:spPr>
            <a:xfrm>
              <a:off x="4396824" y="4975027"/>
              <a:ext cx="731798" cy="731798"/>
            </a:xfrm>
            <a:prstGeom prst="ellipse">
              <a:avLst/>
            </a:prstGeom>
            <a:gradFill>
              <a:gsLst>
                <a:gs pos="0">
                  <a:srgbClr val="60C4DA"/>
                </a:gs>
                <a:gs pos="100000">
                  <a:srgbClr val="418E9E"/>
                </a:gs>
              </a:gsLst>
              <a:lin ang="5400000" scaled="1"/>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Arial"/>
                <a:ea typeface="微软雅黑"/>
                <a:cs typeface="+mn-cs"/>
              </a:endParaRPr>
            </a:p>
          </p:txBody>
        </p:sp>
        <p:sp>
          <p:nvSpPr>
            <p:cNvPr id="24" name="Freeform: Shape 111"/>
            <p:cNvSpPr>
              <a:spLocks/>
            </p:cNvSpPr>
            <p:nvPr/>
          </p:nvSpPr>
          <p:spPr bwMode="auto">
            <a:xfrm>
              <a:off x="4523962" y="5102165"/>
              <a:ext cx="477523" cy="477523"/>
            </a:xfrm>
            <a:custGeom>
              <a:avLst/>
              <a:gdLst>
                <a:gd name="T0" fmla="*/ 130 w 236"/>
                <a:gd name="T1" fmla="*/ 1 h 236"/>
                <a:gd name="T2" fmla="*/ 118 w 236"/>
                <a:gd name="T3" fmla="*/ 0 h 236"/>
                <a:gd name="T4" fmla="*/ 30 w 236"/>
                <a:gd name="T5" fmla="*/ 40 h 236"/>
                <a:gd name="T6" fmla="*/ 68 w 236"/>
                <a:gd name="T7" fmla="*/ 105 h 236"/>
                <a:gd name="T8" fmla="*/ 130 w 236"/>
                <a:gd name="T9" fmla="*/ 1 h 236"/>
                <a:gd name="T10" fmla="*/ 20 w 236"/>
                <a:gd name="T11" fmla="*/ 52 h 236"/>
                <a:gd name="T12" fmla="*/ 0 w 236"/>
                <a:gd name="T13" fmla="*/ 118 h 236"/>
                <a:gd name="T14" fmla="*/ 5 w 236"/>
                <a:gd name="T15" fmla="*/ 153 h 236"/>
                <a:gd name="T16" fmla="*/ 81 w 236"/>
                <a:gd name="T17" fmla="*/ 153 h 236"/>
                <a:gd name="T18" fmla="*/ 20 w 236"/>
                <a:gd name="T19" fmla="*/ 52 h 236"/>
                <a:gd name="T20" fmla="*/ 225 w 236"/>
                <a:gd name="T21" fmla="*/ 68 h 236"/>
                <a:gd name="T22" fmla="*/ 145 w 236"/>
                <a:gd name="T23" fmla="*/ 3 h 236"/>
                <a:gd name="T24" fmla="*/ 106 w 236"/>
                <a:gd name="T25" fmla="*/ 68 h 236"/>
                <a:gd name="T26" fmla="*/ 225 w 236"/>
                <a:gd name="T27" fmla="*/ 68 h 236"/>
                <a:gd name="T28" fmla="*/ 130 w 236"/>
                <a:gd name="T29" fmla="*/ 167 h 236"/>
                <a:gd name="T30" fmla="*/ 11 w 236"/>
                <a:gd name="T31" fmla="*/ 167 h 236"/>
                <a:gd name="T32" fmla="*/ 96 w 236"/>
                <a:gd name="T33" fmla="*/ 234 h 236"/>
                <a:gd name="T34" fmla="*/ 93 w 236"/>
                <a:gd name="T35" fmla="*/ 232 h 236"/>
                <a:gd name="T36" fmla="*/ 130 w 236"/>
                <a:gd name="T37" fmla="*/ 167 h 236"/>
                <a:gd name="T38" fmla="*/ 230 w 236"/>
                <a:gd name="T39" fmla="*/ 82 h 236"/>
                <a:gd name="T40" fmla="*/ 155 w 236"/>
                <a:gd name="T41" fmla="*/ 82 h 236"/>
                <a:gd name="T42" fmla="*/ 215 w 236"/>
                <a:gd name="T43" fmla="*/ 186 h 236"/>
                <a:gd name="T44" fmla="*/ 236 w 236"/>
                <a:gd name="T45" fmla="*/ 118 h 236"/>
                <a:gd name="T46" fmla="*/ 230 w 236"/>
                <a:gd name="T47" fmla="*/ 82 h 236"/>
                <a:gd name="T48" fmla="*/ 108 w 236"/>
                <a:gd name="T49" fmla="*/ 236 h 236"/>
                <a:gd name="T50" fmla="*/ 118 w 236"/>
                <a:gd name="T51" fmla="*/ 236 h 236"/>
                <a:gd name="T52" fmla="*/ 205 w 236"/>
                <a:gd name="T53" fmla="*/ 198 h 236"/>
                <a:gd name="T54" fmla="*/ 167 w 236"/>
                <a:gd name="T55" fmla="*/ 132 h 236"/>
                <a:gd name="T56" fmla="*/ 108 w 236"/>
                <a:gd name="T57" fmla="*/ 236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36" h="236">
                  <a:moveTo>
                    <a:pt x="130" y="1"/>
                  </a:moveTo>
                  <a:cubicBezTo>
                    <a:pt x="126" y="0"/>
                    <a:pt x="122" y="0"/>
                    <a:pt x="118" y="0"/>
                  </a:cubicBezTo>
                  <a:cubicBezTo>
                    <a:pt x="83" y="0"/>
                    <a:pt x="51" y="16"/>
                    <a:pt x="30" y="40"/>
                  </a:cubicBezTo>
                  <a:cubicBezTo>
                    <a:pt x="68" y="105"/>
                    <a:pt x="68" y="105"/>
                    <a:pt x="68" y="105"/>
                  </a:cubicBezTo>
                  <a:lnTo>
                    <a:pt x="130" y="1"/>
                  </a:lnTo>
                  <a:close/>
                  <a:moveTo>
                    <a:pt x="20" y="52"/>
                  </a:moveTo>
                  <a:cubicBezTo>
                    <a:pt x="7" y="71"/>
                    <a:pt x="0" y="94"/>
                    <a:pt x="0" y="118"/>
                  </a:cubicBezTo>
                  <a:cubicBezTo>
                    <a:pt x="0" y="130"/>
                    <a:pt x="2" y="142"/>
                    <a:pt x="5" y="153"/>
                  </a:cubicBezTo>
                  <a:cubicBezTo>
                    <a:pt x="81" y="153"/>
                    <a:pt x="81" y="153"/>
                    <a:pt x="81" y="153"/>
                  </a:cubicBezTo>
                  <a:lnTo>
                    <a:pt x="20" y="52"/>
                  </a:lnTo>
                  <a:close/>
                  <a:moveTo>
                    <a:pt x="225" y="68"/>
                  </a:moveTo>
                  <a:cubicBezTo>
                    <a:pt x="210" y="36"/>
                    <a:pt x="180" y="11"/>
                    <a:pt x="145" y="3"/>
                  </a:cubicBezTo>
                  <a:cubicBezTo>
                    <a:pt x="106" y="68"/>
                    <a:pt x="106" y="68"/>
                    <a:pt x="106" y="68"/>
                  </a:cubicBezTo>
                  <a:lnTo>
                    <a:pt x="225" y="68"/>
                  </a:lnTo>
                  <a:close/>
                  <a:moveTo>
                    <a:pt x="130" y="167"/>
                  </a:moveTo>
                  <a:cubicBezTo>
                    <a:pt x="11" y="167"/>
                    <a:pt x="11" y="167"/>
                    <a:pt x="11" y="167"/>
                  </a:cubicBezTo>
                  <a:cubicBezTo>
                    <a:pt x="26" y="201"/>
                    <a:pt x="58" y="227"/>
                    <a:pt x="96" y="234"/>
                  </a:cubicBezTo>
                  <a:cubicBezTo>
                    <a:pt x="93" y="232"/>
                    <a:pt x="93" y="232"/>
                    <a:pt x="93" y="232"/>
                  </a:cubicBezTo>
                  <a:lnTo>
                    <a:pt x="130" y="167"/>
                  </a:lnTo>
                  <a:close/>
                  <a:moveTo>
                    <a:pt x="230" y="82"/>
                  </a:moveTo>
                  <a:cubicBezTo>
                    <a:pt x="155" y="82"/>
                    <a:pt x="155" y="82"/>
                    <a:pt x="155" y="82"/>
                  </a:cubicBezTo>
                  <a:cubicBezTo>
                    <a:pt x="215" y="186"/>
                    <a:pt x="215" y="186"/>
                    <a:pt x="215" y="186"/>
                  </a:cubicBezTo>
                  <a:cubicBezTo>
                    <a:pt x="228" y="167"/>
                    <a:pt x="236" y="143"/>
                    <a:pt x="236" y="118"/>
                  </a:cubicBezTo>
                  <a:cubicBezTo>
                    <a:pt x="236" y="106"/>
                    <a:pt x="234" y="94"/>
                    <a:pt x="230" y="82"/>
                  </a:cubicBezTo>
                  <a:close/>
                  <a:moveTo>
                    <a:pt x="108" y="236"/>
                  </a:moveTo>
                  <a:cubicBezTo>
                    <a:pt x="111" y="236"/>
                    <a:pt x="115" y="236"/>
                    <a:pt x="118" y="236"/>
                  </a:cubicBezTo>
                  <a:cubicBezTo>
                    <a:pt x="152" y="236"/>
                    <a:pt x="183" y="221"/>
                    <a:pt x="205" y="198"/>
                  </a:cubicBezTo>
                  <a:cubicBezTo>
                    <a:pt x="167" y="132"/>
                    <a:pt x="167" y="132"/>
                    <a:pt x="167" y="132"/>
                  </a:cubicBezTo>
                  <a:lnTo>
                    <a:pt x="108" y="236"/>
                  </a:lnTo>
                  <a:close/>
                </a:path>
              </a:pathLst>
            </a:custGeom>
            <a:solidFill>
              <a:sysClr val="window" lastClr="FFFFFF"/>
            </a:solidFill>
            <a:ln>
              <a:noFill/>
            </a:ln>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Arial"/>
                <a:ea typeface="微软雅黑"/>
              </a:endParaRPr>
            </a:p>
          </p:txBody>
        </p:sp>
        <p:sp>
          <p:nvSpPr>
            <p:cNvPr id="25" name="Oval 75"/>
            <p:cNvSpPr/>
            <p:nvPr/>
          </p:nvSpPr>
          <p:spPr>
            <a:xfrm>
              <a:off x="8052386" y="1774745"/>
              <a:ext cx="731798" cy="731798"/>
            </a:xfrm>
            <a:prstGeom prst="ellipse">
              <a:avLst/>
            </a:prstGeom>
            <a:gradFill>
              <a:gsLst>
                <a:gs pos="0">
                  <a:srgbClr val="5193BF"/>
                </a:gs>
                <a:gs pos="100000">
                  <a:srgbClr val="427A9D"/>
                </a:gs>
              </a:gsLst>
              <a:lin ang="5400000" scaled="1"/>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Arial"/>
                <a:ea typeface="微软雅黑"/>
                <a:cs typeface="+mn-cs"/>
              </a:endParaRPr>
            </a:p>
          </p:txBody>
        </p:sp>
        <p:sp>
          <p:nvSpPr>
            <p:cNvPr id="26" name="Freeform: Shape 112"/>
            <p:cNvSpPr>
              <a:spLocks/>
            </p:cNvSpPr>
            <p:nvPr/>
          </p:nvSpPr>
          <p:spPr bwMode="auto">
            <a:xfrm>
              <a:off x="8179524" y="1901883"/>
              <a:ext cx="477523" cy="477523"/>
            </a:xfrm>
            <a:custGeom>
              <a:avLst/>
              <a:gdLst>
                <a:gd name="T0" fmla="*/ 118 w 236"/>
                <a:gd name="T1" fmla="*/ 142 h 236"/>
                <a:gd name="T2" fmla="*/ 142 w 236"/>
                <a:gd name="T3" fmla="*/ 118 h 236"/>
                <a:gd name="T4" fmla="*/ 137 w 236"/>
                <a:gd name="T5" fmla="*/ 105 h 236"/>
                <a:gd name="T6" fmla="*/ 118 w 236"/>
                <a:gd name="T7" fmla="*/ 95 h 236"/>
                <a:gd name="T8" fmla="*/ 99 w 236"/>
                <a:gd name="T9" fmla="*/ 105 h 236"/>
                <a:gd name="T10" fmla="*/ 94 w 236"/>
                <a:gd name="T11" fmla="*/ 118 h 236"/>
                <a:gd name="T12" fmla="*/ 118 w 236"/>
                <a:gd name="T13" fmla="*/ 142 h 236"/>
                <a:gd name="T14" fmla="*/ 170 w 236"/>
                <a:gd name="T15" fmla="*/ 89 h 236"/>
                <a:gd name="T16" fmla="*/ 170 w 236"/>
                <a:gd name="T17" fmla="*/ 70 h 236"/>
                <a:gd name="T18" fmla="*/ 170 w 236"/>
                <a:gd name="T19" fmla="*/ 67 h 236"/>
                <a:gd name="T20" fmla="*/ 167 w 236"/>
                <a:gd name="T21" fmla="*/ 67 h 236"/>
                <a:gd name="T22" fmla="*/ 147 w 236"/>
                <a:gd name="T23" fmla="*/ 67 h 236"/>
                <a:gd name="T24" fmla="*/ 147 w 236"/>
                <a:gd name="T25" fmla="*/ 90 h 236"/>
                <a:gd name="T26" fmla="*/ 170 w 236"/>
                <a:gd name="T27" fmla="*/ 89 h 236"/>
                <a:gd name="T28" fmla="*/ 118 w 236"/>
                <a:gd name="T29" fmla="*/ 0 h 236"/>
                <a:gd name="T30" fmla="*/ 0 w 236"/>
                <a:gd name="T31" fmla="*/ 118 h 236"/>
                <a:gd name="T32" fmla="*/ 118 w 236"/>
                <a:gd name="T33" fmla="*/ 236 h 236"/>
                <a:gd name="T34" fmla="*/ 236 w 236"/>
                <a:gd name="T35" fmla="*/ 118 h 236"/>
                <a:gd name="T36" fmla="*/ 118 w 236"/>
                <a:gd name="T37" fmla="*/ 0 h 236"/>
                <a:gd name="T38" fmla="*/ 185 w 236"/>
                <a:gd name="T39" fmla="*/ 105 h 236"/>
                <a:gd name="T40" fmla="*/ 185 w 236"/>
                <a:gd name="T41" fmla="*/ 160 h 236"/>
                <a:gd name="T42" fmla="*/ 159 w 236"/>
                <a:gd name="T43" fmla="*/ 186 h 236"/>
                <a:gd name="T44" fmla="*/ 77 w 236"/>
                <a:gd name="T45" fmla="*/ 186 h 236"/>
                <a:gd name="T46" fmla="*/ 51 w 236"/>
                <a:gd name="T47" fmla="*/ 160 h 236"/>
                <a:gd name="T48" fmla="*/ 51 w 236"/>
                <a:gd name="T49" fmla="*/ 105 h 236"/>
                <a:gd name="T50" fmla="*/ 51 w 236"/>
                <a:gd name="T51" fmla="*/ 77 h 236"/>
                <a:gd name="T52" fmla="*/ 77 w 236"/>
                <a:gd name="T53" fmla="*/ 51 h 236"/>
                <a:gd name="T54" fmla="*/ 159 w 236"/>
                <a:gd name="T55" fmla="*/ 51 h 236"/>
                <a:gd name="T56" fmla="*/ 185 w 236"/>
                <a:gd name="T57" fmla="*/ 77 h 236"/>
                <a:gd name="T58" fmla="*/ 185 w 236"/>
                <a:gd name="T59" fmla="*/ 105 h 236"/>
                <a:gd name="T60" fmla="*/ 155 w 236"/>
                <a:gd name="T61" fmla="*/ 118 h 236"/>
                <a:gd name="T62" fmla="*/ 118 w 236"/>
                <a:gd name="T63" fmla="*/ 155 h 236"/>
                <a:gd name="T64" fmla="*/ 81 w 236"/>
                <a:gd name="T65" fmla="*/ 118 h 236"/>
                <a:gd name="T66" fmla="*/ 84 w 236"/>
                <a:gd name="T67" fmla="*/ 105 h 236"/>
                <a:gd name="T68" fmla="*/ 64 w 236"/>
                <a:gd name="T69" fmla="*/ 105 h 236"/>
                <a:gd name="T70" fmla="*/ 64 w 236"/>
                <a:gd name="T71" fmla="*/ 160 h 236"/>
                <a:gd name="T72" fmla="*/ 77 w 236"/>
                <a:gd name="T73" fmla="*/ 172 h 236"/>
                <a:gd name="T74" fmla="*/ 159 w 236"/>
                <a:gd name="T75" fmla="*/ 172 h 236"/>
                <a:gd name="T76" fmla="*/ 172 w 236"/>
                <a:gd name="T77" fmla="*/ 160 h 236"/>
                <a:gd name="T78" fmla="*/ 172 w 236"/>
                <a:gd name="T79" fmla="*/ 105 h 236"/>
                <a:gd name="T80" fmla="*/ 152 w 236"/>
                <a:gd name="T81" fmla="*/ 105 h 236"/>
                <a:gd name="T82" fmla="*/ 155 w 236"/>
                <a:gd name="T83" fmla="*/ 118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36" h="236">
                  <a:moveTo>
                    <a:pt x="118" y="142"/>
                  </a:moveTo>
                  <a:cubicBezTo>
                    <a:pt x="131" y="142"/>
                    <a:pt x="142" y="131"/>
                    <a:pt x="142" y="118"/>
                  </a:cubicBezTo>
                  <a:cubicBezTo>
                    <a:pt x="142" y="113"/>
                    <a:pt x="140" y="108"/>
                    <a:pt x="137" y="105"/>
                  </a:cubicBezTo>
                  <a:cubicBezTo>
                    <a:pt x="133" y="99"/>
                    <a:pt x="126" y="95"/>
                    <a:pt x="118" y="95"/>
                  </a:cubicBezTo>
                  <a:cubicBezTo>
                    <a:pt x="110" y="95"/>
                    <a:pt x="103" y="99"/>
                    <a:pt x="99" y="105"/>
                  </a:cubicBezTo>
                  <a:cubicBezTo>
                    <a:pt x="96" y="108"/>
                    <a:pt x="94" y="113"/>
                    <a:pt x="94" y="118"/>
                  </a:cubicBezTo>
                  <a:cubicBezTo>
                    <a:pt x="94" y="131"/>
                    <a:pt x="105" y="142"/>
                    <a:pt x="118" y="142"/>
                  </a:cubicBezTo>
                  <a:close/>
                  <a:moveTo>
                    <a:pt x="170" y="89"/>
                  </a:moveTo>
                  <a:cubicBezTo>
                    <a:pt x="170" y="70"/>
                    <a:pt x="170" y="70"/>
                    <a:pt x="170" y="70"/>
                  </a:cubicBezTo>
                  <a:cubicBezTo>
                    <a:pt x="170" y="67"/>
                    <a:pt x="170" y="67"/>
                    <a:pt x="170" y="67"/>
                  </a:cubicBezTo>
                  <a:cubicBezTo>
                    <a:pt x="167" y="67"/>
                    <a:pt x="167" y="67"/>
                    <a:pt x="167" y="67"/>
                  </a:cubicBezTo>
                  <a:cubicBezTo>
                    <a:pt x="147" y="67"/>
                    <a:pt x="147" y="67"/>
                    <a:pt x="147" y="67"/>
                  </a:cubicBezTo>
                  <a:cubicBezTo>
                    <a:pt x="147" y="90"/>
                    <a:pt x="147" y="90"/>
                    <a:pt x="147" y="90"/>
                  </a:cubicBezTo>
                  <a:lnTo>
                    <a:pt x="170" y="89"/>
                  </a:lnTo>
                  <a:close/>
                  <a:moveTo>
                    <a:pt x="118" y="0"/>
                  </a:moveTo>
                  <a:cubicBezTo>
                    <a:pt x="53" y="0"/>
                    <a:pt x="0" y="53"/>
                    <a:pt x="0" y="118"/>
                  </a:cubicBezTo>
                  <a:cubicBezTo>
                    <a:pt x="0" y="183"/>
                    <a:pt x="53" y="236"/>
                    <a:pt x="118" y="236"/>
                  </a:cubicBezTo>
                  <a:cubicBezTo>
                    <a:pt x="183" y="236"/>
                    <a:pt x="236" y="183"/>
                    <a:pt x="236" y="118"/>
                  </a:cubicBezTo>
                  <a:cubicBezTo>
                    <a:pt x="236" y="53"/>
                    <a:pt x="183" y="0"/>
                    <a:pt x="118" y="0"/>
                  </a:cubicBezTo>
                  <a:close/>
                  <a:moveTo>
                    <a:pt x="185" y="105"/>
                  </a:moveTo>
                  <a:cubicBezTo>
                    <a:pt x="185" y="160"/>
                    <a:pt x="185" y="160"/>
                    <a:pt x="185" y="160"/>
                  </a:cubicBezTo>
                  <a:cubicBezTo>
                    <a:pt x="185" y="174"/>
                    <a:pt x="173" y="186"/>
                    <a:pt x="159" y="186"/>
                  </a:cubicBezTo>
                  <a:cubicBezTo>
                    <a:pt x="77" y="186"/>
                    <a:pt x="77" y="186"/>
                    <a:pt x="77" y="186"/>
                  </a:cubicBezTo>
                  <a:cubicBezTo>
                    <a:pt x="62" y="186"/>
                    <a:pt x="51" y="174"/>
                    <a:pt x="51" y="160"/>
                  </a:cubicBezTo>
                  <a:cubicBezTo>
                    <a:pt x="51" y="105"/>
                    <a:pt x="51" y="105"/>
                    <a:pt x="51" y="105"/>
                  </a:cubicBezTo>
                  <a:cubicBezTo>
                    <a:pt x="51" y="77"/>
                    <a:pt x="51" y="77"/>
                    <a:pt x="51" y="77"/>
                  </a:cubicBezTo>
                  <a:cubicBezTo>
                    <a:pt x="51" y="63"/>
                    <a:pt x="62" y="51"/>
                    <a:pt x="77" y="51"/>
                  </a:cubicBezTo>
                  <a:cubicBezTo>
                    <a:pt x="159" y="51"/>
                    <a:pt x="159" y="51"/>
                    <a:pt x="159" y="51"/>
                  </a:cubicBezTo>
                  <a:cubicBezTo>
                    <a:pt x="173" y="51"/>
                    <a:pt x="185" y="63"/>
                    <a:pt x="185" y="77"/>
                  </a:cubicBezTo>
                  <a:lnTo>
                    <a:pt x="185" y="105"/>
                  </a:lnTo>
                  <a:close/>
                  <a:moveTo>
                    <a:pt x="155" y="118"/>
                  </a:moveTo>
                  <a:cubicBezTo>
                    <a:pt x="155" y="139"/>
                    <a:pt x="138" y="155"/>
                    <a:pt x="118" y="155"/>
                  </a:cubicBezTo>
                  <a:cubicBezTo>
                    <a:pt x="98" y="155"/>
                    <a:pt x="81" y="139"/>
                    <a:pt x="81" y="118"/>
                  </a:cubicBezTo>
                  <a:cubicBezTo>
                    <a:pt x="81" y="114"/>
                    <a:pt x="82" y="109"/>
                    <a:pt x="84" y="105"/>
                  </a:cubicBezTo>
                  <a:cubicBezTo>
                    <a:pt x="64" y="105"/>
                    <a:pt x="64" y="105"/>
                    <a:pt x="64" y="105"/>
                  </a:cubicBezTo>
                  <a:cubicBezTo>
                    <a:pt x="64" y="160"/>
                    <a:pt x="64" y="160"/>
                    <a:pt x="64" y="160"/>
                  </a:cubicBezTo>
                  <a:cubicBezTo>
                    <a:pt x="64" y="167"/>
                    <a:pt x="70" y="172"/>
                    <a:pt x="77" y="172"/>
                  </a:cubicBezTo>
                  <a:cubicBezTo>
                    <a:pt x="159" y="172"/>
                    <a:pt x="159" y="172"/>
                    <a:pt x="159" y="172"/>
                  </a:cubicBezTo>
                  <a:cubicBezTo>
                    <a:pt x="166" y="172"/>
                    <a:pt x="172" y="167"/>
                    <a:pt x="172" y="160"/>
                  </a:cubicBezTo>
                  <a:cubicBezTo>
                    <a:pt x="172" y="105"/>
                    <a:pt x="172" y="105"/>
                    <a:pt x="172" y="105"/>
                  </a:cubicBezTo>
                  <a:cubicBezTo>
                    <a:pt x="152" y="105"/>
                    <a:pt x="152" y="105"/>
                    <a:pt x="152" y="105"/>
                  </a:cubicBezTo>
                  <a:cubicBezTo>
                    <a:pt x="154" y="109"/>
                    <a:pt x="155" y="114"/>
                    <a:pt x="155" y="118"/>
                  </a:cubicBezTo>
                  <a:close/>
                </a:path>
              </a:pathLst>
            </a:custGeom>
            <a:solidFill>
              <a:sysClr val="window" lastClr="FFFFFF"/>
            </a:solidFill>
            <a:ln>
              <a:noFill/>
            </a:ln>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Arial"/>
                <a:ea typeface="微软雅黑"/>
              </a:endParaRPr>
            </a:p>
          </p:txBody>
        </p:sp>
      </p:grpSp>
      <p:grpSp>
        <p:nvGrpSpPr>
          <p:cNvPr id="2" name="组合 1"/>
          <p:cNvGrpSpPr/>
          <p:nvPr/>
        </p:nvGrpSpPr>
        <p:grpSpPr>
          <a:xfrm>
            <a:off x="2374408" y="2636910"/>
            <a:ext cx="2737216" cy="809466"/>
            <a:chOff x="2463434" y="2547382"/>
            <a:chExt cx="2737216" cy="809466"/>
          </a:xfrm>
        </p:grpSpPr>
        <p:sp>
          <p:nvSpPr>
            <p:cNvPr id="27" name="矩形 26"/>
            <p:cNvSpPr/>
            <p:nvPr/>
          </p:nvSpPr>
          <p:spPr>
            <a:xfrm>
              <a:off x="2463434" y="2941350"/>
              <a:ext cx="2737216" cy="415498"/>
            </a:xfrm>
            <a:prstGeom prst="rect">
              <a:avLst/>
            </a:prstGeom>
          </p:spPr>
          <p:txBody>
            <a:bodyPr wrap="square">
              <a:spAutoFit/>
            </a:bodyPr>
            <a:lstStyle/>
            <a:p>
              <a:pPr>
                <a:lnSpc>
                  <a:spcPct val="150000"/>
                </a:lnSpc>
              </a:pPr>
              <a:r>
                <a:rPr lang="zh-CN" altLang="en-US" sz="1400" dirty="0">
                  <a:latin typeface="幼圆" panose="02010509060101010101" pitchFamily="49" charset="-122"/>
                  <a:ea typeface="幼圆" panose="02010509060101010101" pitchFamily="49" charset="-122"/>
                </a:rPr>
                <a:t>它是提高人口素质的重要环节。</a:t>
              </a:r>
            </a:p>
          </p:txBody>
        </p:sp>
        <p:sp>
          <p:nvSpPr>
            <p:cNvPr id="28" name="文本框 27"/>
            <p:cNvSpPr txBox="1"/>
            <p:nvPr/>
          </p:nvSpPr>
          <p:spPr>
            <a:xfrm>
              <a:off x="3129328" y="2547382"/>
              <a:ext cx="1405428" cy="400110"/>
            </a:xfrm>
            <a:prstGeom prst="rect">
              <a:avLst/>
            </a:prstGeom>
            <a:noFill/>
          </p:spPr>
          <p:txBody>
            <a:bodyPr wrap="square" rtlCol="0">
              <a:spAutoFit/>
            </a:bodyPr>
            <a:lstStyle/>
            <a:p>
              <a:r>
                <a:rPr lang="zh-CN" altLang="en-US" sz="2000" b="1" dirty="0">
                  <a:latin typeface="幼圆" panose="02010509060101010101" pitchFamily="49" charset="-122"/>
                  <a:ea typeface="幼圆" panose="02010509060101010101" pitchFamily="49" charset="-122"/>
                </a:rPr>
                <a:t>输入标题</a:t>
              </a:r>
            </a:p>
          </p:txBody>
        </p:sp>
      </p:grpSp>
      <p:grpSp>
        <p:nvGrpSpPr>
          <p:cNvPr id="29" name="组合 28"/>
          <p:cNvGrpSpPr/>
          <p:nvPr/>
        </p:nvGrpSpPr>
        <p:grpSpPr>
          <a:xfrm>
            <a:off x="3439629" y="5475259"/>
            <a:ext cx="2737216" cy="809466"/>
            <a:chOff x="2463434" y="2547382"/>
            <a:chExt cx="2737216" cy="809466"/>
          </a:xfrm>
        </p:grpSpPr>
        <p:sp>
          <p:nvSpPr>
            <p:cNvPr id="30" name="矩形 29"/>
            <p:cNvSpPr/>
            <p:nvPr/>
          </p:nvSpPr>
          <p:spPr>
            <a:xfrm>
              <a:off x="2463434" y="2941350"/>
              <a:ext cx="2737216" cy="415498"/>
            </a:xfrm>
            <a:prstGeom prst="rect">
              <a:avLst/>
            </a:prstGeom>
          </p:spPr>
          <p:txBody>
            <a:bodyPr wrap="square">
              <a:spAutoFit/>
            </a:bodyPr>
            <a:lstStyle/>
            <a:p>
              <a:pPr>
                <a:lnSpc>
                  <a:spcPct val="150000"/>
                </a:lnSpc>
              </a:pPr>
              <a:r>
                <a:rPr lang="zh-CN" altLang="en-US" sz="1400" dirty="0">
                  <a:latin typeface="幼圆" panose="02010509060101010101" pitchFamily="49" charset="-122"/>
                  <a:ea typeface="幼圆" panose="02010509060101010101" pitchFamily="49" charset="-122"/>
                </a:rPr>
                <a:t>它是提高人口素质的重要环节。</a:t>
              </a:r>
            </a:p>
          </p:txBody>
        </p:sp>
        <p:sp>
          <p:nvSpPr>
            <p:cNvPr id="31" name="文本框 30"/>
            <p:cNvSpPr txBox="1"/>
            <p:nvPr/>
          </p:nvSpPr>
          <p:spPr>
            <a:xfrm>
              <a:off x="3129328" y="2547382"/>
              <a:ext cx="1405428" cy="400110"/>
            </a:xfrm>
            <a:prstGeom prst="rect">
              <a:avLst/>
            </a:prstGeom>
            <a:noFill/>
          </p:spPr>
          <p:txBody>
            <a:bodyPr wrap="square" rtlCol="0">
              <a:spAutoFit/>
            </a:bodyPr>
            <a:lstStyle/>
            <a:p>
              <a:r>
                <a:rPr lang="zh-CN" altLang="en-US" sz="2000" b="1" dirty="0">
                  <a:latin typeface="幼圆" panose="02010509060101010101" pitchFamily="49" charset="-122"/>
                  <a:ea typeface="幼圆" panose="02010509060101010101" pitchFamily="49" charset="-122"/>
                </a:rPr>
                <a:t>输入标题</a:t>
              </a:r>
            </a:p>
          </p:txBody>
        </p:sp>
      </p:grpSp>
      <p:grpSp>
        <p:nvGrpSpPr>
          <p:cNvPr id="32" name="组合 31"/>
          <p:cNvGrpSpPr/>
          <p:nvPr/>
        </p:nvGrpSpPr>
        <p:grpSpPr>
          <a:xfrm>
            <a:off x="6586998" y="4041285"/>
            <a:ext cx="2737216" cy="809466"/>
            <a:chOff x="2463434" y="2547382"/>
            <a:chExt cx="2737216" cy="809466"/>
          </a:xfrm>
        </p:grpSpPr>
        <p:sp>
          <p:nvSpPr>
            <p:cNvPr id="33" name="矩形 32"/>
            <p:cNvSpPr/>
            <p:nvPr/>
          </p:nvSpPr>
          <p:spPr>
            <a:xfrm>
              <a:off x="2463434" y="2941350"/>
              <a:ext cx="2737216" cy="415498"/>
            </a:xfrm>
            <a:prstGeom prst="rect">
              <a:avLst/>
            </a:prstGeom>
          </p:spPr>
          <p:txBody>
            <a:bodyPr wrap="square">
              <a:spAutoFit/>
            </a:bodyPr>
            <a:lstStyle/>
            <a:p>
              <a:pPr>
                <a:lnSpc>
                  <a:spcPct val="150000"/>
                </a:lnSpc>
              </a:pPr>
              <a:r>
                <a:rPr lang="zh-CN" altLang="en-US" sz="1400" dirty="0">
                  <a:latin typeface="幼圆" panose="02010509060101010101" pitchFamily="49" charset="-122"/>
                  <a:ea typeface="幼圆" panose="02010509060101010101" pitchFamily="49" charset="-122"/>
                </a:rPr>
                <a:t>它是提高人口素质的重要环节。</a:t>
              </a:r>
            </a:p>
          </p:txBody>
        </p:sp>
        <p:sp>
          <p:nvSpPr>
            <p:cNvPr id="34" name="文本框 33"/>
            <p:cNvSpPr txBox="1"/>
            <p:nvPr/>
          </p:nvSpPr>
          <p:spPr>
            <a:xfrm>
              <a:off x="3129328" y="2547382"/>
              <a:ext cx="1405428" cy="400110"/>
            </a:xfrm>
            <a:prstGeom prst="rect">
              <a:avLst/>
            </a:prstGeom>
            <a:noFill/>
          </p:spPr>
          <p:txBody>
            <a:bodyPr wrap="square" rtlCol="0">
              <a:spAutoFit/>
            </a:bodyPr>
            <a:lstStyle/>
            <a:p>
              <a:r>
                <a:rPr lang="zh-CN" altLang="en-US" sz="2000" b="1" dirty="0">
                  <a:latin typeface="幼圆" panose="02010509060101010101" pitchFamily="49" charset="-122"/>
                  <a:ea typeface="幼圆" panose="02010509060101010101" pitchFamily="49" charset="-122"/>
                </a:rPr>
                <a:t>输入标题</a:t>
              </a:r>
            </a:p>
          </p:txBody>
        </p:sp>
      </p:grpSp>
      <p:grpSp>
        <p:nvGrpSpPr>
          <p:cNvPr id="35" name="组合 34"/>
          <p:cNvGrpSpPr/>
          <p:nvPr/>
        </p:nvGrpSpPr>
        <p:grpSpPr>
          <a:xfrm>
            <a:off x="4921686" y="1544300"/>
            <a:ext cx="2737216" cy="809466"/>
            <a:chOff x="2463434" y="2547382"/>
            <a:chExt cx="2737216" cy="809466"/>
          </a:xfrm>
        </p:grpSpPr>
        <p:sp>
          <p:nvSpPr>
            <p:cNvPr id="36" name="矩形 35"/>
            <p:cNvSpPr/>
            <p:nvPr/>
          </p:nvSpPr>
          <p:spPr>
            <a:xfrm>
              <a:off x="2463434" y="2941350"/>
              <a:ext cx="2737216" cy="415498"/>
            </a:xfrm>
            <a:prstGeom prst="rect">
              <a:avLst/>
            </a:prstGeom>
          </p:spPr>
          <p:txBody>
            <a:bodyPr wrap="square">
              <a:spAutoFit/>
            </a:bodyPr>
            <a:lstStyle/>
            <a:p>
              <a:pPr>
                <a:lnSpc>
                  <a:spcPct val="150000"/>
                </a:lnSpc>
              </a:pPr>
              <a:r>
                <a:rPr lang="zh-CN" altLang="en-US" sz="1400" dirty="0">
                  <a:latin typeface="幼圆" panose="02010509060101010101" pitchFamily="49" charset="-122"/>
                  <a:ea typeface="幼圆" panose="02010509060101010101" pitchFamily="49" charset="-122"/>
                </a:rPr>
                <a:t>它是提高人口素质的重要环节。</a:t>
              </a:r>
            </a:p>
          </p:txBody>
        </p:sp>
        <p:sp>
          <p:nvSpPr>
            <p:cNvPr id="37" name="文本框 36"/>
            <p:cNvSpPr txBox="1"/>
            <p:nvPr/>
          </p:nvSpPr>
          <p:spPr>
            <a:xfrm>
              <a:off x="3129328" y="2547382"/>
              <a:ext cx="1405428" cy="400110"/>
            </a:xfrm>
            <a:prstGeom prst="rect">
              <a:avLst/>
            </a:prstGeom>
            <a:noFill/>
          </p:spPr>
          <p:txBody>
            <a:bodyPr wrap="square" rtlCol="0">
              <a:spAutoFit/>
            </a:bodyPr>
            <a:lstStyle/>
            <a:p>
              <a:r>
                <a:rPr lang="zh-CN" altLang="en-US" sz="2000" b="1" dirty="0">
                  <a:latin typeface="幼圆" panose="02010509060101010101" pitchFamily="49" charset="-122"/>
                  <a:ea typeface="幼圆" panose="02010509060101010101" pitchFamily="49" charset="-122"/>
                </a:rPr>
                <a:t>输入标题</a:t>
              </a:r>
            </a:p>
          </p:txBody>
        </p:sp>
      </p:grpSp>
      <p:grpSp>
        <p:nvGrpSpPr>
          <p:cNvPr id="38" name="组合 37"/>
          <p:cNvGrpSpPr/>
          <p:nvPr/>
        </p:nvGrpSpPr>
        <p:grpSpPr>
          <a:xfrm>
            <a:off x="7969165" y="2091749"/>
            <a:ext cx="2737216" cy="809466"/>
            <a:chOff x="2463434" y="2547382"/>
            <a:chExt cx="2737216" cy="809466"/>
          </a:xfrm>
        </p:grpSpPr>
        <p:sp>
          <p:nvSpPr>
            <p:cNvPr id="39" name="矩形 38"/>
            <p:cNvSpPr/>
            <p:nvPr/>
          </p:nvSpPr>
          <p:spPr>
            <a:xfrm>
              <a:off x="2463434" y="2941350"/>
              <a:ext cx="2737216" cy="415498"/>
            </a:xfrm>
            <a:prstGeom prst="rect">
              <a:avLst/>
            </a:prstGeom>
          </p:spPr>
          <p:txBody>
            <a:bodyPr wrap="square">
              <a:spAutoFit/>
            </a:bodyPr>
            <a:lstStyle/>
            <a:p>
              <a:pPr>
                <a:lnSpc>
                  <a:spcPct val="150000"/>
                </a:lnSpc>
              </a:pPr>
              <a:r>
                <a:rPr lang="zh-CN" altLang="en-US" sz="1400" dirty="0">
                  <a:latin typeface="幼圆" panose="02010509060101010101" pitchFamily="49" charset="-122"/>
                  <a:ea typeface="幼圆" panose="02010509060101010101" pitchFamily="49" charset="-122"/>
                </a:rPr>
                <a:t>它是提高人口素质的重要环节。</a:t>
              </a:r>
            </a:p>
          </p:txBody>
        </p:sp>
        <p:sp>
          <p:nvSpPr>
            <p:cNvPr id="40" name="文本框 39"/>
            <p:cNvSpPr txBox="1"/>
            <p:nvPr/>
          </p:nvSpPr>
          <p:spPr>
            <a:xfrm>
              <a:off x="3129328" y="2547382"/>
              <a:ext cx="1405428" cy="400110"/>
            </a:xfrm>
            <a:prstGeom prst="rect">
              <a:avLst/>
            </a:prstGeom>
            <a:noFill/>
          </p:spPr>
          <p:txBody>
            <a:bodyPr wrap="square" rtlCol="0">
              <a:spAutoFit/>
            </a:bodyPr>
            <a:lstStyle/>
            <a:p>
              <a:r>
                <a:rPr lang="zh-CN" altLang="en-US" sz="2000" b="1" dirty="0">
                  <a:latin typeface="幼圆" panose="02010509060101010101" pitchFamily="49" charset="-122"/>
                  <a:ea typeface="幼圆" panose="02010509060101010101" pitchFamily="49" charset="-122"/>
                </a:rPr>
                <a:t>输入标题</a:t>
              </a:r>
            </a:p>
          </p:txBody>
        </p:sp>
      </p:grpSp>
    </p:spTree>
    <p:extLst>
      <p:ext uri="{BB962C8B-B14F-4D97-AF65-F5344CB8AC3E}">
        <p14:creationId xmlns:p14="http://schemas.microsoft.com/office/powerpoint/2010/main" val="2190839869"/>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anim calcmode="lin" valueType="num">
                                      <p:cBhvr>
                                        <p:cTn id="14" dur="1000" fill="hold"/>
                                        <p:tgtEl>
                                          <p:spTgt spid="2"/>
                                        </p:tgtEl>
                                        <p:attrNameLst>
                                          <p:attrName>ppt_x</p:attrName>
                                        </p:attrNameLst>
                                      </p:cBhvr>
                                      <p:tavLst>
                                        <p:tav tm="0">
                                          <p:val>
                                            <p:strVal val="#ppt_x"/>
                                          </p:val>
                                        </p:tav>
                                        <p:tav tm="100000">
                                          <p:val>
                                            <p:strVal val="#ppt_x"/>
                                          </p:val>
                                        </p:tav>
                                      </p:tavLst>
                                    </p:anim>
                                    <p:anim calcmode="lin" valueType="num">
                                      <p:cBhvr>
                                        <p:cTn id="15" dur="1000" fill="hold"/>
                                        <p:tgtEl>
                                          <p:spTgt spid="2"/>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1000"/>
                                        <p:tgtEl>
                                          <p:spTgt spid="29"/>
                                        </p:tgtEl>
                                      </p:cBhvr>
                                    </p:animEffect>
                                    <p:anim calcmode="lin" valueType="num">
                                      <p:cBhvr>
                                        <p:cTn id="20" dur="1000" fill="hold"/>
                                        <p:tgtEl>
                                          <p:spTgt spid="29"/>
                                        </p:tgtEl>
                                        <p:attrNameLst>
                                          <p:attrName>ppt_x</p:attrName>
                                        </p:attrNameLst>
                                      </p:cBhvr>
                                      <p:tavLst>
                                        <p:tav tm="0">
                                          <p:val>
                                            <p:strVal val="#ppt_x"/>
                                          </p:val>
                                        </p:tav>
                                        <p:tav tm="100000">
                                          <p:val>
                                            <p:strVal val="#ppt_x"/>
                                          </p:val>
                                        </p:tav>
                                      </p:tavLst>
                                    </p:anim>
                                    <p:anim calcmode="lin" valueType="num">
                                      <p:cBhvr>
                                        <p:cTn id="21" dur="1000" fill="hold"/>
                                        <p:tgtEl>
                                          <p:spTgt spid="29"/>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nodeType="afterEffect">
                                  <p:stCondLst>
                                    <p:cond delay="0"/>
                                  </p:stCondLst>
                                  <p:childTnLst>
                                    <p:set>
                                      <p:cBhvr>
                                        <p:cTn id="24" dur="1" fill="hold">
                                          <p:stCondLst>
                                            <p:cond delay="0"/>
                                          </p:stCondLst>
                                        </p:cTn>
                                        <p:tgtEl>
                                          <p:spTgt spid="32"/>
                                        </p:tgtEl>
                                        <p:attrNameLst>
                                          <p:attrName>style.visibility</p:attrName>
                                        </p:attrNameLst>
                                      </p:cBhvr>
                                      <p:to>
                                        <p:strVal val="visible"/>
                                      </p:to>
                                    </p:set>
                                    <p:animEffect transition="in" filter="fade">
                                      <p:cBhvr>
                                        <p:cTn id="25" dur="1000"/>
                                        <p:tgtEl>
                                          <p:spTgt spid="32"/>
                                        </p:tgtEl>
                                      </p:cBhvr>
                                    </p:animEffect>
                                    <p:anim calcmode="lin" valueType="num">
                                      <p:cBhvr>
                                        <p:cTn id="26" dur="1000" fill="hold"/>
                                        <p:tgtEl>
                                          <p:spTgt spid="32"/>
                                        </p:tgtEl>
                                        <p:attrNameLst>
                                          <p:attrName>ppt_x</p:attrName>
                                        </p:attrNameLst>
                                      </p:cBhvr>
                                      <p:tavLst>
                                        <p:tav tm="0">
                                          <p:val>
                                            <p:strVal val="#ppt_x"/>
                                          </p:val>
                                        </p:tav>
                                        <p:tav tm="100000">
                                          <p:val>
                                            <p:strVal val="#ppt_x"/>
                                          </p:val>
                                        </p:tav>
                                      </p:tavLst>
                                    </p:anim>
                                    <p:anim calcmode="lin" valueType="num">
                                      <p:cBhvr>
                                        <p:cTn id="27" dur="1000" fill="hold"/>
                                        <p:tgtEl>
                                          <p:spTgt spid="32"/>
                                        </p:tgtEl>
                                        <p:attrNameLst>
                                          <p:attrName>ppt_y</p:attrName>
                                        </p:attrNameLst>
                                      </p:cBhvr>
                                      <p:tavLst>
                                        <p:tav tm="0">
                                          <p:val>
                                            <p:strVal val="#ppt_y+.1"/>
                                          </p:val>
                                        </p:tav>
                                        <p:tav tm="100000">
                                          <p:val>
                                            <p:strVal val="#ppt_y"/>
                                          </p:val>
                                        </p:tav>
                                      </p:tavLst>
                                    </p:anim>
                                  </p:childTnLst>
                                </p:cTn>
                              </p:par>
                            </p:childTnLst>
                          </p:cTn>
                        </p:par>
                        <p:par>
                          <p:cTn id="28" fill="hold">
                            <p:stCondLst>
                              <p:cond delay="4000"/>
                            </p:stCondLst>
                            <p:childTnLst>
                              <p:par>
                                <p:cTn id="29" presetID="42" presetClass="entr" presetSubtype="0" fill="hold" nodeType="afterEffect">
                                  <p:stCondLst>
                                    <p:cond delay="0"/>
                                  </p:stCondLst>
                                  <p:childTnLst>
                                    <p:set>
                                      <p:cBhvr>
                                        <p:cTn id="30" dur="1" fill="hold">
                                          <p:stCondLst>
                                            <p:cond delay="0"/>
                                          </p:stCondLst>
                                        </p:cTn>
                                        <p:tgtEl>
                                          <p:spTgt spid="35"/>
                                        </p:tgtEl>
                                        <p:attrNameLst>
                                          <p:attrName>style.visibility</p:attrName>
                                        </p:attrNameLst>
                                      </p:cBhvr>
                                      <p:to>
                                        <p:strVal val="visible"/>
                                      </p:to>
                                    </p:set>
                                    <p:animEffect transition="in" filter="fade">
                                      <p:cBhvr>
                                        <p:cTn id="31" dur="1000"/>
                                        <p:tgtEl>
                                          <p:spTgt spid="35"/>
                                        </p:tgtEl>
                                      </p:cBhvr>
                                    </p:animEffect>
                                    <p:anim calcmode="lin" valueType="num">
                                      <p:cBhvr>
                                        <p:cTn id="32" dur="1000" fill="hold"/>
                                        <p:tgtEl>
                                          <p:spTgt spid="35"/>
                                        </p:tgtEl>
                                        <p:attrNameLst>
                                          <p:attrName>ppt_x</p:attrName>
                                        </p:attrNameLst>
                                      </p:cBhvr>
                                      <p:tavLst>
                                        <p:tav tm="0">
                                          <p:val>
                                            <p:strVal val="#ppt_x"/>
                                          </p:val>
                                        </p:tav>
                                        <p:tav tm="100000">
                                          <p:val>
                                            <p:strVal val="#ppt_x"/>
                                          </p:val>
                                        </p:tav>
                                      </p:tavLst>
                                    </p:anim>
                                    <p:anim calcmode="lin" valueType="num">
                                      <p:cBhvr>
                                        <p:cTn id="33" dur="1000" fill="hold"/>
                                        <p:tgtEl>
                                          <p:spTgt spid="35"/>
                                        </p:tgtEl>
                                        <p:attrNameLst>
                                          <p:attrName>ppt_y</p:attrName>
                                        </p:attrNameLst>
                                      </p:cBhvr>
                                      <p:tavLst>
                                        <p:tav tm="0">
                                          <p:val>
                                            <p:strVal val="#ppt_y+.1"/>
                                          </p:val>
                                        </p:tav>
                                        <p:tav tm="100000">
                                          <p:val>
                                            <p:strVal val="#ppt_y"/>
                                          </p:val>
                                        </p:tav>
                                      </p:tavLst>
                                    </p:anim>
                                  </p:childTnLst>
                                </p:cTn>
                              </p:par>
                            </p:childTnLst>
                          </p:cTn>
                        </p:par>
                        <p:par>
                          <p:cTn id="34" fill="hold">
                            <p:stCondLst>
                              <p:cond delay="5000"/>
                            </p:stCondLst>
                            <p:childTnLst>
                              <p:par>
                                <p:cTn id="35" presetID="42" presetClass="entr" presetSubtype="0" fill="hold" nodeType="after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fade">
                                      <p:cBhvr>
                                        <p:cTn id="37" dur="1000"/>
                                        <p:tgtEl>
                                          <p:spTgt spid="38"/>
                                        </p:tgtEl>
                                      </p:cBhvr>
                                    </p:animEffect>
                                    <p:anim calcmode="lin" valueType="num">
                                      <p:cBhvr>
                                        <p:cTn id="38" dur="1000" fill="hold"/>
                                        <p:tgtEl>
                                          <p:spTgt spid="38"/>
                                        </p:tgtEl>
                                        <p:attrNameLst>
                                          <p:attrName>ppt_x</p:attrName>
                                        </p:attrNameLst>
                                      </p:cBhvr>
                                      <p:tavLst>
                                        <p:tav tm="0">
                                          <p:val>
                                            <p:strVal val="#ppt_x"/>
                                          </p:val>
                                        </p:tav>
                                        <p:tav tm="100000">
                                          <p:val>
                                            <p:strVal val="#ppt_x"/>
                                          </p:val>
                                        </p:tav>
                                      </p:tavLst>
                                    </p:anim>
                                    <p:anim calcmode="lin" valueType="num">
                                      <p:cBhvr>
                                        <p:cTn id="39"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圆角矩形 14"/>
          <p:cNvSpPr/>
          <p:nvPr/>
        </p:nvSpPr>
        <p:spPr>
          <a:xfrm>
            <a:off x="378114" y="463550"/>
            <a:ext cx="11401425" cy="5857875"/>
          </a:xfrm>
          <a:prstGeom prst="round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 name="组合 15"/>
          <p:cNvGrpSpPr/>
          <p:nvPr/>
        </p:nvGrpSpPr>
        <p:grpSpPr>
          <a:xfrm>
            <a:off x="177047" y="636774"/>
            <a:ext cx="2278560" cy="461665"/>
            <a:chOff x="240439" y="693586"/>
            <a:chExt cx="2278560" cy="461665"/>
          </a:xfrm>
        </p:grpSpPr>
        <p:sp>
          <p:nvSpPr>
            <p:cNvPr id="17" name="文本框 16"/>
            <p:cNvSpPr txBox="1"/>
            <p:nvPr/>
          </p:nvSpPr>
          <p:spPr>
            <a:xfrm>
              <a:off x="642573" y="693586"/>
              <a:ext cx="1876426" cy="461665"/>
            </a:xfrm>
            <a:prstGeom prst="rect">
              <a:avLst/>
            </a:prstGeom>
            <a:noFill/>
          </p:spPr>
          <p:txBody>
            <a:bodyPr wrap="square" rtlCol="0">
              <a:spAutoFit/>
            </a:bodyPr>
            <a:lstStyle/>
            <a:p>
              <a:r>
                <a:rPr lang="zh-CN" altLang="en-US" sz="2400" dirty="0">
                  <a:latin typeface="幼圆" panose="02010509060101010101" pitchFamily="49" charset="-122"/>
                  <a:ea typeface="幼圆" panose="02010509060101010101" pitchFamily="49" charset="-122"/>
                </a:rPr>
                <a:t>输入标题</a:t>
              </a:r>
            </a:p>
          </p:txBody>
        </p:sp>
        <p:sp>
          <p:nvSpPr>
            <p:cNvPr id="18" name="燕尾形 17"/>
            <p:cNvSpPr/>
            <p:nvPr/>
          </p:nvSpPr>
          <p:spPr>
            <a:xfrm>
              <a:off x="240439" y="723352"/>
              <a:ext cx="402134" cy="402134"/>
            </a:xfrm>
            <a:prstGeom prst="chevron">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pic>
        <p:nvPicPr>
          <p:cNvPr id="7" name="图片 6"/>
          <p:cNvPicPr>
            <a:picLocks noChangeAspect="1"/>
          </p:cNvPicPr>
          <p:nvPr/>
        </p:nvPicPr>
        <p:blipFill rotWithShape="1">
          <a:blip r:embed="rId4" cstate="print">
            <a:extLst>
              <a:ext uri="{BEBA8EAE-BF5A-486C-A8C5-ECC9F3942E4B}">
                <a14:imgProps xmlns:a14="http://schemas.microsoft.com/office/drawing/2010/main">
                  <a14:imgLayer r:embed="rId5">
                    <a14:imgEffect>
                      <a14:backgroundRemoval t="56883" b="100000" l="48226" r="100000">
                        <a14:foregroundMark x1="55687" y1="78108" x2="55687" y2="78108"/>
                        <a14:foregroundMark x1="76979" y1="78532" x2="76979" y2="78532"/>
                      </a14:backgroundRemoval>
                    </a14:imgEffect>
                  </a14:imgLayer>
                </a14:imgProps>
              </a:ext>
              <a:ext uri="{28A0092B-C50C-407E-A947-70E740481C1C}">
                <a14:useLocalDpi xmlns:a14="http://schemas.microsoft.com/office/drawing/2010/main" val="0"/>
              </a:ext>
            </a:extLst>
          </a:blip>
          <a:srcRect l="35074" t="53702"/>
          <a:stretch/>
        </p:blipFill>
        <p:spPr>
          <a:xfrm>
            <a:off x="8633255" y="3013153"/>
            <a:ext cx="3092327" cy="3307983"/>
          </a:xfrm>
          <a:prstGeom prst="rect">
            <a:avLst/>
          </a:prstGeom>
        </p:spPr>
      </p:pic>
      <p:sp>
        <p:nvSpPr>
          <p:cNvPr id="9" name="任意多边形 8"/>
          <p:cNvSpPr/>
          <p:nvPr/>
        </p:nvSpPr>
        <p:spPr>
          <a:xfrm>
            <a:off x="4681931" y="2102911"/>
            <a:ext cx="2614614" cy="2578864"/>
          </a:xfrm>
          <a:custGeom>
            <a:avLst/>
            <a:gdLst>
              <a:gd name="connsiteX0" fmla="*/ 1628128 w 2614614"/>
              <a:gd name="connsiteY0" fmla="*/ 23576 h 2578864"/>
              <a:gd name="connsiteX1" fmla="*/ 1696060 w 2614614"/>
              <a:gd name="connsiteY1" fmla="*/ 41043 h 2578864"/>
              <a:gd name="connsiteX2" fmla="*/ 2614614 w 2614614"/>
              <a:gd name="connsiteY2" fmla="*/ 1289576 h 2578864"/>
              <a:gd name="connsiteX3" fmla="*/ 1570775 w 2614614"/>
              <a:gd name="connsiteY3" fmla="*/ 2570323 h 2578864"/>
              <a:gd name="connsiteX4" fmla="*/ 1514816 w 2614614"/>
              <a:gd name="connsiteY4" fmla="*/ 2578864 h 2578864"/>
              <a:gd name="connsiteX5" fmla="*/ 1101691 w 2614614"/>
              <a:gd name="connsiteY5" fmla="*/ 0 h 2578864"/>
              <a:gd name="connsiteX6" fmla="*/ 988345 w 2614614"/>
              <a:gd name="connsiteY6" fmla="*/ 2556054 h 2578864"/>
              <a:gd name="connsiteX7" fmla="*/ 918554 w 2614614"/>
              <a:gd name="connsiteY7" fmla="*/ 2538109 h 2578864"/>
              <a:gd name="connsiteX8" fmla="*/ 0 w 2614614"/>
              <a:gd name="connsiteY8" fmla="*/ 1289576 h 2578864"/>
              <a:gd name="connsiteX9" fmla="*/ 1043839 w 2614614"/>
              <a:gd name="connsiteY9" fmla="*/ 8829 h 2578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14614" h="2578864">
                <a:moveTo>
                  <a:pt x="1628128" y="23576"/>
                </a:moveTo>
                <a:lnTo>
                  <a:pt x="1696060" y="41043"/>
                </a:lnTo>
                <a:cubicBezTo>
                  <a:pt x="2228224" y="206563"/>
                  <a:pt x="2614614" y="702946"/>
                  <a:pt x="2614614" y="1289576"/>
                </a:cubicBezTo>
                <a:cubicBezTo>
                  <a:pt x="2614614" y="1921331"/>
                  <a:pt x="2166493" y="2448422"/>
                  <a:pt x="1570775" y="2570323"/>
                </a:cubicBezTo>
                <a:lnTo>
                  <a:pt x="1514816" y="2578864"/>
                </a:lnTo>
                <a:close/>
                <a:moveTo>
                  <a:pt x="1101691" y="0"/>
                </a:moveTo>
                <a:lnTo>
                  <a:pt x="988345" y="2556054"/>
                </a:lnTo>
                <a:lnTo>
                  <a:pt x="918554" y="2538109"/>
                </a:lnTo>
                <a:cubicBezTo>
                  <a:pt x="386390" y="2372589"/>
                  <a:pt x="0" y="1876206"/>
                  <a:pt x="0" y="1289576"/>
                </a:cubicBezTo>
                <a:cubicBezTo>
                  <a:pt x="0" y="657821"/>
                  <a:pt x="448121" y="130730"/>
                  <a:pt x="1043839" y="8829"/>
                </a:cubicBezTo>
                <a:close/>
              </a:path>
            </a:pathLst>
          </a:custGeom>
          <a:solidFill>
            <a:srgbClr val="FF9999"/>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p:cNvGrpSpPr/>
          <p:nvPr/>
        </p:nvGrpSpPr>
        <p:grpSpPr>
          <a:xfrm>
            <a:off x="1437905" y="2893625"/>
            <a:ext cx="3042959" cy="2767260"/>
            <a:chOff x="1621799" y="1479163"/>
            <a:chExt cx="3042959" cy="2767260"/>
          </a:xfrm>
        </p:grpSpPr>
        <p:sp>
          <p:nvSpPr>
            <p:cNvPr id="10" name="矩形 9"/>
            <p:cNvSpPr/>
            <p:nvPr/>
          </p:nvSpPr>
          <p:spPr>
            <a:xfrm>
              <a:off x="1621799" y="2538263"/>
              <a:ext cx="3042959" cy="1708160"/>
            </a:xfrm>
            <a:prstGeom prst="rect">
              <a:avLst/>
            </a:prstGeom>
          </p:spPr>
          <p:txBody>
            <a:bodyPr wrap="square">
              <a:spAutoFit/>
            </a:bodyPr>
            <a:lstStyle/>
            <a:p>
              <a:pPr>
                <a:lnSpc>
                  <a:spcPct val="150000"/>
                </a:lnSpc>
              </a:pPr>
              <a:r>
                <a:rPr lang="zh-CN" altLang="en-US" sz="1400" dirty="0">
                  <a:latin typeface="幼圆" panose="02010509060101010101" pitchFamily="49" charset="-122"/>
                  <a:ea typeface="幼圆" panose="02010509060101010101" pitchFamily="49" charset="-122"/>
                </a:rPr>
                <a:t>它是提高人口素质的重要环节。青春期到来以前的未成年人被称为儿童或少年，他们在思想、性格、智力、体魄等方面的可塑儿童教育性很强。儿童教育是整个教育事业的重要基础。</a:t>
              </a:r>
            </a:p>
          </p:txBody>
        </p:sp>
        <p:pic>
          <p:nvPicPr>
            <p:cNvPr id="11" name="图片 10"/>
            <p:cNvPicPr>
              <a:picLocks noChangeAspect="1"/>
            </p:cNvPicPr>
            <p:nvPr/>
          </p:nvPicPr>
          <p:blipFill rotWithShape="1">
            <a:blip r:embed="rId6" cstate="print">
              <a:extLst>
                <a:ext uri="{BEBA8EAE-BF5A-486C-A8C5-ECC9F3942E4B}">
                  <a14:imgProps xmlns:a14="http://schemas.microsoft.com/office/drawing/2010/main">
                    <a14:imgLayer r:embed="rId7">
                      <a14:imgEffect>
                        <a14:backgroundRemoval t="15939" b="25879" l="0" r="14000"/>
                      </a14:imgEffect>
                    </a14:imgLayer>
                  </a14:imgProps>
                </a:ext>
                <a:ext uri="{28A0092B-C50C-407E-A947-70E740481C1C}">
                  <a14:useLocalDpi xmlns:a14="http://schemas.microsoft.com/office/drawing/2010/main" val="0"/>
                </a:ext>
              </a:extLst>
            </a:blip>
            <a:srcRect t="15333" r="83114" b="73542"/>
            <a:stretch/>
          </p:blipFill>
          <p:spPr>
            <a:xfrm rot="19644289">
              <a:off x="2872554" y="1479163"/>
              <a:ext cx="1331319" cy="1315821"/>
            </a:xfrm>
            <a:prstGeom prst="rect">
              <a:avLst/>
            </a:prstGeom>
          </p:spPr>
        </p:pic>
      </p:grpSp>
      <p:grpSp>
        <p:nvGrpSpPr>
          <p:cNvPr id="13" name="组合 12"/>
          <p:cNvGrpSpPr/>
          <p:nvPr/>
        </p:nvGrpSpPr>
        <p:grpSpPr>
          <a:xfrm>
            <a:off x="7497612" y="867606"/>
            <a:ext cx="3042959" cy="2767260"/>
            <a:chOff x="1621799" y="1479163"/>
            <a:chExt cx="3042959" cy="2767260"/>
          </a:xfrm>
        </p:grpSpPr>
        <p:sp>
          <p:nvSpPr>
            <p:cNvPr id="14" name="矩形 13"/>
            <p:cNvSpPr/>
            <p:nvPr/>
          </p:nvSpPr>
          <p:spPr>
            <a:xfrm>
              <a:off x="1621799" y="2538263"/>
              <a:ext cx="3042959" cy="1708160"/>
            </a:xfrm>
            <a:prstGeom prst="rect">
              <a:avLst/>
            </a:prstGeom>
          </p:spPr>
          <p:txBody>
            <a:bodyPr wrap="square">
              <a:spAutoFit/>
            </a:bodyPr>
            <a:lstStyle/>
            <a:p>
              <a:pPr>
                <a:lnSpc>
                  <a:spcPct val="150000"/>
                </a:lnSpc>
              </a:pPr>
              <a:r>
                <a:rPr lang="zh-CN" altLang="en-US" sz="1400" dirty="0">
                  <a:latin typeface="幼圆" panose="02010509060101010101" pitchFamily="49" charset="-122"/>
                  <a:ea typeface="幼圆" panose="02010509060101010101" pitchFamily="49" charset="-122"/>
                </a:rPr>
                <a:t>它是提高人口素质的重要环节。青春期到来以前的未成年人被称为儿童或少年，他们在思想、性格、智力、体魄等方面的可塑儿童教育性很强。儿童教育是整个教育事业的重要基础。</a:t>
              </a:r>
            </a:p>
          </p:txBody>
        </p:sp>
        <p:pic>
          <p:nvPicPr>
            <p:cNvPr id="19" name="图片 18"/>
            <p:cNvPicPr>
              <a:picLocks noChangeAspect="1"/>
            </p:cNvPicPr>
            <p:nvPr/>
          </p:nvPicPr>
          <p:blipFill rotWithShape="1">
            <a:blip r:embed="rId6" cstate="print">
              <a:extLst>
                <a:ext uri="{BEBA8EAE-BF5A-486C-A8C5-ECC9F3942E4B}">
                  <a14:imgProps xmlns:a14="http://schemas.microsoft.com/office/drawing/2010/main">
                    <a14:imgLayer r:embed="rId7">
                      <a14:imgEffect>
                        <a14:backgroundRemoval t="15939" b="25879" l="0" r="14000"/>
                      </a14:imgEffect>
                    </a14:imgLayer>
                  </a14:imgProps>
                </a:ext>
                <a:ext uri="{28A0092B-C50C-407E-A947-70E740481C1C}">
                  <a14:useLocalDpi xmlns:a14="http://schemas.microsoft.com/office/drawing/2010/main" val="0"/>
                </a:ext>
              </a:extLst>
            </a:blip>
            <a:srcRect t="15333" r="83114" b="73542"/>
            <a:stretch/>
          </p:blipFill>
          <p:spPr>
            <a:xfrm rot="19644289">
              <a:off x="2872554" y="1479163"/>
              <a:ext cx="1331319" cy="1315821"/>
            </a:xfrm>
            <a:prstGeom prst="rect">
              <a:avLst/>
            </a:prstGeom>
          </p:spPr>
        </p:pic>
      </p:grpSp>
    </p:spTree>
    <p:extLst>
      <p:ext uri="{BB962C8B-B14F-4D97-AF65-F5344CB8AC3E}">
        <p14:creationId xmlns:p14="http://schemas.microsoft.com/office/powerpoint/2010/main" val="517254774"/>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anim calcmode="lin" valueType="num">
                                      <p:cBhvr>
                                        <p:cTn id="14" dur="1000" fill="hold"/>
                                        <p:tgtEl>
                                          <p:spTgt spid="4"/>
                                        </p:tgtEl>
                                        <p:attrNameLst>
                                          <p:attrName>ppt_x</p:attrName>
                                        </p:attrNameLst>
                                      </p:cBhvr>
                                      <p:tavLst>
                                        <p:tav tm="0">
                                          <p:val>
                                            <p:strVal val="#ppt_x"/>
                                          </p:val>
                                        </p:tav>
                                        <p:tav tm="100000">
                                          <p:val>
                                            <p:strVal val="#ppt_x"/>
                                          </p:val>
                                        </p:tav>
                                      </p:tavLst>
                                    </p:anim>
                                    <p:anim calcmode="lin" valueType="num">
                                      <p:cBhvr>
                                        <p:cTn id="15" dur="1000" fill="hold"/>
                                        <p:tgtEl>
                                          <p:spTgt spid="4"/>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1000"/>
                                        <p:tgtEl>
                                          <p:spTgt spid="13"/>
                                        </p:tgtEl>
                                      </p:cBhvr>
                                    </p:animEffect>
                                    <p:anim calcmode="lin" valueType="num">
                                      <p:cBhvr>
                                        <p:cTn id="20" dur="1000" fill="hold"/>
                                        <p:tgtEl>
                                          <p:spTgt spid="13"/>
                                        </p:tgtEl>
                                        <p:attrNameLst>
                                          <p:attrName>ppt_x</p:attrName>
                                        </p:attrNameLst>
                                      </p:cBhvr>
                                      <p:tavLst>
                                        <p:tav tm="0">
                                          <p:val>
                                            <p:strVal val="#ppt_x"/>
                                          </p:val>
                                        </p:tav>
                                        <p:tav tm="100000">
                                          <p:val>
                                            <p:strVal val="#ppt_x"/>
                                          </p:val>
                                        </p:tav>
                                      </p:tavLst>
                                    </p:anim>
                                    <p:anim calcmode="lin" valueType="num">
                                      <p:cBhvr>
                                        <p:cTn id="21"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圆角矩形 14"/>
          <p:cNvSpPr/>
          <p:nvPr/>
        </p:nvSpPr>
        <p:spPr>
          <a:xfrm>
            <a:off x="378114" y="463550"/>
            <a:ext cx="11401425" cy="5857875"/>
          </a:xfrm>
          <a:prstGeom prst="round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 name="组合 15"/>
          <p:cNvGrpSpPr/>
          <p:nvPr/>
        </p:nvGrpSpPr>
        <p:grpSpPr>
          <a:xfrm>
            <a:off x="177047" y="636774"/>
            <a:ext cx="2278560" cy="461665"/>
            <a:chOff x="240439" y="693586"/>
            <a:chExt cx="2278560" cy="461665"/>
          </a:xfrm>
        </p:grpSpPr>
        <p:sp>
          <p:nvSpPr>
            <p:cNvPr id="17" name="文本框 16"/>
            <p:cNvSpPr txBox="1"/>
            <p:nvPr/>
          </p:nvSpPr>
          <p:spPr>
            <a:xfrm>
              <a:off x="642573" y="693586"/>
              <a:ext cx="1876426" cy="461665"/>
            </a:xfrm>
            <a:prstGeom prst="rect">
              <a:avLst/>
            </a:prstGeom>
            <a:noFill/>
          </p:spPr>
          <p:txBody>
            <a:bodyPr wrap="square" rtlCol="0">
              <a:spAutoFit/>
            </a:bodyPr>
            <a:lstStyle/>
            <a:p>
              <a:r>
                <a:rPr lang="zh-CN" altLang="en-US" sz="2400" dirty="0">
                  <a:latin typeface="幼圆" panose="02010509060101010101" pitchFamily="49" charset="-122"/>
                  <a:ea typeface="幼圆" panose="02010509060101010101" pitchFamily="49" charset="-122"/>
                </a:rPr>
                <a:t>输入标题</a:t>
              </a:r>
            </a:p>
          </p:txBody>
        </p:sp>
        <p:sp>
          <p:nvSpPr>
            <p:cNvPr id="18" name="燕尾形 17"/>
            <p:cNvSpPr/>
            <p:nvPr/>
          </p:nvSpPr>
          <p:spPr>
            <a:xfrm>
              <a:off x="240439" y="723352"/>
              <a:ext cx="402134" cy="402134"/>
            </a:xfrm>
            <a:prstGeom prst="chevron">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3" name="矩形 2"/>
          <p:cNvSpPr/>
          <p:nvPr/>
        </p:nvSpPr>
        <p:spPr>
          <a:xfrm>
            <a:off x="378114" y="2163762"/>
            <a:ext cx="11401425" cy="2457450"/>
          </a:xfrm>
          <a:prstGeom prst="rect">
            <a:avLst/>
          </a:prstGeom>
          <a:solidFill>
            <a:srgbClr val="FF99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rotWithShape="1">
          <a:blip r:embed="rId4" cstate="print">
            <a:extLst>
              <a:ext uri="{BEBA8EAE-BF5A-486C-A8C5-ECC9F3942E4B}">
                <a14:imgProps xmlns:a14="http://schemas.microsoft.com/office/drawing/2010/main">
                  <a14:imgLayer r:embed="rId5">
                    <a14:imgEffect>
                      <a14:backgroundRemoval t="56883" b="100000" l="48226" r="100000">
                        <a14:foregroundMark x1="55687" y1="78108" x2="55687" y2="78108"/>
                        <a14:foregroundMark x1="76979" y1="78532" x2="76979" y2="78532"/>
                      </a14:backgroundRemoval>
                    </a14:imgEffect>
                  </a14:imgLayer>
                </a14:imgProps>
              </a:ext>
              <a:ext uri="{28A0092B-C50C-407E-A947-70E740481C1C}">
                <a14:useLocalDpi xmlns:a14="http://schemas.microsoft.com/office/drawing/2010/main" val="0"/>
              </a:ext>
            </a:extLst>
          </a:blip>
          <a:srcRect l="35074" t="53702"/>
          <a:stretch/>
        </p:blipFill>
        <p:spPr>
          <a:xfrm>
            <a:off x="8704385" y="3049953"/>
            <a:ext cx="3092327" cy="3307983"/>
          </a:xfrm>
          <a:prstGeom prst="rect">
            <a:avLst/>
          </a:prstGeom>
        </p:spPr>
      </p:pic>
      <p:pic>
        <p:nvPicPr>
          <p:cNvPr id="2" name="图片 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323974" y="2163762"/>
            <a:ext cx="3839766" cy="2457450"/>
          </a:xfrm>
          <a:prstGeom prst="rect">
            <a:avLst/>
          </a:prstGeom>
        </p:spPr>
      </p:pic>
      <p:sp>
        <p:nvSpPr>
          <p:cNvPr id="9" name="矩形 8"/>
          <p:cNvSpPr/>
          <p:nvPr/>
        </p:nvSpPr>
        <p:spPr>
          <a:xfrm>
            <a:off x="5634266" y="2666995"/>
            <a:ext cx="5674746" cy="1061829"/>
          </a:xfrm>
          <a:prstGeom prst="rect">
            <a:avLst/>
          </a:prstGeom>
        </p:spPr>
        <p:txBody>
          <a:bodyPr wrap="square">
            <a:spAutoFit/>
          </a:bodyPr>
          <a:lstStyle/>
          <a:p>
            <a:pPr>
              <a:lnSpc>
                <a:spcPct val="150000"/>
              </a:lnSpc>
            </a:pPr>
            <a:r>
              <a:rPr lang="zh-CN" altLang="en-US" sz="1400" dirty="0">
                <a:latin typeface="幼圆" panose="02010509060101010101" pitchFamily="49" charset="-122"/>
                <a:ea typeface="幼圆" panose="02010509060101010101" pitchFamily="49" charset="-122"/>
              </a:rPr>
              <a:t>它是提高人口素质的重要环节。青春期到来以前的未成年人被称为儿童或少年，他们在思想、性格、智力、体魄等方面的可塑儿童教育性很强。儿童教育是整个教育事业的重要基础。</a:t>
            </a:r>
          </a:p>
        </p:txBody>
      </p:sp>
      <p:grpSp>
        <p:nvGrpSpPr>
          <p:cNvPr id="5" name="组合 4"/>
          <p:cNvGrpSpPr/>
          <p:nvPr/>
        </p:nvGrpSpPr>
        <p:grpSpPr>
          <a:xfrm>
            <a:off x="3933237" y="5178931"/>
            <a:ext cx="3910599" cy="584775"/>
            <a:chOff x="4204700" y="5141928"/>
            <a:chExt cx="3910599" cy="584775"/>
          </a:xfrm>
        </p:grpSpPr>
        <p:sp>
          <p:nvSpPr>
            <p:cNvPr id="4" name="文本框 3"/>
            <p:cNvSpPr txBox="1"/>
            <p:nvPr/>
          </p:nvSpPr>
          <p:spPr>
            <a:xfrm>
              <a:off x="4786312" y="5141928"/>
              <a:ext cx="3328987" cy="584775"/>
            </a:xfrm>
            <a:prstGeom prst="rect">
              <a:avLst/>
            </a:prstGeom>
            <a:noFill/>
          </p:spPr>
          <p:txBody>
            <a:bodyPr wrap="square" rtlCol="0">
              <a:spAutoFit/>
            </a:bodyPr>
            <a:lstStyle/>
            <a:p>
              <a:r>
                <a:rPr lang="zh-CN" altLang="en-US" sz="3200" b="1" dirty="0">
                  <a:latin typeface="幼圆" panose="02010509060101010101" pitchFamily="49" charset="-122"/>
                  <a:ea typeface="幼圆" panose="02010509060101010101" pitchFamily="49" charset="-122"/>
                </a:rPr>
                <a:t>点击输入标题</a:t>
              </a:r>
            </a:p>
          </p:txBody>
        </p:sp>
        <p:sp>
          <p:nvSpPr>
            <p:cNvPr id="11" name="五角星 20"/>
            <p:cNvSpPr/>
            <p:nvPr/>
          </p:nvSpPr>
          <p:spPr>
            <a:xfrm>
              <a:off x="4204700" y="5143510"/>
              <a:ext cx="581612" cy="581611"/>
            </a:xfrm>
            <a:custGeom>
              <a:avLst/>
              <a:gdLst>
                <a:gd name="connsiteX0" fmla="*/ 1 w 1147078"/>
                <a:gd name="connsiteY0" fmla="*/ 438144 h 1147078"/>
                <a:gd name="connsiteX1" fmla="*/ 438147 w 1147078"/>
                <a:gd name="connsiteY1" fmla="*/ 438147 h 1147078"/>
                <a:gd name="connsiteX2" fmla="*/ 573539 w 1147078"/>
                <a:gd name="connsiteY2" fmla="*/ 0 h 1147078"/>
                <a:gd name="connsiteX3" fmla="*/ 708931 w 1147078"/>
                <a:gd name="connsiteY3" fmla="*/ 438147 h 1147078"/>
                <a:gd name="connsiteX4" fmla="*/ 1147077 w 1147078"/>
                <a:gd name="connsiteY4" fmla="*/ 438144 h 1147078"/>
                <a:gd name="connsiteX5" fmla="*/ 792607 w 1147078"/>
                <a:gd name="connsiteY5" fmla="*/ 708930 h 1147078"/>
                <a:gd name="connsiteX6" fmla="*/ 928005 w 1147078"/>
                <a:gd name="connsiteY6" fmla="*/ 1147075 h 1147078"/>
                <a:gd name="connsiteX7" fmla="*/ 573539 w 1147078"/>
                <a:gd name="connsiteY7" fmla="*/ 876284 h 1147078"/>
                <a:gd name="connsiteX8" fmla="*/ 219073 w 1147078"/>
                <a:gd name="connsiteY8" fmla="*/ 1147075 h 1147078"/>
                <a:gd name="connsiteX9" fmla="*/ 354471 w 1147078"/>
                <a:gd name="connsiteY9" fmla="*/ 708930 h 1147078"/>
                <a:gd name="connsiteX10" fmla="*/ 1 w 1147078"/>
                <a:gd name="connsiteY10" fmla="*/ 438144 h 1147078"/>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7076" h="1147075">
                  <a:moveTo>
                    <a:pt x="0" y="438144"/>
                  </a:moveTo>
                  <a:lnTo>
                    <a:pt x="438146" y="438147"/>
                  </a:lnTo>
                  <a:cubicBezTo>
                    <a:pt x="411839" y="249235"/>
                    <a:pt x="528407" y="146049"/>
                    <a:pt x="573538" y="0"/>
                  </a:cubicBezTo>
                  <a:cubicBezTo>
                    <a:pt x="618669" y="146049"/>
                    <a:pt x="692374" y="220661"/>
                    <a:pt x="708930" y="438147"/>
                  </a:cubicBezTo>
                  <a:lnTo>
                    <a:pt x="1147076" y="438144"/>
                  </a:lnTo>
                  <a:cubicBezTo>
                    <a:pt x="1028919" y="528406"/>
                    <a:pt x="1025063" y="761543"/>
                    <a:pt x="792606" y="708930"/>
                  </a:cubicBezTo>
                  <a:cubicBezTo>
                    <a:pt x="909176" y="912128"/>
                    <a:pt x="882871" y="1001027"/>
                    <a:pt x="928004" y="1147075"/>
                  </a:cubicBezTo>
                  <a:lnTo>
                    <a:pt x="587826" y="947722"/>
                  </a:lnTo>
                  <a:lnTo>
                    <a:pt x="219072" y="1147075"/>
                  </a:lnTo>
                  <a:cubicBezTo>
                    <a:pt x="264205" y="1001027"/>
                    <a:pt x="180749" y="840691"/>
                    <a:pt x="354470" y="708930"/>
                  </a:cubicBezTo>
                  <a:cubicBezTo>
                    <a:pt x="236313" y="618668"/>
                    <a:pt x="146732" y="671281"/>
                    <a:pt x="0" y="438144"/>
                  </a:cubicBezTo>
                  <a:close/>
                </a:path>
              </a:pathLst>
            </a:custGeom>
            <a:solidFill>
              <a:srgbClr val="FDD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 name="五角星 20"/>
            <p:cNvSpPr/>
            <p:nvPr/>
          </p:nvSpPr>
          <p:spPr>
            <a:xfrm>
              <a:off x="7384491" y="5143510"/>
              <a:ext cx="581612" cy="581611"/>
            </a:xfrm>
            <a:custGeom>
              <a:avLst/>
              <a:gdLst>
                <a:gd name="connsiteX0" fmla="*/ 1 w 1147078"/>
                <a:gd name="connsiteY0" fmla="*/ 438144 h 1147078"/>
                <a:gd name="connsiteX1" fmla="*/ 438147 w 1147078"/>
                <a:gd name="connsiteY1" fmla="*/ 438147 h 1147078"/>
                <a:gd name="connsiteX2" fmla="*/ 573539 w 1147078"/>
                <a:gd name="connsiteY2" fmla="*/ 0 h 1147078"/>
                <a:gd name="connsiteX3" fmla="*/ 708931 w 1147078"/>
                <a:gd name="connsiteY3" fmla="*/ 438147 h 1147078"/>
                <a:gd name="connsiteX4" fmla="*/ 1147077 w 1147078"/>
                <a:gd name="connsiteY4" fmla="*/ 438144 h 1147078"/>
                <a:gd name="connsiteX5" fmla="*/ 792607 w 1147078"/>
                <a:gd name="connsiteY5" fmla="*/ 708930 h 1147078"/>
                <a:gd name="connsiteX6" fmla="*/ 928005 w 1147078"/>
                <a:gd name="connsiteY6" fmla="*/ 1147075 h 1147078"/>
                <a:gd name="connsiteX7" fmla="*/ 573539 w 1147078"/>
                <a:gd name="connsiteY7" fmla="*/ 876284 h 1147078"/>
                <a:gd name="connsiteX8" fmla="*/ 219073 w 1147078"/>
                <a:gd name="connsiteY8" fmla="*/ 1147075 h 1147078"/>
                <a:gd name="connsiteX9" fmla="*/ 354471 w 1147078"/>
                <a:gd name="connsiteY9" fmla="*/ 708930 h 1147078"/>
                <a:gd name="connsiteX10" fmla="*/ 1 w 1147078"/>
                <a:gd name="connsiteY10" fmla="*/ 438144 h 1147078"/>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7076" h="1147075">
                  <a:moveTo>
                    <a:pt x="0" y="438144"/>
                  </a:moveTo>
                  <a:lnTo>
                    <a:pt x="438146" y="438147"/>
                  </a:lnTo>
                  <a:cubicBezTo>
                    <a:pt x="411839" y="249235"/>
                    <a:pt x="528407" y="146049"/>
                    <a:pt x="573538" y="0"/>
                  </a:cubicBezTo>
                  <a:cubicBezTo>
                    <a:pt x="618669" y="146049"/>
                    <a:pt x="692374" y="220661"/>
                    <a:pt x="708930" y="438147"/>
                  </a:cubicBezTo>
                  <a:lnTo>
                    <a:pt x="1147076" y="438144"/>
                  </a:lnTo>
                  <a:cubicBezTo>
                    <a:pt x="1028919" y="528406"/>
                    <a:pt x="1025063" y="761543"/>
                    <a:pt x="792606" y="708930"/>
                  </a:cubicBezTo>
                  <a:cubicBezTo>
                    <a:pt x="909176" y="912128"/>
                    <a:pt x="882871" y="1001027"/>
                    <a:pt x="928004" y="1147075"/>
                  </a:cubicBezTo>
                  <a:lnTo>
                    <a:pt x="587826" y="947722"/>
                  </a:lnTo>
                  <a:lnTo>
                    <a:pt x="219072" y="1147075"/>
                  </a:lnTo>
                  <a:cubicBezTo>
                    <a:pt x="264205" y="1001027"/>
                    <a:pt x="180749" y="840691"/>
                    <a:pt x="354470" y="708930"/>
                  </a:cubicBezTo>
                  <a:cubicBezTo>
                    <a:pt x="236313" y="618668"/>
                    <a:pt x="146732" y="671281"/>
                    <a:pt x="0" y="438144"/>
                  </a:cubicBezTo>
                  <a:close/>
                </a:path>
              </a:pathLst>
            </a:custGeom>
            <a:solidFill>
              <a:srgbClr val="FDD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Tree>
    <p:extLst>
      <p:ext uri="{BB962C8B-B14F-4D97-AF65-F5344CB8AC3E}">
        <p14:creationId xmlns:p14="http://schemas.microsoft.com/office/powerpoint/2010/main" val="2726918557"/>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7"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par>
                                <p:cTn id="15" presetID="47"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1000"/>
                                        <p:tgtEl>
                                          <p:spTgt spid="9"/>
                                        </p:tgtEl>
                                      </p:cBhvr>
                                    </p:animEffect>
                                    <p:anim calcmode="lin" valueType="num">
                                      <p:cBhvr>
                                        <p:cTn id="18" dur="1000" fill="hold"/>
                                        <p:tgtEl>
                                          <p:spTgt spid="9"/>
                                        </p:tgtEl>
                                        <p:attrNameLst>
                                          <p:attrName>ppt_x</p:attrName>
                                        </p:attrNameLst>
                                      </p:cBhvr>
                                      <p:tavLst>
                                        <p:tav tm="0">
                                          <p:val>
                                            <p:strVal val="#ppt_x"/>
                                          </p:val>
                                        </p:tav>
                                        <p:tav tm="100000">
                                          <p:val>
                                            <p:strVal val="#ppt_x"/>
                                          </p:val>
                                        </p:tav>
                                      </p:tavLst>
                                    </p:anim>
                                    <p:anim calcmode="lin" valueType="num">
                                      <p:cBhvr>
                                        <p:cTn id="1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a:xfrm>
            <a:off x="395287" y="534504"/>
            <a:ext cx="11401425" cy="5857875"/>
          </a:xfrm>
          <a:prstGeom prst="round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圆角矩形 30"/>
          <p:cNvSpPr/>
          <p:nvPr/>
        </p:nvSpPr>
        <p:spPr>
          <a:xfrm>
            <a:off x="814386" y="715389"/>
            <a:ext cx="10563227" cy="5427222"/>
          </a:xfrm>
          <a:prstGeom prst="roundRect">
            <a:avLst/>
          </a:prstGeom>
          <a:noFill/>
          <a:ln>
            <a:solidFill>
              <a:schemeClr val="accent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4587977" y="3136612"/>
            <a:ext cx="3244645" cy="584775"/>
          </a:xfrm>
          <a:prstGeom prst="rect">
            <a:avLst/>
          </a:prstGeom>
          <a:noFill/>
        </p:spPr>
        <p:txBody>
          <a:bodyPr wrap="square" rtlCol="0">
            <a:spAutoFit/>
          </a:bodyPr>
          <a:lstStyle/>
          <a:p>
            <a:pPr algn="dist"/>
            <a:r>
              <a:rPr lang="zh-CN" altLang="en-US" sz="3200" dirty="0">
                <a:solidFill>
                  <a:schemeClr val="tx1">
                    <a:lumMod val="85000"/>
                    <a:lumOff val="15000"/>
                  </a:schemeClr>
                </a:solidFill>
                <a:latin typeface="方正字迹-元童楷隶简体" panose="02010600010101010101" pitchFamily="2" charset="-122"/>
                <a:ea typeface="方正字迹-元童楷隶简体" panose="02010600010101010101" pitchFamily="2" charset="-122"/>
              </a:rPr>
              <a:t>输入标题</a:t>
            </a:r>
          </a:p>
        </p:txBody>
      </p:sp>
      <p:sp>
        <p:nvSpPr>
          <p:cNvPr id="32" name="五角星 20"/>
          <p:cNvSpPr/>
          <p:nvPr/>
        </p:nvSpPr>
        <p:spPr>
          <a:xfrm>
            <a:off x="461957" y="4701653"/>
            <a:ext cx="704858" cy="704857"/>
          </a:xfrm>
          <a:custGeom>
            <a:avLst/>
            <a:gdLst>
              <a:gd name="connsiteX0" fmla="*/ 1 w 1147078"/>
              <a:gd name="connsiteY0" fmla="*/ 438144 h 1147078"/>
              <a:gd name="connsiteX1" fmla="*/ 438147 w 1147078"/>
              <a:gd name="connsiteY1" fmla="*/ 438147 h 1147078"/>
              <a:gd name="connsiteX2" fmla="*/ 573539 w 1147078"/>
              <a:gd name="connsiteY2" fmla="*/ 0 h 1147078"/>
              <a:gd name="connsiteX3" fmla="*/ 708931 w 1147078"/>
              <a:gd name="connsiteY3" fmla="*/ 438147 h 1147078"/>
              <a:gd name="connsiteX4" fmla="*/ 1147077 w 1147078"/>
              <a:gd name="connsiteY4" fmla="*/ 438144 h 1147078"/>
              <a:gd name="connsiteX5" fmla="*/ 792607 w 1147078"/>
              <a:gd name="connsiteY5" fmla="*/ 708930 h 1147078"/>
              <a:gd name="connsiteX6" fmla="*/ 928005 w 1147078"/>
              <a:gd name="connsiteY6" fmla="*/ 1147075 h 1147078"/>
              <a:gd name="connsiteX7" fmla="*/ 573539 w 1147078"/>
              <a:gd name="connsiteY7" fmla="*/ 876284 h 1147078"/>
              <a:gd name="connsiteX8" fmla="*/ 219073 w 1147078"/>
              <a:gd name="connsiteY8" fmla="*/ 1147075 h 1147078"/>
              <a:gd name="connsiteX9" fmla="*/ 354471 w 1147078"/>
              <a:gd name="connsiteY9" fmla="*/ 708930 h 1147078"/>
              <a:gd name="connsiteX10" fmla="*/ 1 w 1147078"/>
              <a:gd name="connsiteY10" fmla="*/ 438144 h 1147078"/>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7076" h="1147075">
                <a:moveTo>
                  <a:pt x="0" y="438144"/>
                </a:moveTo>
                <a:lnTo>
                  <a:pt x="438146" y="438147"/>
                </a:lnTo>
                <a:cubicBezTo>
                  <a:pt x="411839" y="249235"/>
                  <a:pt x="528407" y="146049"/>
                  <a:pt x="573538" y="0"/>
                </a:cubicBezTo>
                <a:cubicBezTo>
                  <a:pt x="618669" y="146049"/>
                  <a:pt x="692374" y="220661"/>
                  <a:pt x="708930" y="438147"/>
                </a:cubicBezTo>
                <a:lnTo>
                  <a:pt x="1147076" y="438144"/>
                </a:lnTo>
                <a:cubicBezTo>
                  <a:pt x="1028919" y="528406"/>
                  <a:pt x="1025063" y="761543"/>
                  <a:pt x="792606" y="708930"/>
                </a:cubicBezTo>
                <a:cubicBezTo>
                  <a:pt x="909176" y="912128"/>
                  <a:pt x="882871" y="1001027"/>
                  <a:pt x="928004" y="1147075"/>
                </a:cubicBezTo>
                <a:lnTo>
                  <a:pt x="587826" y="947722"/>
                </a:lnTo>
                <a:lnTo>
                  <a:pt x="219072" y="1147075"/>
                </a:lnTo>
                <a:cubicBezTo>
                  <a:pt x="264205" y="1001027"/>
                  <a:pt x="180749" y="840691"/>
                  <a:pt x="354470" y="708930"/>
                </a:cubicBezTo>
                <a:cubicBezTo>
                  <a:pt x="236313" y="618668"/>
                  <a:pt x="146732" y="671281"/>
                  <a:pt x="0" y="438144"/>
                </a:cubicBezTo>
                <a:close/>
              </a:path>
            </a:pathLst>
          </a:custGeom>
          <a:solidFill>
            <a:srgbClr val="FDD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五角星 20"/>
          <p:cNvSpPr/>
          <p:nvPr/>
        </p:nvSpPr>
        <p:spPr>
          <a:xfrm>
            <a:off x="461957" y="2652705"/>
            <a:ext cx="704858" cy="704857"/>
          </a:xfrm>
          <a:custGeom>
            <a:avLst/>
            <a:gdLst>
              <a:gd name="connsiteX0" fmla="*/ 1 w 1147078"/>
              <a:gd name="connsiteY0" fmla="*/ 438144 h 1147078"/>
              <a:gd name="connsiteX1" fmla="*/ 438147 w 1147078"/>
              <a:gd name="connsiteY1" fmla="*/ 438147 h 1147078"/>
              <a:gd name="connsiteX2" fmla="*/ 573539 w 1147078"/>
              <a:gd name="connsiteY2" fmla="*/ 0 h 1147078"/>
              <a:gd name="connsiteX3" fmla="*/ 708931 w 1147078"/>
              <a:gd name="connsiteY3" fmla="*/ 438147 h 1147078"/>
              <a:gd name="connsiteX4" fmla="*/ 1147077 w 1147078"/>
              <a:gd name="connsiteY4" fmla="*/ 438144 h 1147078"/>
              <a:gd name="connsiteX5" fmla="*/ 792607 w 1147078"/>
              <a:gd name="connsiteY5" fmla="*/ 708930 h 1147078"/>
              <a:gd name="connsiteX6" fmla="*/ 928005 w 1147078"/>
              <a:gd name="connsiteY6" fmla="*/ 1147075 h 1147078"/>
              <a:gd name="connsiteX7" fmla="*/ 573539 w 1147078"/>
              <a:gd name="connsiteY7" fmla="*/ 876284 h 1147078"/>
              <a:gd name="connsiteX8" fmla="*/ 219073 w 1147078"/>
              <a:gd name="connsiteY8" fmla="*/ 1147075 h 1147078"/>
              <a:gd name="connsiteX9" fmla="*/ 354471 w 1147078"/>
              <a:gd name="connsiteY9" fmla="*/ 708930 h 1147078"/>
              <a:gd name="connsiteX10" fmla="*/ 1 w 1147078"/>
              <a:gd name="connsiteY10" fmla="*/ 438144 h 1147078"/>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7076" h="1147075">
                <a:moveTo>
                  <a:pt x="0" y="438144"/>
                </a:moveTo>
                <a:lnTo>
                  <a:pt x="438146" y="438147"/>
                </a:lnTo>
                <a:cubicBezTo>
                  <a:pt x="411839" y="249235"/>
                  <a:pt x="528407" y="146049"/>
                  <a:pt x="573538" y="0"/>
                </a:cubicBezTo>
                <a:cubicBezTo>
                  <a:pt x="618669" y="146049"/>
                  <a:pt x="692374" y="220661"/>
                  <a:pt x="708930" y="438147"/>
                </a:cubicBezTo>
                <a:lnTo>
                  <a:pt x="1147076" y="438144"/>
                </a:lnTo>
                <a:cubicBezTo>
                  <a:pt x="1028919" y="528406"/>
                  <a:pt x="1025063" y="761543"/>
                  <a:pt x="792606" y="708930"/>
                </a:cubicBezTo>
                <a:cubicBezTo>
                  <a:pt x="909176" y="912128"/>
                  <a:pt x="882871" y="1001027"/>
                  <a:pt x="928004" y="1147075"/>
                </a:cubicBezTo>
                <a:lnTo>
                  <a:pt x="587826" y="947722"/>
                </a:lnTo>
                <a:lnTo>
                  <a:pt x="219072" y="1147075"/>
                </a:lnTo>
                <a:cubicBezTo>
                  <a:pt x="264205" y="1001027"/>
                  <a:pt x="180749" y="840691"/>
                  <a:pt x="354470" y="708930"/>
                </a:cubicBezTo>
                <a:cubicBezTo>
                  <a:pt x="236313" y="618668"/>
                  <a:pt x="146732" y="671281"/>
                  <a:pt x="0" y="438144"/>
                </a:cubicBezTo>
                <a:close/>
              </a:path>
            </a:pathLst>
          </a:custGeom>
          <a:solidFill>
            <a:srgbClr val="FDD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五角星 20"/>
          <p:cNvSpPr/>
          <p:nvPr/>
        </p:nvSpPr>
        <p:spPr>
          <a:xfrm>
            <a:off x="814386" y="599592"/>
            <a:ext cx="704858" cy="704857"/>
          </a:xfrm>
          <a:custGeom>
            <a:avLst/>
            <a:gdLst>
              <a:gd name="connsiteX0" fmla="*/ 1 w 1147078"/>
              <a:gd name="connsiteY0" fmla="*/ 438144 h 1147078"/>
              <a:gd name="connsiteX1" fmla="*/ 438147 w 1147078"/>
              <a:gd name="connsiteY1" fmla="*/ 438147 h 1147078"/>
              <a:gd name="connsiteX2" fmla="*/ 573539 w 1147078"/>
              <a:gd name="connsiteY2" fmla="*/ 0 h 1147078"/>
              <a:gd name="connsiteX3" fmla="*/ 708931 w 1147078"/>
              <a:gd name="connsiteY3" fmla="*/ 438147 h 1147078"/>
              <a:gd name="connsiteX4" fmla="*/ 1147077 w 1147078"/>
              <a:gd name="connsiteY4" fmla="*/ 438144 h 1147078"/>
              <a:gd name="connsiteX5" fmla="*/ 792607 w 1147078"/>
              <a:gd name="connsiteY5" fmla="*/ 708930 h 1147078"/>
              <a:gd name="connsiteX6" fmla="*/ 928005 w 1147078"/>
              <a:gd name="connsiteY6" fmla="*/ 1147075 h 1147078"/>
              <a:gd name="connsiteX7" fmla="*/ 573539 w 1147078"/>
              <a:gd name="connsiteY7" fmla="*/ 876284 h 1147078"/>
              <a:gd name="connsiteX8" fmla="*/ 219073 w 1147078"/>
              <a:gd name="connsiteY8" fmla="*/ 1147075 h 1147078"/>
              <a:gd name="connsiteX9" fmla="*/ 354471 w 1147078"/>
              <a:gd name="connsiteY9" fmla="*/ 708930 h 1147078"/>
              <a:gd name="connsiteX10" fmla="*/ 1 w 1147078"/>
              <a:gd name="connsiteY10" fmla="*/ 438144 h 1147078"/>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7076" h="1147075">
                <a:moveTo>
                  <a:pt x="0" y="438144"/>
                </a:moveTo>
                <a:lnTo>
                  <a:pt x="438146" y="438147"/>
                </a:lnTo>
                <a:cubicBezTo>
                  <a:pt x="411839" y="249235"/>
                  <a:pt x="528407" y="146049"/>
                  <a:pt x="573538" y="0"/>
                </a:cubicBezTo>
                <a:cubicBezTo>
                  <a:pt x="618669" y="146049"/>
                  <a:pt x="692374" y="220661"/>
                  <a:pt x="708930" y="438147"/>
                </a:cubicBezTo>
                <a:lnTo>
                  <a:pt x="1147076" y="438144"/>
                </a:lnTo>
                <a:cubicBezTo>
                  <a:pt x="1028919" y="528406"/>
                  <a:pt x="1025063" y="761543"/>
                  <a:pt x="792606" y="708930"/>
                </a:cubicBezTo>
                <a:cubicBezTo>
                  <a:pt x="909176" y="912128"/>
                  <a:pt x="882871" y="1001027"/>
                  <a:pt x="928004" y="1147075"/>
                </a:cubicBezTo>
                <a:lnTo>
                  <a:pt x="587826" y="947722"/>
                </a:lnTo>
                <a:lnTo>
                  <a:pt x="219072" y="1147075"/>
                </a:lnTo>
                <a:cubicBezTo>
                  <a:pt x="264205" y="1001027"/>
                  <a:pt x="180749" y="840691"/>
                  <a:pt x="354470" y="708930"/>
                </a:cubicBezTo>
                <a:cubicBezTo>
                  <a:pt x="236313" y="618668"/>
                  <a:pt x="146732" y="671281"/>
                  <a:pt x="0" y="438144"/>
                </a:cubicBezTo>
                <a:close/>
              </a:path>
            </a:pathLst>
          </a:custGeom>
          <a:solidFill>
            <a:srgbClr val="FDD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5" name="五角星 20"/>
          <p:cNvSpPr/>
          <p:nvPr/>
        </p:nvSpPr>
        <p:spPr>
          <a:xfrm>
            <a:off x="2599634" y="362960"/>
            <a:ext cx="704858" cy="704857"/>
          </a:xfrm>
          <a:custGeom>
            <a:avLst/>
            <a:gdLst>
              <a:gd name="connsiteX0" fmla="*/ 1 w 1147078"/>
              <a:gd name="connsiteY0" fmla="*/ 438144 h 1147078"/>
              <a:gd name="connsiteX1" fmla="*/ 438147 w 1147078"/>
              <a:gd name="connsiteY1" fmla="*/ 438147 h 1147078"/>
              <a:gd name="connsiteX2" fmla="*/ 573539 w 1147078"/>
              <a:gd name="connsiteY2" fmla="*/ 0 h 1147078"/>
              <a:gd name="connsiteX3" fmla="*/ 708931 w 1147078"/>
              <a:gd name="connsiteY3" fmla="*/ 438147 h 1147078"/>
              <a:gd name="connsiteX4" fmla="*/ 1147077 w 1147078"/>
              <a:gd name="connsiteY4" fmla="*/ 438144 h 1147078"/>
              <a:gd name="connsiteX5" fmla="*/ 792607 w 1147078"/>
              <a:gd name="connsiteY5" fmla="*/ 708930 h 1147078"/>
              <a:gd name="connsiteX6" fmla="*/ 928005 w 1147078"/>
              <a:gd name="connsiteY6" fmla="*/ 1147075 h 1147078"/>
              <a:gd name="connsiteX7" fmla="*/ 573539 w 1147078"/>
              <a:gd name="connsiteY7" fmla="*/ 876284 h 1147078"/>
              <a:gd name="connsiteX8" fmla="*/ 219073 w 1147078"/>
              <a:gd name="connsiteY8" fmla="*/ 1147075 h 1147078"/>
              <a:gd name="connsiteX9" fmla="*/ 354471 w 1147078"/>
              <a:gd name="connsiteY9" fmla="*/ 708930 h 1147078"/>
              <a:gd name="connsiteX10" fmla="*/ 1 w 1147078"/>
              <a:gd name="connsiteY10" fmla="*/ 438144 h 1147078"/>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7076" h="1147075">
                <a:moveTo>
                  <a:pt x="0" y="438144"/>
                </a:moveTo>
                <a:lnTo>
                  <a:pt x="438146" y="438147"/>
                </a:lnTo>
                <a:cubicBezTo>
                  <a:pt x="411839" y="249235"/>
                  <a:pt x="528407" y="146049"/>
                  <a:pt x="573538" y="0"/>
                </a:cubicBezTo>
                <a:cubicBezTo>
                  <a:pt x="618669" y="146049"/>
                  <a:pt x="692374" y="220661"/>
                  <a:pt x="708930" y="438147"/>
                </a:cubicBezTo>
                <a:lnTo>
                  <a:pt x="1147076" y="438144"/>
                </a:lnTo>
                <a:cubicBezTo>
                  <a:pt x="1028919" y="528406"/>
                  <a:pt x="1025063" y="761543"/>
                  <a:pt x="792606" y="708930"/>
                </a:cubicBezTo>
                <a:cubicBezTo>
                  <a:pt x="909176" y="912128"/>
                  <a:pt x="882871" y="1001027"/>
                  <a:pt x="928004" y="1147075"/>
                </a:cubicBezTo>
                <a:lnTo>
                  <a:pt x="587826" y="947722"/>
                </a:lnTo>
                <a:lnTo>
                  <a:pt x="219072" y="1147075"/>
                </a:lnTo>
                <a:cubicBezTo>
                  <a:pt x="264205" y="1001027"/>
                  <a:pt x="180749" y="840691"/>
                  <a:pt x="354470" y="708930"/>
                </a:cubicBezTo>
                <a:cubicBezTo>
                  <a:pt x="236313" y="618668"/>
                  <a:pt x="146732" y="671281"/>
                  <a:pt x="0" y="438144"/>
                </a:cubicBezTo>
                <a:close/>
              </a:path>
            </a:pathLst>
          </a:custGeom>
          <a:solidFill>
            <a:srgbClr val="FDD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五角星 20"/>
          <p:cNvSpPr/>
          <p:nvPr/>
        </p:nvSpPr>
        <p:spPr>
          <a:xfrm>
            <a:off x="4299174" y="362960"/>
            <a:ext cx="704858" cy="704857"/>
          </a:xfrm>
          <a:custGeom>
            <a:avLst/>
            <a:gdLst>
              <a:gd name="connsiteX0" fmla="*/ 1 w 1147078"/>
              <a:gd name="connsiteY0" fmla="*/ 438144 h 1147078"/>
              <a:gd name="connsiteX1" fmla="*/ 438147 w 1147078"/>
              <a:gd name="connsiteY1" fmla="*/ 438147 h 1147078"/>
              <a:gd name="connsiteX2" fmla="*/ 573539 w 1147078"/>
              <a:gd name="connsiteY2" fmla="*/ 0 h 1147078"/>
              <a:gd name="connsiteX3" fmla="*/ 708931 w 1147078"/>
              <a:gd name="connsiteY3" fmla="*/ 438147 h 1147078"/>
              <a:gd name="connsiteX4" fmla="*/ 1147077 w 1147078"/>
              <a:gd name="connsiteY4" fmla="*/ 438144 h 1147078"/>
              <a:gd name="connsiteX5" fmla="*/ 792607 w 1147078"/>
              <a:gd name="connsiteY5" fmla="*/ 708930 h 1147078"/>
              <a:gd name="connsiteX6" fmla="*/ 928005 w 1147078"/>
              <a:gd name="connsiteY6" fmla="*/ 1147075 h 1147078"/>
              <a:gd name="connsiteX7" fmla="*/ 573539 w 1147078"/>
              <a:gd name="connsiteY7" fmla="*/ 876284 h 1147078"/>
              <a:gd name="connsiteX8" fmla="*/ 219073 w 1147078"/>
              <a:gd name="connsiteY8" fmla="*/ 1147075 h 1147078"/>
              <a:gd name="connsiteX9" fmla="*/ 354471 w 1147078"/>
              <a:gd name="connsiteY9" fmla="*/ 708930 h 1147078"/>
              <a:gd name="connsiteX10" fmla="*/ 1 w 1147078"/>
              <a:gd name="connsiteY10" fmla="*/ 438144 h 1147078"/>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7076" h="1147075">
                <a:moveTo>
                  <a:pt x="0" y="438144"/>
                </a:moveTo>
                <a:lnTo>
                  <a:pt x="438146" y="438147"/>
                </a:lnTo>
                <a:cubicBezTo>
                  <a:pt x="411839" y="249235"/>
                  <a:pt x="528407" y="146049"/>
                  <a:pt x="573538" y="0"/>
                </a:cubicBezTo>
                <a:cubicBezTo>
                  <a:pt x="618669" y="146049"/>
                  <a:pt x="692374" y="220661"/>
                  <a:pt x="708930" y="438147"/>
                </a:cubicBezTo>
                <a:lnTo>
                  <a:pt x="1147076" y="438144"/>
                </a:lnTo>
                <a:cubicBezTo>
                  <a:pt x="1028919" y="528406"/>
                  <a:pt x="1025063" y="761543"/>
                  <a:pt x="792606" y="708930"/>
                </a:cubicBezTo>
                <a:cubicBezTo>
                  <a:pt x="909176" y="912128"/>
                  <a:pt x="882871" y="1001027"/>
                  <a:pt x="928004" y="1147075"/>
                </a:cubicBezTo>
                <a:lnTo>
                  <a:pt x="587826" y="947722"/>
                </a:lnTo>
                <a:lnTo>
                  <a:pt x="219072" y="1147075"/>
                </a:lnTo>
                <a:cubicBezTo>
                  <a:pt x="264205" y="1001027"/>
                  <a:pt x="180749" y="840691"/>
                  <a:pt x="354470" y="708930"/>
                </a:cubicBezTo>
                <a:cubicBezTo>
                  <a:pt x="236313" y="618668"/>
                  <a:pt x="146732" y="671281"/>
                  <a:pt x="0" y="438144"/>
                </a:cubicBezTo>
                <a:close/>
              </a:path>
            </a:pathLst>
          </a:custGeom>
          <a:solidFill>
            <a:srgbClr val="FDD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五角星 20"/>
          <p:cNvSpPr/>
          <p:nvPr/>
        </p:nvSpPr>
        <p:spPr>
          <a:xfrm>
            <a:off x="5998714" y="362960"/>
            <a:ext cx="704858" cy="704857"/>
          </a:xfrm>
          <a:custGeom>
            <a:avLst/>
            <a:gdLst>
              <a:gd name="connsiteX0" fmla="*/ 1 w 1147078"/>
              <a:gd name="connsiteY0" fmla="*/ 438144 h 1147078"/>
              <a:gd name="connsiteX1" fmla="*/ 438147 w 1147078"/>
              <a:gd name="connsiteY1" fmla="*/ 438147 h 1147078"/>
              <a:gd name="connsiteX2" fmla="*/ 573539 w 1147078"/>
              <a:gd name="connsiteY2" fmla="*/ 0 h 1147078"/>
              <a:gd name="connsiteX3" fmla="*/ 708931 w 1147078"/>
              <a:gd name="connsiteY3" fmla="*/ 438147 h 1147078"/>
              <a:gd name="connsiteX4" fmla="*/ 1147077 w 1147078"/>
              <a:gd name="connsiteY4" fmla="*/ 438144 h 1147078"/>
              <a:gd name="connsiteX5" fmla="*/ 792607 w 1147078"/>
              <a:gd name="connsiteY5" fmla="*/ 708930 h 1147078"/>
              <a:gd name="connsiteX6" fmla="*/ 928005 w 1147078"/>
              <a:gd name="connsiteY6" fmla="*/ 1147075 h 1147078"/>
              <a:gd name="connsiteX7" fmla="*/ 573539 w 1147078"/>
              <a:gd name="connsiteY7" fmla="*/ 876284 h 1147078"/>
              <a:gd name="connsiteX8" fmla="*/ 219073 w 1147078"/>
              <a:gd name="connsiteY8" fmla="*/ 1147075 h 1147078"/>
              <a:gd name="connsiteX9" fmla="*/ 354471 w 1147078"/>
              <a:gd name="connsiteY9" fmla="*/ 708930 h 1147078"/>
              <a:gd name="connsiteX10" fmla="*/ 1 w 1147078"/>
              <a:gd name="connsiteY10" fmla="*/ 438144 h 1147078"/>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7076" h="1147075">
                <a:moveTo>
                  <a:pt x="0" y="438144"/>
                </a:moveTo>
                <a:lnTo>
                  <a:pt x="438146" y="438147"/>
                </a:lnTo>
                <a:cubicBezTo>
                  <a:pt x="411839" y="249235"/>
                  <a:pt x="528407" y="146049"/>
                  <a:pt x="573538" y="0"/>
                </a:cubicBezTo>
                <a:cubicBezTo>
                  <a:pt x="618669" y="146049"/>
                  <a:pt x="692374" y="220661"/>
                  <a:pt x="708930" y="438147"/>
                </a:cubicBezTo>
                <a:lnTo>
                  <a:pt x="1147076" y="438144"/>
                </a:lnTo>
                <a:cubicBezTo>
                  <a:pt x="1028919" y="528406"/>
                  <a:pt x="1025063" y="761543"/>
                  <a:pt x="792606" y="708930"/>
                </a:cubicBezTo>
                <a:cubicBezTo>
                  <a:pt x="909176" y="912128"/>
                  <a:pt x="882871" y="1001027"/>
                  <a:pt x="928004" y="1147075"/>
                </a:cubicBezTo>
                <a:lnTo>
                  <a:pt x="587826" y="947722"/>
                </a:lnTo>
                <a:lnTo>
                  <a:pt x="219072" y="1147075"/>
                </a:lnTo>
                <a:cubicBezTo>
                  <a:pt x="264205" y="1001027"/>
                  <a:pt x="180749" y="840691"/>
                  <a:pt x="354470" y="708930"/>
                </a:cubicBezTo>
                <a:cubicBezTo>
                  <a:pt x="236313" y="618668"/>
                  <a:pt x="146732" y="671281"/>
                  <a:pt x="0" y="438144"/>
                </a:cubicBezTo>
                <a:close/>
              </a:path>
            </a:pathLst>
          </a:custGeom>
          <a:solidFill>
            <a:srgbClr val="FDD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8" name="五角星 20"/>
          <p:cNvSpPr/>
          <p:nvPr/>
        </p:nvSpPr>
        <p:spPr>
          <a:xfrm>
            <a:off x="7698254" y="362960"/>
            <a:ext cx="704858" cy="704857"/>
          </a:xfrm>
          <a:custGeom>
            <a:avLst/>
            <a:gdLst>
              <a:gd name="connsiteX0" fmla="*/ 1 w 1147078"/>
              <a:gd name="connsiteY0" fmla="*/ 438144 h 1147078"/>
              <a:gd name="connsiteX1" fmla="*/ 438147 w 1147078"/>
              <a:gd name="connsiteY1" fmla="*/ 438147 h 1147078"/>
              <a:gd name="connsiteX2" fmla="*/ 573539 w 1147078"/>
              <a:gd name="connsiteY2" fmla="*/ 0 h 1147078"/>
              <a:gd name="connsiteX3" fmla="*/ 708931 w 1147078"/>
              <a:gd name="connsiteY3" fmla="*/ 438147 h 1147078"/>
              <a:gd name="connsiteX4" fmla="*/ 1147077 w 1147078"/>
              <a:gd name="connsiteY4" fmla="*/ 438144 h 1147078"/>
              <a:gd name="connsiteX5" fmla="*/ 792607 w 1147078"/>
              <a:gd name="connsiteY5" fmla="*/ 708930 h 1147078"/>
              <a:gd name="connsiteX6" fmla="*/ 928005 w 1147078"/>
              <a:gd name="connsiteY6" fmla="*/ 1147075 h 1147078"/>
              <a:gd name="connsiteX7" fmla="*/ 573539 w 1147078"/>
              <a:gd name="connsiteY7" fmla="*/ 876284 h 1147078"/>
              <a:gd name="connsiteX8" fmla="*/ 219073 w 1147078"/>
              <a:gd name="connsiteY8" fmla="*/ 1147075 h 1147078"/>
              <a:gd name="connsiteX9" fmla="*/ 354471 w 1147078"/>
              <a:gd name="connsiteY9" fmla="*/ 708930 h 1147078"/>
              <a:gd name="connsiteX10" fmla="*/ 1 w 1147078"/>
              <a:gd name="connsiteY10" fmla="*/ 438144 h 1147078"/>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7076" h="1147075">
                <a:moveTo>
                  <a:pt x="0" y="438144"/>
                </a:moveTo>
                <a:lnTo>
                  <a:pt x="438146" y="438147"/>
                </a:lnTo>
                <a:cubicBezTo>
                  <a:pt x="411839" y="249235"/>
                  <a:pt x="528407" y="146049"/>
                  <a:pt x="573538" y="0"/>
                </a:cubicBezTo>
                <a:cubicBezTo>
                  <a:pt x="618669" y="146049"/>
                  <a:pt x="692374" y="220661"/>
                  <a:pt x="708930" y="438147"/>
                </a:cubicBezTo>
                <a:lnTo>
                  <a:pt x="1147076" y="438144"/>
                </a:lnTo>
                <a:cubicBezTo>
                  <a:pt x="1028919" y="528406"/>
                  <a:pt x="1025063" y="761543"/>
                  <a:pt x="792606" y="708930"/>
                </a:cubicBezTo>
                <a:cubicBezTo>
                  <a:pt x="909176" y="912128"/>
                  <a:pt x="882871" y="1001027"/>
                  <a:pt x="928004" y="1147075"/>
                </a:cubicBezTo>
                <a:lnTo>
                  <a:pt x="587826" y="947722"/>
                </a:lnTo>
                <a:lnTo>
                  <a:pt x="219072" y="1147075"/>
                </a:lnTo>
                <a:cubicBezTo>
                  <a:pt x="264205" y="1001027"/>
                  <a:pt x="180749" y="840691"/>
                  <a:pt x="354470" y="708930"/>
                </a:cubicBezTo>
                <a:cubicBezTo>
                  <a:pt x="236313" y="618668"/>
                  <a:pt x="146732" y="671281"/>
                  <a:pt x="0" y="438144"/>
                </a:cubicBezTo>
                <a:close/>
              </a:path>
            </a:pathLst>
          </a:custGeom>
          <a:solidFill>
            <a:srgbClr val="FDD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9" name="五角星 20"/>
          <p:cNvSpPr/>
          <p:nvPr/>
        </p:nvSpPr>
        <p:spPr>
          <a:xfrm>
            <a:off x="9397796" y="362960"/>
            <a:ext cx="704858" cy="704857"/>
          </a:xfrm>
          <a:custGeom>
            <a:avLst/>
            <a:gdLst>
              <a:gd name="connsiteX0" fmla="*/ 1 w 1147078"/>
              <a:gd name="connsiteY0" fmla="*/ 438144 h 1147078"/>
              <a:gd name="connsiteX1" fmla="*/ 438147 w 1147078"/>
              <a:gd name="connsiteY1" fmla="*/ 438147 h 1147078"/>
              <a:gd name="connsiteX2" fmla="*/ 573539 w 1147078"/>
              <a:gd name="connsiteY2" fmla="*/ 0 h 1147078"/>
              <a:gd name="connsiteX3" fmla="*/ 708931 w 1147078"/>
              <a:gd name="connsiteY3" fmla="*/ 438147 h 1147078"/>
              <a:gd name="connsiteX4" fmla="*/ 1147077 w 1147078"/>
              <a:gd name="connsiteY4" fmla="*/ 438144 h 1147078"/>
              <a:gd name="connsiteX5" fmla="*/ 792607 w 1147078"/>
              <a:gd name="connsiteY5" fmla="*/ 708930 h 1147078"/>
              <a:gd name="connsiteX6" fmla="*/ 928005 w 1147078"/>
              <a:gd name="connsiteY6" fmla="*/ 1147075 h 1147078"/>
              <a:gd name="connsiteX7" fmla="*/ 573539 w 1147078"/>
              <a:gd name="connsiteY7" fmla="*/ 876284 h 1147078"/>
              <a:gd name="connsiteX8" fmla="*/ 219073 w 1147078"/>
              <a:gd name="connsiteY8" fmla="*/ 1147075 h 1147078"/>
              <a:gd name="connsiteX9" fmla="*/ 354471 w 1147078"/>
              <a:gd name="connsiteY9" fmla="*/ 708930 h 1147078"/>
              <a:gd name="connsiteX10" fmla="*/ 1 w 1147078"/>
              <a:gd name="connsiteY10" fmla="*/ 438144 h 1147078"/>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7076" h="1147075">
                <a:moveTo>
                  <a:pt x="0" y="438144"/>
                </a:moveTo>
                <a:lnTo>
                  <a:pt x="438146" y="438147"/>
                </a:lnTo>
                <a:cubicBezTo>
                  <a:pt x="411839" y="249235"/>
                  <a:pt x="528407" y="146049"/>
                  <a:pt x="573538" y="0"/>
                </a:cubicBezTo>
                <a:cubicBezTo>
                  <a:pt x="618669" y="146049"/>
                  <a:pt x="692374" y="220661"/>
                  <a:pt x="708930" y="438147"/>
                </a:cubicBezTo>
                <a:lnTo>
                  <a:pt x="1147076" y="438144"/>
                </a:lnTo>
                <a:cubicBezTo>
                  <a:pt x="1028919" y="528406"/>
                  <a:pt x="1025063" y="761543"/>
                  <a:pt x="792606" y="708930"/>
                </a:cubicBezTo>
                <a:cubicBezTo>
                  <a:pt x="909176" y="912128"/>
                  <a:pt x="882871" y="1001027"/>
                  <a:pt x="928004" y="1147075"/>
                </a:cubicBezTo>
                <a:lnTo>
                  <a:pt x="587826" y="947722"/>
                </a:lnTo>
                <a:lnTo>
                  <a:pt x="219072" y="1147075"/>
                </a:lnTo>
                <a:cubicBezTo>
                  <a:pt x="264205" y="1001027"/>
                  <a:pt x="180749" y="840691"/>
                  <a:pt x="354470" y="708930"/>
                </a:cubicBezTo>
                <a:cubicBezTo>
                  <a:pt x="236313" y="618668"/>
                  <a:pt x="146732" y="671281"/>
                  <a:pt x="0" y="438144"/>
                </a:cubicBezTo>
                <a:close/>
              </a:path>
            </a:pathLst>
          </a:custGeom>
          <a:solidFill>
            <a:srgbClr val="FDD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0" name="五角星 20"/>
          <p:cNvSpPr/>
          <p:nvPr/>
        </p:nvSpPr>
        <p:spPr>
          <a:xfrm>
            <a:off x="10825155" y="599591"/>
            <a:ext cx="704858" cy="704857"/>
          </a:xfrm>
          <a:custGeom>
            <a:avLst/>
            <a:gdLst>
              <a:gd name="connsiteX0" fmla="*/ 1 w 1147078"/>
              <a:gd name="connsiteY0" fmla="*/ 438144 h 1147078"/>
              <a:gd name="connsiteX1" fmla="*/ 438147 w 1147078"/>
              <a:gd name="connsiteY1" fmla="*/ 438147 h 1147078"/>
              <a:gd name="connsiteX2" fmla="*/ 573539 w 1147078"/>
              <a:gd name="connsiteY2" fmla="*/ 0 h 1147078"/>
              <a:gd name="connsiteX3" fmla="*/ 708931 w 1147078"/>
              <a:gd name="connsiteY3" fmla="*/ 438147 h 1147078"/>
              <a:gd name="connsiteX4" fmla="*/ 1147077 w 1147078"/>
              <a:gd name="connsiteY4" fmla="*/ 438144 h 1147078"/>
              <a:gd name="connsiteX5" fmla="*/ 792607 w 1147078"/>
              <a:gd name="connsiteY5" fmla="*/ 708930 h 1147078"/>
              <a:gd name="connsiteX6" fmla="*/ 928005 w 1147078"/>
              <a:gd name="connsiteY6" fmla="*/ 1147075 h 1147078"/>
              <a:gd name="connsiteX7" fmla="*/ 573539 w 1147078"/>
              <a:gd name="connsiteY7" fmla="*/ 876284 h 1147078"/>
              <a:gd name="connsiteX8" fmla="*/ 219073 w 1147078"/>
              <a:gd name="connsiteY8" fmla="*/ 1147075 h 1147078"/>
              <a:gd name="connsiteX9" fmla="*/ 354471 w 1147078"/>
              <a:gd name="connsiteY9" fmla="*/ 708930 h 1147078"/>
              <a:gd name="connsiteX10" fmla="*/ 1 w 1147078"/>
              <a:gd name="connsiteY10" fmla="*/ 438144 h 1147078"/>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7076" h="1147075">
                <a:moveTo>
                  <a:pt x="0" y="438144"/>
                </a:moveTo>
                <a:lnTo>
                  <a:pt x="438146" y="438147"/>
                </a:lnTo>
                <a:cubicBezTo>
                  <a:pt x="411839" y="249235"/>
                  <a:pt x="528407" y="146049"/>
                  <a:pt x="573538" y="0"/>
                </a:cubicBezTo>
                <a:cubicBezTo>
                  <a:pt x="618669" y="146049"/>
                  <a:pt x="692374" y="220661"/>
                  <a:pt x="708930" y="438147"/>
                </a:cubicBezTo>
                <a:lnTo>
                  <a:pt x="1147076" y="438144"/>
                </a:lnTo>
                <a:cubicBezTo>
                  <a:pt x="1028919" y="528406"/>
                  <a:pt x="1025063" y="761543"/>
                  <a:pt x="792606" y="708930"/>
                </a:cubicBezTo>
                <a:cubicBezTo>
                  <a:pt x="909176" y="912128"/>
                  <a:pt x="882871" y="1001027"/>
                  <a:pt x="928004" y="1147075"/>
                </a:cubicBezTo>
                <a:lnTo>
                  <a:pt x="587826" y="947722"/>
                </a:lnTo>
                <a:lnTo>
                  <a:pt x="219072" y="1147075"/>
                </a:lnTo>
                <a:cubicBezTo>
                  <a:pt x="264205" y="1001027"/>
                  <a:pt x="180749" y="840691"/>
                  <a:pt x="354470" y="708930"/>
                </a:cubicBezTo>
                <a:cubicBezTo>
                  <a:pt x="236313" y="618668"/>
                  <a:pt x="146732" y="671281"/>
                  <a:pt x="0" y="438144"/>
                </a:cubicBezTo>
                <a:close/>
              </a:path>
            </a:pathLst>
          </a:custGeom>
          <a:solidFill>
            <a:srgbClr val="FDD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1" name="五角星 20"/>
          <p:cNvSpPr/>
          <p:nvPr/>
        </p:nvSpPr>
        <p:spPr>
          <a:xfrm>
            <a:off x="11002796" y="4422815"/>
            <a:ext cx="704858" cy="704857"/>
          </a:xfrm>
          <a:custGeom>
            <a:avLst/>
            <a:gdLst>
              <a:gd name="connsiteX0" fmla="*/ 1 w 1147078"/>
              <a:gd name="connsiteY0" fmla="*/ 438144 h 1147078"/>
              <a:gd name="connsiteX1" fmla="*/ 438147 w 1147078"/>
              <a:gd name="connsiteY1" fmla="*/ 438147 h 1147078"/>
              <a:gd name="connsiteX2" fmla="*/ 573539 w 1147078"/>
              <a:gd name="connsiteY2" fmla="*/ 0 h 1147078"/>
              <a:gd name="connsiteX3" fmla="*/ 708931 w 1147078"/>
              <a:gd name="connsiteY3" fmla="*/ 438147 h 1147078"/>
              <a:gd name="connsiteX4" fmla="*/ 1147077 w 1147078"/>
              <a:gd name="connsiteY4" fmla="*/ 438144 h 1147078"/>
              <a:gd name="connsiteX5" fmla="*/ 792607 w 1147078"/>
              <a:gd name="connsiteY5" fmla="*/ 708930 h 1147078"/>
              <a:gd name="connsiteX6" fmla="*/ 928005 w 1147078"/>
              <a:gd name="connsiteY6" fmla="*/ 1147075 h 1147078"/>
              <a:gd name="connsiteX7" fmla="*/ 573539 w 1147078"/>
              <a:gd name="connsiteY7" fmla="*/ 876284 h 1147078"/>
              <a:gd name="connsiteX8" fmla="*/ 219073 w 1147078"/>
              <a:gd name="connsiteY8" fmla="*/ 1147075 h 1147078"/>
              <a:gd name="connsiteX9" fmla="*/ 354471 w 1147078"/>
              <a:gd name="connsiteY9" fmla="*/ 708930 h 1147078"/>
              <a:gd name="connsiteX10" fmla="*/ 1 w 1147078"/>
              <a:gd name="connsiteY10" fmla="*/ 438144 h 1147078"/>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7076" h="1147075">
                <a:moveTo>
                  <a:pt x="0" y="438144"/>
                </a:moveTo>
                <a:lnTo>
                  <a:pt x="438146" y="438147"/>
                </a:lnTo>
                <a:cubicBezTo>
                  <a:pt x="411839" y="249235"/>
                  <a:pt x="528407" y="146049"/>
                  <a:pt x="573538" y="0"/>
                </a:cubicBezTo>
                <a:cubicBezTo>
                  <a:pt x="618669" y="146049"/>
                  <a:pt x="692374" y="220661"/>
                  <a:pt x="708930" y="438147"/>
                </a:cubicBezTo>
                <a:lnTo>
                  <a:pt x="1147076" y="438144"/>
                </a:lnTo>
                <a:cubicBezTo>
                  <a:pt x="1028919" y="528406"/>
                  <a:pt x="1025063" y="761543"/>
                  <a:pt x="792606" y="708930"/>
                </a:cubicBezTo>
                <a:cubicBezTo>
                  <a:pt x="909176" y="912128"/>
                  <a:pt x="882871" y="1001027"/>
                  <a:pt x="928004" y="1147075"/>
                </a:cubicBezTo>
                <a:lnTo>
                  <a:pt x="587826" y="947722"/>
                </a:lnTo>
                <a:lnTo>
                  <a:pt x="219072" y="1147075"/>
                </a:lnTo>
                <a:cubicBezTo>
                  <a:pt x="264205" y="1001027"/>
                  <a:pt x="180749" y="840691"/>
                  <a:pt x="354470" y="708930"/>
                </a:cubicBezTo>
                <a:cubicBezTo>
                  <a:pt x="236313" y="618668"/>
                  <a:pt x="146732" y="671281"/>
                  <a:pt x="0" y="438144"/>
                </a:cubicBezTo>
                <a:close/>
              </a:path>
            </a:pathLst>
          </a:custGeom>
          <a:solidFill>
            <a:srgbClr val="FDD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2" name="五角星 20"/>
          <p:cNvSpPr/>
          <p:nvPr/>
        </p:nvSpPr>
        <p:spPr>
          <a:xfrm>
            <a:off x="11002796" y="2373867"/>
            <a:ext cx="704858" cy="704857"/>
          </a:xfrm>
          <a:custGeom>
            <a:avLst/>
            <a:gdLst>
              <a:gd name="connsiteX0" fmla="*/ 1 w 1147078"/>
              <a:gd name="connsiteY0" fmla="*/ 438144 h 1147078"/>
              <a:gd name="connsiteX1" fmla="*/ 438147 w 1147078"/>
              <a:gd name="connsiteY1" fmla="*/ 438147 h 1147078"/>
              <a:gd name="connsiteX2" fmla="*/ 573539 w 1147078"/>
              <a:gd name="connsiteY2" fmla="*/ 0 h 1147078"/>
              <a:gd name="connsiteX3" fmla="*/ 708931 w 1147078"/>
              <a:gd name="connsiteY3" fmla="*/ 438147 h 1147078"/>
              <a:gd name="connsiteX4" fmla="*/ 1147077 w 1147078"/>
              <a:gd name="connsiteY4" fmla="*/ 438144 h 1147078"/>
              <a:gd name="connsiteX5" fmla="*/ 792607 w 1147078"/>
              <a:gd name="connsiteY5" fmla="*/ 708930 h 1147078"/>
              <a:gd name="connsiteX6" fmla="*/ 928005 w 1147078"/>
              <a:gd name="connsiteY6" fmla="*/ 1147075 h 1147078"/>
              <a:gd name="connsiteX7" fmla="*/ 573539 w 1147078"/>
              <a:gd name="connsiteY7" fmla="*/ 876284 h 1147078"/>
              <a:gd name="connsiteX8" fmla="*/ 219073 w 1147078"/>
              <a:gd name="connsiteY8" fmla="*/ 1147075 h 1147078"/>
              <a:gd name="connsiteX9" fmla="*/ 354471 w 1147078"/>
              <a:gd name="connsiteY9" fmla="*/ 708930 h 1147078"/>
              <a:gd name="connsiteX10" fmla="*/ 1 w 1147078"/>
              <a:gd name="connsiteY10" fmla="*/ 438144 h 1147078"/>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7076" h="1147075">
                <a:moveTo>
                  <a:pt x="0" y="438144"/>
                </a:moveTo>
                <a:lnTo>
                  <a:pt x="438146" y="438147"/>
                </a:lnTo>
                <a:cubicBezTo>
                  <a:pt x="411839" y="249235"/>
                  <a:pt x="528407" y="146049"/>
                  <a:pt x="573538" y="0"/>
                </a:cubicBezTo>
                <a:cubicBezTo>
                  <a:pt x="618669" y="146049"/>
                  <a:pt x="692374" y="220661"/>
                  <a:pt x="708930" y="438147"/>
                </a:cubicBezTo>
                <a:lnTo>
                  <a:pt x="1147076" y="438144"/>
                </a:lnTo>
                <a:cubicBezTo>
                  <a:pt x="1028919" y="528406"/>
                  <a:pt x="1025063" y="761543"/>
                  <a:pt x="792606" y="708930"/>
                </a:cubicBezTo>
                <a:cubicBezTo>
                  <a:pt x="909176" y="912128"/>
                  <a:pt x="882871" y="1001027"/>
                  <a:pt x="928004" y="1147075"/>
                </a:cubicBezTo>
                <a:lnTo>
                  <a:pt x="587826" y="947722"/>
                </a:lnTo>
                <a:lnTo>
                  <a:pt x="219072" y="1147075"/>
                </a:lnTo>
                <a:cubicBezTo>
                  <a:pt x="264205" y="1001027"/>
                  <a:pt x="180749" y="840691"/>
                  <a:pt x="354470" y="708930"/>
                </a:cubicBezTo>
                <a:cubicBezTo>
                  <a:pt x="236313" y="618668"/>
                  <a:pt x="146732" y="671281"/>
                  <a:pt x="0" y="438144"/>
                </a:cubicBezTo>
                <a:close/>
              </a:path>
            </a:pathLst>
          </a:custGeom>
          <a:solidFill>
            <a:srgbClr val="FDD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任意多边形 17"/>
          <p:cNvSpPr/>
          <p:nvPr/>
        </p:nvSpPr>
        <p:spPr>
          <a:xfrm>
            <a:off x="4453609" y="2105330"/>
            <a:ext cx="3244645" cy="973394"/>
          </a:xfrm>
          <a:custGeom>
            <a:avLst/>
            <a:gdLst/>
            <a:ahLst/>
            <a:cxnLst/>
            <a:rect l="l" t="t" r="r" b="b"/>
            <a:pathLst>
              <a:path w="3244645" h="973394">
                <a:moveTo>
                  <a:pt x="1257022" y="398712"/>
                </a:moveTo>
                <a:lnTo>
                  <a:pt x="1296069" y="548495"/>
                </a:lnTo>
                <a:lnTo>
                  <a:pt x="1216945" y="548495"/>
                </a:lnTo>
                <a:close/>
                <a:moveTo>
                  <a:pt x="1551408" y="352292"/>
                </a:moveTo>
                <a:lnTo>
                  <a:pt x="1615198" y="352292"/>
                </a:lnTo>
                <a:cubicBezTo>
                  <a:pt x="1653232" y="352292"/>
                  <a:pt x="1672248" y="370412"/>
                  <a:pt x="1672248" y="406652"/>
                </a:cubicBezTo>
                <a:cubicBezTo>
                  <a:pt x="1672248" y="446943"/>
                  <a:pt x="1654128" y="467088"/>
                  <a:pt x="1617888" y="467088"/>
                </a:cubicBezTo>
                <a:lnTo>
                  <a:pt x="1551408" y="467088"/>
                </a:lnTo>
                <a:close/>
                <a:moveTo>
                  <a:pt x="852054" y="352292"/>
                </a:moveTo>
                <a:lnTo>
                  <a:pt x="917184" y="352292"/>
                </a:lnTo>
                <a:cubicBezTo>
                  <a:pt x="961497" y="352292"/>
                  <a:pt x="983653" y="373552"/>
                  <a:pt x="983653" y="416071"/>
                </a:cubicBezTo>
                <a:cubicBezTo>
                  <a:pt x="983653" y="461291"/>
                  <a:pt x="963290" y="483901"/>
                  <a:pt x="922563" y="483901"/>
                </a:cubicBezTo>
                <a:lnTo>
                  <a:pt x="852054" y="483901"/>
                </a:lnTo>
                <a:close/>
                <a:moveTo>
                  <a:pt x="1782161" y="273328"/>
                </a:moveTo>
                <a:lnTo>
                  <a:pt x="1782161" y="352292"/>
                </a:lnTo>
                <a:lnTo>
                  <a:pt x="1870961" y="352292"/>
                </a:lnTo>
                <a:lnTo>
                  <a:pt x="1870961" y="735097"/>
                </a:lnTo>
                <a:lnTo>
                  <a:pt x="1952636" y="735097"/>
                </a:lnTo>
                <a:lnTo>
                  <a:pt x="1952636" y="352292"/>
                </a:lnTo>
                <a:lnTo>
                  <a:pt x="2040761" y="352292"/>
                </a:lnTo>
                <a:lnTo>
                  <a:pt x="2040761" y="273328"/>
                </a:lnTo>
                <a:close/>
                <a:moveTo>
                  <a:pt x="1467055" y="273328"/>
                </a:moveTo>
                <a:lnTo>
                  <a:pt x="1467055" y="735097"/>
                </a:lnTo>
                <a:lnTo>
                  <a:pt x="1551408" y="735097"/>
                </a:lnTo>
                <a:lnTo>
                  <a:pt x="1551408" y="545377"/>
                </a:lnTo>
                <a:lnTo>
                  <a:pt x="1579933" y="545377"/>
                </a:lnTo>
                <a:lnTo>
                  <a:pt x="1676138" y="735097"/>
                </a:lnTo>
                <a:lnTo>
                  <a:pt x="1769386" y="735097"/>
                </a:lnTo>
                <a:lnTo>
                  <a:pt x="1661747" y="539815"/>
                </a:lnTo>
                <a:cubicBezTo>
                  <a:pt x="1723190" y="525549"/>
                  <a:pt x="1753912" y="483390"/>
                  <a:pt x="1753912" y="413339"/>
                </a:cubicBezTo>
                <a:cubicBezTo>
                  <a:pt x="1752433" y="321006"/>
                  <a:pt x="1703013" y="274336"/>
                  <a:pt x="1605651" y="273328"/>
                </a:cubicBezTo>
                <a:close/>
                <a:moveTo>
                  <a:pt x="1223139" y="273328"/>
                </a:moveTo>
                <a:lnTo>
                  <a:pt x="1074052" y="735097"/>
                </a:lnTo>
                <a:lnTo>
                  <a:pt x="1160495" y="735097"/>
                </a:lnTo>
                <a:lnTo>
                  <a:pt x="1195482" y="629473"/>
                </a:lnTo>
                <a:lnTo>
                  <a:pt x="1317940" y="629473"/>
                </a:lnTo>
                <a:lnTo>
                  <a:pt x="1350237" y="735097"/>
                </a:lnTo>
                <a:lnTo>
                  <a:pt x="1439626" y="735097"/>
                </a:lnTo>
                <a:lnTo>
                  <a:pt x="1290433" y="273328"/>
                </a:lnTo>
                <a:close/>
                <a:moveTo>
                  <a:pt x="767690" y="273328"/>
                </a:moveTo>
                <a:lnTo>
                  <a:pt x="767690" y="735097"/>
                </a:lnTo>
                <a:lnTo>
                  <a:pt x="852054" y="735097"/>
                </a:lnTo>
                <a:lnTo>
                  <a:pt x="852054" y="563540"/>
                </a:lnTo>
                <a:lnTo>
                  <a:pt x="919873" y="563540"/>
                </a:lnTo>
                <a:cubicBezTo>
                  <a:pt x="1016836" y="562132"/>
                  <a:pt x="1065317" y="512080"/>
                  <a:pt x="1065317" y="413382"/>
                </a:cubicBezTo>
                <a:cubicBezTo>
                  <a:pt x="1065317" y="320013"/>
                  <a:pt x="1014592" y="273328"/>
                  <a:pt x="913144" y="273328"/>
                </a:cubicBezTo>
                <a:close/>
                <a:moveTo>
                  <a:pt x="2334973" y="264670"/>
                </a:moveTo>
                <a:cubicBezTo>
                  <a:pt x="2256377" y="266556"/>
                  <a:pt x="2207025" y="309676"/>
                  <a:pt x="2186915" y="394029"/>
                </a:cubicBezTo>
                <a:lnTo>
                  <a:pt x="2271686" y="416200"/>
                </a:lnTo>
                <a:cubicBezTo>
                  <a:pt x="2280909" y="368944"/>
                  <a:pt x="2302472" y="344502"/>
                  <a:pt x="2336377" y="342873"/>
                </a:cubicBezTo>
                <a:cubicBezTo>
                  <a:pt x="2373231" y="344480"/>
                  <a:pt x="2392259" y="362357"/>
                  <a:pt x="2393459" y="396505"/>
                </a:cubicBezTo>
                <a:cubicBezTo>
                  <a:pt x="2391409" y="436145"/>
                  <a:pt x="2366955" y="456759"/>
                  <a:pt x="2320100" y="458344"/>
                </a:cubicBezTo>
                <a:lnTo>
                  <a:pt x="2273037" y="458344"/>
                </a:lnTo>
                <a:lnTo>
                  <a:pt x="2273037" y="536633"/>
                </a:lnTo>
                <a:lnTo>
                  <a:pt x="2319585" y="536633"/>
                </a:lnTo>
                <a:cubicBezTo>
                  <a:pt x="2379600" y="536633"/>
                  <a:pt x="2409607" y="557800"/>
                  <a:pt x="2409607" y="600134"/>
                </a:cubicBezTo>
                <a:cubicBezTo>
                  <a:pt x="2407957" y="643496"/>
                  <a:pt x="2383075" y="665974"/>
                  <a:pt x="2334962" y="667567"/>
                </a:cubicBezTo>
                <a:cubicBezTo>
                  <a:pt x="2297522" y="667567"/>
                  <a:pt x="2273544" y="641549"/>
                  <a:pt x="2263028" y="589514"/>
                </a:cubicBezTo>
                <a:lnTo>
                  <a:pt x="2178846" y="609403"/>
                </a:lnTo>
                <a:cubicBezTo>
                  <a:pt x="2195791" y="697685"/>
                  <a:pt x="2247941" y="741826"/>
                  <a:pt x="2335294" y="741826"/>
                </a:cubicBezTo>
                <a:cubicBezTo>
                  <a:pt x="2435850" y="737147"/>
                  <a:pt x="2488478" y="690152"/>
                  <a:pt x="2493178" y="600841"/>
                </a:cubicBezTo>
                <a:cubicBezTo>
                  <a:pt x="2495050" y="549842"/>
                  <a:pt x="2467729" y="515209"/>
                  <a:pt x="2411215" y="496942"/>
                </a:cubicBezTo>
                <a:cubicBezTo>
                  <a:pt x="2455613" y="478197"/>
                  <a:pt x="2477812" y="445707"/>
                  <a:pt x="2477812" y="399473"/>
                </a:cubicBezTo>
                <a:cubicBezTo>
                  <a:pt x="2474926" y="312433"/>
                  <a:pt x="2427313" y="267499"/>
                  <a:pt x="2334973" y="264670"/>
                </a:cubicBezTo>
                <a:close/>
                <a:moveTo>
                  <a:pt x="162236" y="0"/>
                </a:moveTo>
                <a:lnTo>
                  <a:pt x="3082409" y="0"/>
                </a:lnTo>
                <a:cubicBezTo>
                  <a:pt x="3172009" y="0"/>
                  <a:pt x="3244645" y="72636"/>
                  <a:pt x="3244645" y="162236"/>
                </a:cubicBezTo>
                <a:lnTo>
                  <a:pt x="3244645" y="811158"/>
                </a:lnTo>
                <a:cubicBezTo>
                  <a:pt x="3244645" y="900758"/>
                  <a:pt x="3172009" y="973394"/>
                  <a:pt x="3082409" y="973394"/>
                </a:cubicBezTo>
                <a:lnTo>
                  <a:pt x="162236" y="973394"/>
                </a:lnTo>
                <a:cubicBezTo>
                  <a:pt x="72636" y="973394"/>
                  <a:pt x="0" y="900758"/>
                  <a:pt x="0" y="811158"/>
                </a:cubicBezTo>
                <a:lnTo>
                  <a:pt x="0" y="162236"/>
                </a:lnTo>
                <a:cubicBezTo>
                  <a:pt x="0" y="72636"/>
                  <a:pt x="72636" y="0"/>
                  <a:pt x="162236" y="0"/>
                </a:cubicBezTo>
                <a:close/>
              </a:path>
            </a:pathLst>
          </a:custGeom>
          <a:solidFill>
            <a:srgbClr val="FFCCCC"/>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0" name="组合 19"/>
          <p:cNvGrpSpPr/>
          <p:nvPr/>
        </p:nvGrpSpPr>
        <p:grpSpPr>
          <a:xfrm>
            <a:off x="438171" y="3158529"/>
            <a:ext cx="11176684" cy="3558018"/>
            <a:chOff x="438171" y="3158529"/>
            <a:chExt cx="11176684" cy="3558018"/>
          </a:xfrm>
        </p:grpSpPr>
        <p:pic>
          <p:nvPicPr>
            <p:cNvPr id="21" name="图片 20"/>
            <p:cNvPicPr>
              <a:picLocks noChangeAspect="1"/>
            </p:cNvPicPr>
            <p:nvPr/>
          </p:nvPicPr>
          <p:blipFill rotWithShape="1">
            <a:blip r:embed="rId4" cstate="print">
              <a:extLst>
                <a:ext uri="{BEBA8EAE-BF5A-486C-A8C5-ECC9F3942E4B}">
                  <a14:imgProps xmlns:a14="http://schemas.microsoft.com/office/drawing/2010/main">
                    <a14:imgLayer r:embed="rId5">
                      <a14:imgEffect>
                        <a14:backgroundRemoval t="243" b="55064" l="9736" r="100000"/>
                      </a14:imgEffect>
                    </a14:imgLayer>
                  </a14:imgProps>
                </a:ext>
                <a:ext uri="{28A0092B-C50C-407E-A947-70E740481C1C}">
                  <a14:useLocalDpi xmlns:a14="http://schemas.microsoft.com/office/drawing/2010/main" val="0"/>
                </a:ext>
              </a:extLst>
            </a:blip>
            <a:srcRect l="36774" b="59911"/>
            <a:stretch/>
          </p:blipFill>
          <p:spPr>
            <a:xfrm>
              <a:off x="3243951" y="3968090"/>
              <a:ext cx="2889474" cy="2748457"/>
            </a:xfrm>
            <a:prstGeom prst="rect">
              <a:avLst/>
            </a:prstGeom>
          </p:spPr>
        </p:pic>
        <p:pic>
          <p:nvPicPr>
            <p:cNvPr id="22" name="图片 21"/>
            <p:cNvPicPr>
              <a:picLocks noChangeAspect="1"/>
            </p:cNvPicPr>
            <p:nvPr/>
          </p:nvPicPr>
          <p:blipFill rotWithShape="1">
            <a:blip r:embed="rId6" cstate="print">
              <a:extLst>
                <a:ext uri="{BEBA8EAE-BF5A-486C-A8C5-ECC9F3942E4B}">
                  <a14:imgProps xmlns:a14="http://schemas.microsoft.com/office/drawing/2010/main">
                    <a14:imgLayer r:embed="rId7">
                      <a14:imgEffect>
                        <a14:backgroundRemoval t="56883" b="100000" l="48226" r="100000">
                          <a14:foregroundMark x1="55687" y1="78108" x2="55687" y2="78108"/>
                          <a14:foregroundMark x1="76979" y1="78532" x2="76979" y2="78532"/>
                        </a14:backgroundRemoval>
                      </a14:imgEffect>
                    </a14:imgLayer>
                  </a14:imgProps>
                </a:ext>
                <a:ext uri="{28A0092B-C50C-407E-A947-70E740481C1C}">
                  <a14:useLocalDpi xmlns:a14="http://schemas.microsoft.com/office/drawing/2010/main" val="0"/>
                </a:ext>
              </a:extLst>
            </a:blip>
            <a:srcRect l="35074" t="53702"/>
            <a:stretch/>
          </p:blipFill>
          <p:spPr>
            <a:xfrm>
              <a:off x="6576648" y="3873608"/>
              <a:ext cx="2280570" cy="2439615"/>
            </a:xfrm>
            <a:prstGeom prst="rect">
              <a:avLst/>
            </a:prstGeom>
          </p:spPr>
        </p:pic>
        <p:pic>
          <p:nvPicPr>
            <p:cNvPr id="23" name="图片 22"/>
            <p:cNvPicPr>
              <a:picLocks noChangeAspect="1"/>
            </p:cNvPicPr>
            <p:nvPr/>
          </p:nvPicPr>
          <p:blipFill rotWithShape="1">
            <a:blip r:embed="rId8" cstate="print">
              <a:extLst>
                <a:ext uri="{BEBA8EAE-BF5A-486C-A8C5-ECC9F3942E4B}">
                  <a14:imgProps xmlns:a14="http://schemas.microsoft.com/office/drawing/2010/main">
                    <a14:imgLayer r:embed="rId9">
                      <a14:imgEffect>
                        <a14:backgroundRemoval t="9885" b="100000" l="9827" r="100000">
                          <a14:backgroundMark x1="62329" y1="21225" x2="98271" y2="38326"/>
                          <a14:backgroundMark x1="61056" y1="32262" x2="89445" y2="47301"/>
                          <a14:backgroundMark x1="98544" y1="59976" x2="99181" y2="62280"/>
                          <a14:backgroundMark x1="96633" y1="75440" x2="99818" y2="81261"/>
                        </a14:backgroundRemoval>
                      </a14:imgEffect>
                    </a14:imgLayer>
                  </a14:imgProps>
                </a:ext>
                <a:ext uri="{28A0092B-C50C-407E-A947-70E740481C1C}">
                  <a14:useLocalDpi xmlns:a14="http://schemas.microsoft.com/office/drawing/2010/main" val="0"/>
                </a:ext>
              </a:extLst>
            </a:blip>
            <a:srcRect t="35003" b="11364"/>
            <a:stretch/>
          </p:blipFill>
          <p:spPr>
            <a:xfrm>
              <a:off x="8493541" y="3765648"/>
              <a:ext cx="3121314" cy="2511296"/>
            </a:xfrm>
            <a:prstGeom prst="rect">
              <a:avLst/>
            </a:prstGeom>
          </p:spPr>
        </p:pic>
        <p:pic>
          <p:nvPicPr>
            <p:cNvPr id="24" name="图片 23"/>
            <p:cNvPicPr>
              <a:picLocks noChangeAspect="1"/>
            </p:cNvPicPr>
            <p:nvPr/>
          </p:nvPicPr>
          <p:blipFill rotWithShape="1">
            <a:blip r:embed="rId10" cstate="print">
              <a:extLst>
                <a:ext uri="{BEBA8EAE-BF5A-486C-A8C5-ECC9F3942E4B}">
                  <a14:imgProps xmlns:a14="http://schemas.microsoft.com/office/drawing/2010/main">
                    <a14:imgLayer r:embed="rId11">
                      <a14:imgEffect>
                        <a14:backgroundRemoval t="52274" b="99697" l="0" r="89991"/>
                      </a14:imgEffect>
                    </a14:imgLayer>
                  </a14:imgProps>
                </a:ext>
                <a:ext uri="{28A0092B-C50C-407E-A947-70E740481C1C}">
                  <a14:useLocalDpi xmlns:a14="http://schemas.microsoft.com/office/drawing/2010/main" val="0"/>
                </a:ext>
              </a:extLst>
            </a:blip>
            <a:srcRect t="53765"/>
            <a:stretch/>
          </p:blipFill>
          <p:spPr>
            <a:xfrm>
              <a:off x="438171" y="3158529"/>
              <a:ext cx="4571570" cy="3170838"/>
            </a:xfrm>
            <a:prstGeom prst="rect">
              <a:avLst/>
            </a:prstGeom>
          </p:spPr>
        </p:pic>
      </p:grpSp>
    </p:spTree>
    <p:extLst>
      <p:ext uri="{BB962C8B-B14F-4D97-AF65-F5344CB8AC3E}">
        <p14:creationId xmlns:p14="http://schemas.microsoft.com/office/powerpoint/2010/main" val="643120483"/>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ppt_w</p:attrName>
                                        </p:attrNameLst>
                                      </p:cBhvr>
                                      <p:tavLst>
                                        <p:tav tm="0">
                                          <p:val>
                                            <p:fltVal val="0"/>
                                          </p:val>
                                        </p:tav>
                                        <p:tav tm="100000">
                                          <p:val>
                                            <p:strVal val="#ppt_w"/>
                                          </p:val>
                                        </p:tav>
                                      </p:tavLst>
                                    </p:anim>
                                    <p:anim calcmode="lin" valueType="num">
                                      <p:cBhvr>
                                        <p:cTn id="8" dur="500" fill="hold"/>
                                        <p:tgtEl>
                                          <p:spTgt spid="31"/>
                                        </p:tgtEl>
                                        <p:attrNameLst>
                                          <p:attrName>ppt_h</p:attrName>
                                        </p:attrNameLst>
                                      </p:cBhvr>
                                      <p:tavLst>
                                        <p:tav tm="0">
                                          <p:val>
                                            <p:fltVal val="0"/>
                                          </p:val>
                                        </p:tav>
                                        <p:tav tm="100000">
                                          <p:val>
                                            <p:strVal val="#ppt_h"/>
                                          </p:val>
                                        </p:tav>
                                      </p:tavLst>
                                    </p:anim>
                                    <p:animEffect transition="in" filter="fade">
                                      <p:cBhvr>
                                        <p:cTn id="9" dur="500"/>
                                        <p:tgtEl>
                                          <p:spTgt spid="31"/>
                                        </p:tgtEl>
                                      </p:cBhvr>
                                    </p:animEffect>
                                  </p:childTnLst>
                                </p:cTn>
                              </p:par>
                            </p:childTnLst>
                          </p:cTn>
                        </p:par>
                        <p:par>
                          <p:cTn id="10" fill="hold">
                            <p:stCondLst>
                              <p:cond delay="500"/>
                            </p:stCondLst>
                            <p:childTnLst>
                              <p:par>
                                <p:cTn id="11" presetID="1" presetClass="entr" presetSubtype="0" fill="hold" grpId="0" nodeType="after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1"/>
                                        </p:tgtEl>
                                        <p:attrNameLst>
                                          <p:attrName>style.visibility</p:attrName>
                                        </p:attrNameLst>
                                      </p:cBhvr>
                                      <p:to>
                                        <p:strVal val="visible"/>
                                      </p:to>
                                    </p:set>
                                  </p:childTnLst>
                                </p:cTn>
                              </p:par>
                              <p:par>
                                <p:cTn id="33" presetID="8" presetClass="emph" presetSubtype="0" repeatCount="indefinite" fill="hold" grpId="1" nodeType="withEffect">
                                  <p:stCondLst>
                                    <p:cond delay="0"/>
                                  </p:stCondLst>
                                  <p:childTnLst>
                                    <p:animRot by="21600000">
                                      <p:cBhvr>
                                        <p:cTn id="34" dur="5000" fill="hold"/>
                                        <p:tgtEl>
                                          <p:spTgt spid="32"/>
                                        </p:tgtEl>
                                        <p:attrNameLst>
                                          <p:attrName>r</p:attrName>
                                        </p:attrNameLst>
                                      </p:cBhvr>
                                    </p:animRot>
                                  </p:childTnLst>
                                </p:cTn>
                              </p:par>
                              <p:par>
                                <p:cTn id="35" presetID="8" presetClass="emph" presetSubtype="0" repeatCount="indefinite" fill="hold" grpId="1" nodeType="withEffect">
                                  <p:stCondLst>
                                    <p:cond delay="0"/>
                                  </p:stCondLst>
                                  <p:childTnLst>
                                    <p:animRot by="21600000">
                                      <p:cBhvr>
                                        <p:cTn id="36" dur="5000" fill="hold"/>
                                        <p:tgtEl>
                                          <p:spTgt spid="33"/>
                                        </p:tgtEl>
                                        <p:attrNameLst>
                                          <p:attrName>r</p:attrName>
                                        </p:attrNameLst>
                                      </p:cBhvr>
                                    </p:animRot>
                                  </p:childTnLst>
                                </p:cTn>
                              </p:par>
                              <p:par>
                                <p:cTn id="37" presetID="8" presetClass="emph" presetSubtype="0" repeatCount="indefinite" fill="hold" grpId="1" nodeType="withEffect">
                                  <p:stCondLst>
                                    <p:cond delay="0"/>
                                  </p:stCondLst>
                                  <p:childTnLst>
                                    <p:animRot by="21600000">
                                      <p:cBhvr>
                                        <p:cTn id="38" dur="5000" fill="hold"/>
                                        <p:tgtEl>
                                          <p:spTgt spid="34"/>
                                        </p:tgtEl>
                                        <p:attrNameLst>
                                          <p:attrName>r</p:attrName>
                                        </p:attrNameLst>
                                      </p:cBhvr>
                                    </p:animRot>
                                  </p:childTnLst>
                                </p:cTn>
                              </p:par>
                              <p:par>
                                <p:cTn id="39" presetID="8" presetClass="emph" presetSubtype="0" repeatCount="indefinite" fill="hold" grpId="1" nodeType="withEffect">
                                  <p:stCondLst>
                                    <p:cond delay="0"/>
                                  </p:stCondLst>
                                  <p:childTnLst>
                                    <p:animRot by="21600000">
                                      <p:cBhvr>
                                        <p:cTn id="40" dur="5000" fill="hold"/>
                                        <p:tgtEl>
                                          <p:spTgt spid="35"/>
                                        </p:tgtEl>
                                        <p:attrNameLst>
                                          <p:attrName>r</p:attrName>
                                        </p:attrNameLst>
                                      </p:cBhvr>
                                    </p:animRot>
                                  </p:childTnLst>
                                </p:cTn>
                              </p:par>
                              <p:par>
                                <p:cTn id="41" presetID="8" presetClass="emph" presetSubtype="0" repeatCount="indefinite" fill="hold" grpId="1" nodeType="withEffect">
                                  <p:stCondLst>
                                    <p:cond delay="0"/>
                                  </p:stCondLst>
                                  <p:childTnLst>
                                    <p:animRot by="21600000">
                                      <p:cBhvr>
                                        <p:cTn id="42" dur="5000" fill="hold"/>
                                        <p:tgtEl>
                                          <p:spTgt spid="36"/>
                                        </p:tgtEl>
                                        <p:attrNameLst>
                                          <p:attrName>r</p:attrName>
                                        </p:attrNameLst>
                                      </p:cBhvr>
                                    </p:animRot>
                                  </p:childTnLst>
                                </p:cTn>
                              </p:par>
                              <p:par>
                                <p:cTn id="43" presetID="8" presetClass="emph" presetSubtype="0" repeatCount="indefinite" fill="hold" grpId="1" nodeType="withEffect">
                                  <p:stCondLst>
                                    <p:cond delay="0"/>
                                  </p:stCondLst>
                                  <p:childTnLst>
                                    <p:animRot by="21600000">
                                      <p:cBhvr>
                                        <p:cTn id="44" dur="5000" fill="hold"/>
                                        <p:tgtEl>
                                          <p:spTgt spid="37"/>
                                        </p:tgtEl>
                                        <p:attrNameLst>
                                          <p:attrName>r</p:attrName>
                                        </p:attrNameLst>
                                      </p:cBhvr>
                                    </p:animRot>
                                  </p:childTnLst>
                                </p:cTn>
                              </p:par>
                              <p:par>
                                <p:cTn id="45" presetID="8" presetClass="emph" presetSubtype="0" repeatCount="indefinite" fill="hold" grpId="1" nodeType="withEffect">
                                  <p:stCondLst>
                                    <p:cond delay="0"/>
                                  </p:stCondLst>
                                  <p:childTnLst>
                                    <p:animRot by="21600000">
                                      <p:cBhvr>
                                        <p:cTn id="46" dur="5000" fill="hold"/>
                                        <p:tgtEl>
                                          <p:spTgt spid="38"/>
                                        </p:tgtEl>
                                        <p:attrNameLst>
                                          <p:attrName>r</p:attrName>
                                        </p:attrNameLst>
                                      </p:cBhvr>
                                    </p:animRot>
                                  </p:childTnLst>
                                </p:cTn>
                              </p:par>
                              <p:par>
                                <p:cTn id="47" presetID="8" presetClass="emph" presetSubtype="0" repeatCount="indefinite" fill="hold" grpId="1" nodeType="withEffect">
                                  <p:stCondLst>
                                    <p:cond delay="0"/>
                                  </p:stCondLst>
                                  <p:childTnLst>
                                    <p:animRot by="21600000">
                                      <p:cBhvr>
                                        <p:cTn id="48" dur="5000" fill="hold"/>
                                        <p:tgtEl>
                                          <p:spTgt spid="39"/>
                                        </p:tgtEl>
                                        <p:attrNameLst>
                                          <p:attrName>r</p:attrName>
                                        </p:attrNameLst>
                                      </p:cBhvr>
                                    </p:animRot>
                                  </p:childTnLst>
                                </p:cTn>
                              </p:par>
                              <p:par>
                                <p:cTn id="49" presetID="8" presetClass="emph" presetSubtype="0" repeatCount="indefinite" fill="hold" grpId="1" nodeType="withEffect">
                                  <p:stCondLst>
                                    <p:cond delay="0"/>
                                  </p:stCondLst>
                                  <p:childTnLst>
                                    <p:animRot by="21600000">
                                      <p:cBhvr>
                                        <p:cTn id="50" dur="5000" fill="hold"/>
                                        <p:tgtEl>
                                          <p:spTgt spid="40"/>
                                        </p:tgtEl>
                                        <p:attrNameLst>
                                          <p:attrName>r</p:attrName>
                                        </p:attrNameLst>
                                      </p:cBhvr>
                                    </p:animRot>
                                  </p:childTnLst>
                                </p:cTn>
                              </p:par>
                              <p:par>
                                <p:cTn id="51" presetID="8" presetClass="emph" presetSubtype="0" repeatCount="indefinite" fill="hold" grpId="1" nodeType="withEffect">
                                  <p:stCondLst>
                                    <p:cond delay="0"/>
                                  </p:stCondLst>
                                  <p:childTnLst>
                                    <p:animRot by="21600000">
                                      <p:cBhvr>
                                        <p:cTn id="52" dur="5000" fill="hold"/>
                                        <p:tgtEl>
                                          <p:spTgt spid="42"/>
                                        </p:tgtEl>
                                        <p:attrNameLst>
                                          <p:attrName>r</p:attrName>
                                        </p:attrNameLst>
                                      </p:cBhvr>
                                    </p:animRot>
                                  </p:childTnLst>
                                </p:cTn>
                              </p:par>
                              <p:par>
                                <p:cTn id="53" presetID="8" presetClass="emph" presetSubtype="0" repeatCount="indefinite" fill="hold" grpId="1" nodeType="withEffect">
                                  <p:stCondLst>
                                    <p:cond delay="0"/>
                                  </p:stCondLst>
                                  <p:childTnLst>
                                    <p:animRot by="21600000">
                                      <p:cBhvr>
                                        <p:cTn id="54" dur="5000" fill="hold"/>
                                        <p:tgtEl>
                                          <p:spTgt spid="41"/>
                                        </p:tgtEl>
                                        <p:attrNameLst>
                                          <p:attrName>r</p:attrName>
                                        </p:attrNameLst>
                                      </p:cBhvr>
                                    </p:animRot>
                                  </p:childTnLst>
                                </p:cTn>
                              </p:par>
                              <p:par>
                                <p:cTn id="55" presetID="42" presetClass="entr" presetSubtype="0" fill="hold" grpId="0" nodeType="with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1000"/>
                                        <p:tgtEl>
                                          <p:spTgt spid="18"/>
                                        </p:tgtEl>
                                      </p:cBhvr>
                                    </p:animEffect>
                                    <p:anim calcmode="lin" valueType="num">
                                      <p:cBhvr>
                                        <p:cTn id="58" dur="1000" fill="hold"/>
                                        <p:tgtEl>
                                          <p:spTgt spid="18"/>
                                        </p:tgtEl>
                                        <p:attrNameLst>
                                          <p:attrName>ppt_x</p:attrName>
                                        </p:attrNameLst>
                                      </p:cBhvr>
                                      <p:tavLst>
                                        <p:tav tm="0">
                                          <p:val>
                                            <p:strVal val="#ppt_x"/>
                                          </p:val>
                                        </p:tav>
                                        <p:tav tm="100000">
                                          <p:val>
                                            <p:strVal val="#ppt_x"/>
                                          </p:val>
                                        </p:tav>
                                      </p:tavLst>
                                    </p:anim>
                                    <p:anim calcmode="lin" valueType="num">
                                      <p:cBhvr>
                                        <p:cTn id="59" dur="1000" fill="hold"/>
                                        <p:tgtEl>
                                          <p:spTgt spid="18"/>
                                        </p:tgtEl>
                                        <p:attrNameLst>
                                          <p:attrName>ppt_y</p:attrName>
                                        </p:attrNameLst>
                                      </p:cBhvr>
                                      <p:tavLst>
                                        <p:tav tm="0">
                                          <p:val>
                                            <p:strVal val="#ppt_y+.1"/>
                                          </p:val>
                                        </p:tav>
                                        <p:tav tm="100000">
                                          <p:val>
                                            <p:strVal val="#ppt_y"/>
                                          </p:val>
                                        </p:tav>
                                      </p:tavLst>
                                    </p:anim>
                                  </p:childTnLst>
                                </p:cTn>
                              </p:par>
                            </p:childTnLst>
                          </p:cTn>
                        </p:par>
                        <p:par>
                          <p:cTn id="60" fill="hold">
                            <p:stCondLst>
                              <p:cond delay="5500"/>
                            </p:stCondLst>
                            <p:childTnLst>
                              <p:par>
                                <p:cTn id="61" presetID="42" presetClass="entr" presetSubtype="0" fill="hold" grpId="0" nodeType="afterEffect">
                                  <p:stCondLst>
                                    <p:cond delay="0"/>
                                  </p:stCondLst>
                                  <p:childTnLst>
                                    <p:set>
                                      <p:cBhvr>
                                        <p:cTn id="62" dur="1" fill="hold">
                                          <p:stCondLst>
                                            <p:cond delay="0"/>
                                          </p:stCondLst>
                                        </p:cTn>
                                        <p:tgtEl>
                                          <p:spTgt spid="11"/>
                                        </p:tgtEl>
                                        <p:attrNameLst>
                                          <p:attrName>style.visibility</p:attrName>
                                        </p:attrNameLst>
                                      </p:cBhvr>
                                      <p:to>
                                        <p:strVal val="visible"/>
                                      </p:to>
                                    </p:set>
                                    <p:animEffect transition="in" filter="fade">
                                      <p:cBhvr>
                                        <p:cTn id="63" dur="1000"/>
                                        <p:tgtEl>
                                          <p:spTgt spid="11"/>
                                        </p:tgtEl>
                                      </p:cBhvr>
                                    </p:animEffect>
                                    <p:anim calcmode="lin" valueType="num">
                                      <p:cBhvr>
                                        <p:cTn id="64" dur="1000" fill="hold"/>
                                        <p:tgtEl>
                                          <p:spTgt spid="11"/>
                                        </p:tgtEl>
                                        <p:attrNameLst>
                                          <p:attrName>ppt_x</p:attrName>
                                        </p:attrNameLst>
                                      </p:cBhvr>
                                      <p:tavLst>
                                        <p:tav tm="0">
                                          <p:val>
                                            <p:strVal val="#ppt_x"/>
                                          </p:val>
                                        </p:tav>
                                        <p:tav tm="100000">
                                          <p:val>
                                            <p:strVal val="#ppt_x"/>
                                          </p:val>
                                        </p:tav>
                                      </p:tavLst>
                                    </p:anim>
                                    <p:anim calcmode="lin" valueType="num">
                                      <p:cBhvr>
                                        <p:cTn id="65"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11" grpId="0"/>
      <p:bldP spid="32" grpId="0" animBg="1"/>
      <p:bldP spid="32" grpId="1" animBg="1"/>
      <p:bldP spid="33" grpId="0" animBg="1"/>
      <p:bldP spid="33" grpId="1" animBg="1"/>
      <p:bldP spid="34" grpId="0" animBg="1"/>
      <p:bldP spid="34" grpId="1" animBg="1"/>
      <p:bldP spid="35" grpId="0" animBg="1"/>
      <p:bldP spid="35" grpId="1" animBg="1"/>
      <p:bldP spid="36" grpId="0" animBg="1"/>
      <p:bldP spid="36" grpId="1" animBg="1"/>
      <p:bldP spid="37" grpId="0" animBg="1"/>
      <p:bldP spid="37" grpId="1" animBg="1"/>
      <p:bldP spid="38" grpId="0" animBg="1"/>
      <p:bldP spid="38" grpId="1" animBg="1"/>
      <p:bldP spid="39" grpId="0" animBg="1"/>
      <p:bldP spid="39" grpId="1" animBg="1"/>
      <p:bldP spid="40" grpId="0" animBg="1"/>
      <p:bldP spid="40" grpId="1" animBg="1"/>
      <p:bldP spid="41" grpId="0" animBg="1"/>
      <p:bldP spid="41" grpId="1" animBg="1"/>
      <p:bldP spid="42" grpId="0" animBg="1"/>
      <p:bldP spid="42" grpId="1" animBg="1"/>
      <p:bldP spid="1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圆角矩形 14"/>
          <p:cNvSpPr/>
          <p:nvPr/>
        </p:nvSpPr>
        <p:spPr>
          <a:xfrm>
            <a:off x="378114" y="463550"/>
            <a:ext cx="11401425" cy="5857875"/>
          </a:xfrm>
          <a:prstGeom prst="round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 name="组合 15"/>
          <p:cNvGrpSpPr/>
          <p:nvPr/>
        </p:nvGrpSpPr>
        <p:grpSpPr>
          <a:xfrm>
            <a:off x="177047" y="636774"/>
            <a:ext cx="2278560" cy="461665"/>
            <a:chOff x="240439" y="693586"/>
            <a:chExt cx="2278560" cy="461665"/>
          </a:xfrm>
        </p:grpSpPr>
        <p:sp>
          <p:nvSpPr>
            <p:cNvPr id="17" name="文本框 16"/>
            <p:cNvSpPr txBox="1"/>
            <p:nvPr/>
          </p:nvSpPr>
          <p:spPr>
            <a:xfrm>
              <a:off x="642573" y="693586"/>
              <a:ext cx="1876426" cy="461665"/>
            </a:xfrm>
            <a:prstGeom prst="rect">
              <a:avLst/>
            </a:prstGeom>
            <a:noFill/>
          </p:spPr>
          <p:txBody>
            <a:bodyPr wrap="square" rtlCol="0">
              <a:spAutoFit/>
            </a:bodyPr>
            <a:lstStyle/>
            <a:p>
              <a:r>
                <a:rPr lang="zh-CN" altLang="en-US" sz="2400" dirty="0">
                  <a:latin typeface="幼圆" panose="02010509060101010101" pitchFamily="49" charset="-122"/>
                  <a:ea typeface="幼圆" panose="02010509060101010101" pitchFamily="49" charset="-122"/>
                </a:rPr>
                <a:t>输入标题</a:t>
              </a:r>
            </a:p>
          </p:txBody>
        </p:sp>
        <p:sp>
          <p:nvSpPr>
            <p:cNvPr id="18" name="燕尾形 17"/>
            <p:cNvSpPr/>
            <p:nvPr/>
          </p:nvSpPr>
          <p:spPr>
            <a:xfrm>
              <a:off x="240439" y="723352"/>
              <a:ext cx="402134" cy="402134"/>
            </a:xfrm>
            <a:prstGeom prst="chevron">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pic>
        <p:nvPicPr>
          <p:cNvPr id="7" name="图片 6"/>
          <p:cNvPicPr>
            <a:picLocks noChangeAspect="1"/>
          </p:cNvPicPr>
          <p:nvPr/>
        </p:nvPicPr>
        <p:blipFill rotWithShape="1">
          <a:blip r:embed="rId4" cstate="print">
            <a:extLst>
              <a:ext uri="{BEBA8EAE-BF5A-486C-A8C5-ECC9F3942E4B}">
                <a14:imgProps xmlns:a14="http://schemas.microsoft.com/office/drawing/2010/main">
                  <a14:imgLayer r:embed="rId5">
                    <a14:imgEffect>
                      <a14:backgroundRemoval t="52274" b="99697" l="0" r="89991"/>
                    </a14:imgEffect>
                  </a14:imgLayer>
                </a14:imgProps>
              </a:ext>
              <a:ext uri="{28A0092B-C50C-407E-A947-70E740481C1C}">
                <a14:useLocalDpi xmlns:a14="http://schemas.microsoft.com/office/drawing/2010/main" val="0"/>
              </a:ext>
            </a:extLst>
          </a:blip>
          <a:srcRect t="53765"/>
          <a:stretch/>
        </p:blipFill>
        <p:spPr>
          <a:xfrm>
            <a:off x="438171" y="3158529"/>
            <a:ext cx="4571570" cy="3170838"/>
          </a:xfrm>
          <a:prstGeom prst="rect">
            <a:avLst/>
          </a:prstGeom>
        </p:spPr>
      </p:pic>
      <p:grpSp>
        <p:nvGrpSpPr>
          <p:cNvPr id="3" name="组合 2"/>
          <p:cNvGrpSpPr/>
          <p:nvPr/>
        </p:nvGrpSpPr>
        <p:grpSpPr>
          <a:xfrm>
            <a:off x="3070148" y="1528763"/>
            <a:ext cx="2737216" cy="3033812"/>
            <a:chOff x="3274116" y="1771650"/>
            <a:chExt cx="2737216" cy="3033812"/>
          </a:xfrm>
        </p:grpSpPr>
        <p:sp>
          <p:nvSpPr>
            <p:cNvPr id="2" name="菱形 1"/>
            <p:cNvSpPr/>
            <p:nvPr/>
          </p:nvSpPr>
          <p:spPr>
            <a:xfrm>
              <a:off x="4233044" y="1771650"/>
              <a:ext cx="776697" cy="776697"/>
            </a:xfrm>
            <a:prstGeom prst="diamond">
              <a:avLst/>
            </a:prstGeom>
            <a:solidFill>
              <a:srgbClr val="FF9999"/>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a:off x="3274116" y="2753796"/>
              <a:ext cx="2737216" cy="2051666"/>
              <a:chOff x="2463434" y="2547382"/>
              <a:chExt cx="2737216" cy="2051666"/>
            </a:xfrm>
          </p:grpSpPr>
          <p:sp>
            <p:nvSpPr>
              <p:cNvPr id="10" name="矩形 9"/>
              <p:cNvSpPr/>
              <p:nvPr/>
            </p:nvSpPr>
            <p:spPr>
              <a:xfrm>
                <a:off x="2463434" y="2941350"/>
                <a:ext cx="2737216" cy="1657698"/>
              </a:xfrm>
              <a:prstGeom prst="rect">
                <a:avLst/>
              </a:prstGeom>
            </p:spPr>
            <p:txBody>
              <a:bodyPr wrap="square">
                <a:spAutoFit/>
              </a:bodyPr>
              <a:lstStyle/>
              <a:p>
                <a:pPr algn="just">
                  <a:lnSpc>
                    <a:spcPct val="150000"/>
                  </a:lnSpc>
                </a:pPr>
                <a:r>
                  <a:rPr lang="zh-CN" altLang="en-US" sz="1400" dirty="0">
                    <a:latin typeface="幼圆" panose="02010509060101010101" pitchFamily="49" charset="-122"/>
                    <a:ea typeface="幼圆" panose="02010509060101010101" pitchFamily="49" charset="-122"/>
                  </a:rPr>
                  <a:t>它是提高人口素质的重要环节。青春期到来以前的未成年人被称为儿童或少年，他们在思想、性格、智力、体魄等方面的可塑儿童教育性很强。</a:t>
                </a:r>
              </a:p>
            </p:txBody>
          </p:sp>
          <p:sp>
            <p:nvSpPr>
              <p:cNvPr id="11" name="文本框 10"/>
              <p:cNvSpPr txBox="1"/>
              <p:nvPr/>
            </p:nvSpPr>
            <p:spPr>
              <a:xfrm>
                <a:off x="3129328" y="2547382"/>
                <a:ext cx="1405428" cy="400110"/>
              </a:xfrm>
              <a:prstGeom prst="rect">
                <a:avLst/>
              </a:prstGeom>
              <a:noFill/>
            </p:spPr>
            <p:txBody>
              <a:bodyPr wrap="square" rtlCol="0">
                <a:spAutoFit/>
              </a:bodyPr>
              <a:lstStyle/>
              <a:p>
                <a:r>
                  <a:rPr lang="zh-CN" altLang="en-US" sz="2000" b="1" dirty="0">
                    <a:latin typeface="幼圆" panose="02010509060101010101" pitchFamily="49" charset="-122"/>
                    <a:ea typeface="幼圆" panose="02010509060101010101" pitchFamily="49" charset="-122"/>
                  </a:rPr>
                  <a:t>输入标题</a:t>
                </a:r>
              </a:p>
            </p:txBody>
          </p:sp>
        </p:grpSp>
      </p:grpSp>
      <p:grpSp>
        <p:nvGrpSpPr>
          <p:cNvPr id="13" name="组合 12"/>
          <p:cNvGrpSpPr/>
          <p:nvPr/>
        </p:nvGrpSpPr>
        <p:grpSpPr>
          <a:xfrm>
            <a:off x="5824538" y="2904877"/>
            <a:ext cx="2737216" cy="3033812"/>
            <a:chOff x="3274116" y="1771650"/>
            <a:chExt cx="2737216" cy="3033812"/>
          </a:xfrm>
        </p:grpSpPr>
        <p:sp>
          <p:nvSpPr>
            <p:cNvPr id="14" name="菱形 13"/>
            <p:cNvSpPr/>
            <p:nvPr/>
          </p:nvSpPr>
          <p:spPr>
            <a:xfrm>
              <a:off x="4233044" y="1771650"/>
              <a:ext cx="776697" cy="776697"/>
            </a:xfrm>
            <a:prstGeom prst="diamond">
              <a:avLst/>
            </a:prstGeom>
            <a:solidFill>
              <a:srgbClr val="FF9999"/>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 name="组合 18"/>
            <p:cNvGrpSpPr/>
            <p:nvPr/>
          </p:nvGrpSpPr>
          <p:grpSpPr>
            <a:xfrm>
              <a:off x="3274116" y="2753796"/>
              <a:ext cx="2737216" cy="2051666"/>
              <a:chOff x="2463434" y="2547382"/>
              <a:chExt cx="2737216" cy="2051666"/>
            </a:xfrm>
          </p:grpSpPr>
          <p:sp>
            <p:nvSpPr>
              <p:cNvPr id="20" name="矩形 19"/>
              <p:cNvSpPr/>
              <p:nvPr/>
            </p:nvSpPr>
            <p:spPr>
              <a:xfrm>
                <a:off x="2463434" y="2941350"/>
                <a:ext cx="2737216" cy="1657698"/>
              </a:xfrm>
              <a:prstGeom prst="rect">
                <a:avLst/>
              </a:prstGeom>
            </p:spPr>
            <p:txBody>
              <a:bodyPr wrap="square">
                <a:spAutoFit/>
              </a:bodyPr>
              <a:lstStyle/>
              <a:p>
                <a:pPr algn="just">
                  <a:lnSpc>
                    <a:spcPct val="150000"/>
                  </a:lnSpc>
                </a:pPr>
                <a:r>
                  <a:rPr lang="zh-CN" altLang="en-US" sz="1400" dirty="0">
                    <a:latin typeface="幼圆" panose="02010509060101010101" pitchFamily="49" charset="-122"/>
                    <a:ea typeface="幼圆" panose="02010509060101010101" pitchFamily="49" charset="-122"/>
                  </a:rPr>
                  <a:t>它是提高人口素质的重要环节。青春期到来以前的未成年人被称为儿童或少年，他们在思想、性格、智力、体魄等方面的可塑儿童教育性很强。</a:t>
                </a:r>
              </a:p>
            </p:txBody>
          </p:sp>
          <p:sp>
            <p:nvSpPr>
              <p:cNvPr id="21" name="文本框 20"/>
              <p:cNvSpPr txBox="1"/>
              <p:nvPr/>
            </p:nvSpPr>
            <p:spPr>
              <a:xfrm>
                <a:off x="3129328" y="2547382"/>
                <a:ext cx="1405428" cy="400110"/>
              </a:xfrm>
              <a:prstGeom prst="rect">
                <a:avLst/>
              </a:prstGeom>
              <a:noFill/>
            </p:spPr>
            <p:txBody>
              <a:bodyPr wrap="square" rtlCol="0">
                <a:spAutoFit/>
              </a:bodyPr>
              <a:lstStyle/>
              <a:p>
                <a:r>
                  <a:rPr lang="zh-CN" altLang="en-US" sz="2000" b="1" dirty="0">
                    <a:latin typeface="幼圆" panose="02010509060101010101" pitchFamily="49" charset="-122"/>
                    <a:ea typeface="幼圆" panose="02010509060101010101" pitchFamily="49" charset="-122"/>
                  </a:rPr>
                  <a:t>输入标题</a:t>
                </a:r>
              </a:p>
            </p:txBody>
          </p:sp>
        </p:grpSp>
      </p:grpSp>
      <p:grpSp>
        <p:nvGrpSpPr>
          <p:cNvPr id="22" name="组合 21"/>
          <p:cNvGrpSpPr/>
          <p:nvPr/>
        </p:nvGrpSpPr>
        <p:grpSpPr>
          <a:xfrm>
            <a:off x="8578928" y="1247179"/>
            <a:ext cx="2737216" cy="3033812"/>
            <a:chOff x="3274116" y="1771650"/>
            <a:chExt cx="2737216" cy="3033812"/>
          </a:xfrm>
        </p:grpSpPr>
        <p:sp>
          <p:nvSpPr>
            <p:cNvPr id="23" name="菱形 22"/>
            <p:cNvSpPr/>
            <p:nvPr/>
          </p:nvSpPr>
          <p:spPr>
            <a:xfrm>
              <a:off x="4233044" y="1771650"/>
              <a:ext cx="776697" cy="776697"/>
            </a:xfrm>
            <a:prstGeom prst="diamond">
              <a:avLst/>
            </a:prstGeom>
            <a:solidFill>
              <a:srgbClr val="FF9999"/>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4" name="组合 23"/>
            <p:cNvGrpSpPr/>
            <p:nvPr/>
          </p:nvGrpSpPr>
          <p:grpSpPr>
            <a:xfrm>
              <a:off x="3274116" y="2753796"/>
              <a:ext cx="2737216" cy="2051666"/>
              <a:chOff x="2463434" y="2547382"/>
              <a:chExt cx="2737216" cy="2051666"/>
            </a:xfrm>
          </p:grpSpPr>
          <p:sp>
            <p:nvSpPr>
              <p:cNvPr id="25" name="矩形 24"/>
              <p:cNvSpPr/>
              <p:nvPr/>
            </p:nvSpPr>
            <p:spPr>
              <a:xfrm>
                <a:off x="2463434" y="2941350"/>
                <a:ext cx="2737216" cy="1657698"/>
              </a:xfrm>
              <a:prstGeom prst="rect">
                <a:avLst/>
              </a:prstGeom>
            </p:spPr>
            <p:txBody>
              <a:bodyPr wrap="square">
                <a:spAutoFit/>
              </a:bodyPr>
              <a:lstStyle/>
              <a:p>
                <a:pPr algn="just">
                  <a:lnSpc>
                    <a:spcPct val="150000"/>
                  </a:lnSpc>
                </a:pPr>
                <a:r>
                  <a:rPr lang="zh-CN" altLang="en-US" sz="1400" dirty="0">
                    <a:latin typeface="幼圆" panose="02010509060101010101" pitchFamily="49" charset="-122"/>
                    <a:ea typeface="幼圆" panose="02010509060101010101" pitchFamily="49" charset="-122"/>
                  </a:rPr>
                  <a:t>它是提高人口素质的重要环节。青春期到来以前的未成年人被称为儿童或少年，他们在思想、性格、智力、体魄等方面的可塑儿童教育性很强。</a:t>
                </a:r>
              </a:p>
            </p:txBody>
          </p:sp>
          <p:sp>
            <p:nvSpPr>
              <p:cNvPr id="26" name="文本框 25"/>
              <p:cNvSpPr txBox="1"/>
              <p:nvPr/>
            </p:nvSpPr>
            <p:spPr>
              <a:xfrm>
                <a:off x="3129328" y="2547382"/>
                <a:ext cx="1405428" cy="400110"/>
              </a:xfrm>
              <a:prstGeom prst="rect">
                <a:avLst/>
              </a:prstGeom>
              <a:noFill/>
            </p:spPr>
            <p:txBody>
              <a:bodyPr wrap="square" rtlCol="0">
                <a:spAutoFit/>
              </a:bodyPr>
              <a:lstStyle/>
              <a:p>
                <a:r>
                  <a:rPr lang="zh-CN" altLang="en-US" sz="2000" b="1" dirty="0">
                    <a:latin typeface="幼圆" panose="02010509060101010101" pitchFamily="49" charset="-122"/>
                    <a:ea typeface="幼圆" panose="02010509060101010101" pitchFamily="49" charset="-122"/>
                  </a:rPr>
                  <a:t>输入标题</a:t>
                </a:r>
              </a:p>
            </p:txBody>
          </p:sp>
        </p:grpSp>
      </p:grpSp>
    </p:spTree>
    <p:extLst>
      <p:ext uri="{BB962C8B-B14F-4D97-AF65-F5344CB8AC3E}">
        <p14:creationId xmlns:p14="http://schemas.microsoft.com/office/powerpoint/2010/main" val="4192798420"/>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7" presetClass="entr" presetSubtype="0" fill="hold" nodeType="after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1000"/>
                                        <p:tgtEl>
                                          <p:spTgt spid="13"/>
                                        </p:tgtEl>
                                      </p:cBhvr>
                                    </p:animEffect>
                                    <p:anim calcmode="lin" valueType="num">
                                      <p:cBhvr>
                                        <p:cTn id="14" dur="1000" fill="hold"/>
                                        <p:tgtEl>
                                          <p:spTgt spid="13"/>
                                        </p:tgtEl>
                                        <p:attrNameLst>
                                          <p:attrName>ppt_x</p:attrName>
                                        </p:attrNameLst>
                                      </p:cBhvr>
                                      <p:tavLst>
                                        <p:tav tm="0">
                                          <p:val>
                                            <p:strVal val="#ppt_x"/>
                                          </p:val>
                                        </p:tav>
                                        <p:tav tm="100000">
                                          <p:val>
                                            <p:strVal val="#ppt_x"/>
                                          </p:val>
                                        </p:tav>
                                      </p:tavLst>
                                    </p:anim>
                                    <p:anim calcmode="lin" valueType="num">
                                      <p:cBhvr>
                                        <p:cTn id="15" dur="1000" fill="hold"/>
                                        <p:tgtEl>
                                          <p:spTgt spid="13"/>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7" presetClass="entr" presetSubtype="0" fill="hold" nodeType="after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1000"/>
                                        <p:tgtEl>
                                          <p:spTgt spid="22"/>
                                        </p:tgtEl>
                                      </p:cBhvr>
                                    </p:animEffect>
                                    <p:anim calcmode="lin" valueType="num">
                                      <p:cBhvr>
                                        <p:cTn id="20" dur="1000" fill="hold"/>
                                        <p:tgtEl>
                                          <p:spTgt spid="22"/>
                                        </p:tgtEl>
                                        <p:attrNameLst>
                                          <p:attrName>ppt_x</p:attrName>
                                        </p:attrNameLst>
                                      </p:cBhvr>
                                      <p:tavLst>
                                        <p:tav tm="0">
                                          <p:val>
                                            <p:strVal val="#ppt_x"/>
                                          </p:val>
                                        </p:tav>
                                        <p:tav tm="100000">
                                          <p:val>
                                            <p:strVal val="#ppt_x"/>
                                          </p:val>
                                        </p:tav>
                                      </p:tavLst>
                                    </p:anim>
                                    <p:anim calcmode="lin" valueType="num">
                                      <p:cBhvr>
                                        <p:cTn id="21"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圆角矩形 14"/>
          <p:cNvSpPr/>
          <p:nvPr/>
        </p:nvSpPr>
        <p:spPr>
          <a:xfrm>
            <a:off x="378114" y="463550"/>
            <a:ext cx="11401425" cy="5857875"/>
          </a:xfrm>
          <a:prstGeom prst="round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 name="组合 15"/>
          <p:cNvGrpSpPr/>
          <p:nvPr/>
        </p:nvGrpSpPr>
        <p:grpSpPr>
          <a:xfrm>
            <a:off x="177047" y="636774"/>
            <a:ext cx="2278560" cy="461665"/>
            <a:chOff x="240439" y="693586"/>
            <a:chExt cx="2278560" cy="461665"/>
          </a:xfrm>
        </p:grpSpPr>
        <p:sp>
          <p:nvSpPr>
            <p:cNvPr id="17" name="文本框 16"/>
            <p:cNvSpPr txBox="1"/>
            <p:nvPr/>
          </p:nvSpPr>
          <p:spPr>
            <a:xfrm>
              <a:off x="642573" y="693586"/>
              <a:ext cx="1876426" cy="461665"/>
            </a:xfrm>
            <a:prstGeom prst="rect">
              <a:avLst/>
            </a:prstGeom>
            <a:noFill/>
          </p:spPr>
          <p:txBody>
            <a:bodyPr wrap="square" rtlCol="0">
              <a:spAutoFit/>
            </a:bodyPr>
            <a:lstStyle/>
            <a:p>
              <a:r>
                <a:rPr lang="zh-CN" altLang="en-US" sz="2400" dirty="0">
                  <a:latin typeface="幼圆" panose="02010509060101010101" pitchFamily="49" charset="-122"/>
                  <a:ea typeface="幼圆" panose="02010509060101010101" pitchFamily="49" charset="-122"/>
                </a:rPr>
                <a:t>输入标题</a:t>
              </a:r>
            </a:p>
          </p:txBody>
        </p:sp>
        <p:sp>
          <p:nvSpPr>
            <p:cNvPr id="18" name="燕尾形 17"/>
            <p:cNvSpPr/>
            <p:nvPr/>
          </p:nvSpPr>
          <p:spPr>
            <a:xfrm>
              <a:off x="240439" y="723352"/>
              <a:ext cx="402134" cy="402134"/>
            </a:xfrm>
            <a:prstGeom prst="chevron">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pic>
        <p:nvPicPr>
          <p:cNvPr id="7" name="图片 6"/>
          <p:cNvPicPr>
            <a:picLocks noChangeAspect="1"/>
          </p:cNvPicPr>
          <p:nvPr/>
        </p:nvPicPr>
        <p:blipFill rotWithShape="1">
          <a:blip r:embed="rId4" cstate="print">
            <a:extLst>
              <a:ext uri="{BEBA8EAE-BF5A-486C-A8C5-ECC9F3942E4B}">
                <a14:imgProps xmlns:a14="http://schemas.microsoft.com/office/drawing/2010/main">
                  <a14:imgLayer r:embed="rId5">
                    <a14:imgEffect>
                      <a14:backgroundRemoval t="52274" b="99697" l="0" r="89991"/>
                    </a14:imgEffect>
                  </a14:imgLayer>
                </a14:imgProps>
              </a:ext>
              <a:ext uri="{28A0092B-C50C-407E-A947-70E740481C1C}">
                <a14:useLocalDpi xmlns:a14="http://schemas.microsoft.com/office/drawing/2010/main" val="0"/>
              </a:ext>
            </a:extLst>
          </a:blip>
          <a:srcRect t="53765"/>
          <a:stretch/>
        </p:blipFill>
        <p:spPr>
          <a:xfrm>
            <a:off x="438171" y="3158529"/>
            <a:ext cx="4571570" cy="3170838"/>
          </a:xfrm>
          <a:prstGeom prst="rect">
            <a:avLst/>
          </a:prstGeom>
        </p:spPr>
      </p:pic>
      <p:grpSp>
        <p:nvGrpSpPr>
          <p:cNvPr id="4" name="组合 3"/>
          <p:cNvGrpSpPr/>
          <p:nvPr/>
        </p:nvGrpSpPr>
        <p:grpSpPr>
          <a:xfrm>
            <a:off x="3764463" y="1504516"/>
            <a:ext cx="2102442" cy="2777126"/>
            <a:chOff x="3578726" y="1573790"/>
            <a:chExt cx="2102442" cy="2777126"/>
          </a:xfrm>
        </p:grpSpPr>
        <p:pic>
          <p:nvPicPr>
            <p:cNvPr id="8" name="图片 7"/>
            <p:cNvPicPr>
              <a:picLocks noChangeAspect="1"/>
            </p:cNvPicPr>
            <p:nvPr/>
          </p:nvPicPr>
          <p:blipFill rotWithShape="1">
            <a:blip r:embed="rId6" cstate="print">
              <a:extLst>
                <a:ext uri="{28A0092B-C50C-407E-A947-70E740481C1C}">
                  <a14:useLocalDpi xmlns:a14="http://schemas.microsoft.com/office/drawing/2010/main" val="0"/>
                </a:ext>
              </a:extLst>
            </a:blip>
            <a:srcRect l="18000" r="18000"/>
            <a:stretch/>
          </p:blipFill>
          <p:spPr>
            <a:xfrm>
              <a:off x="3638141" y="1573790"/>
              <a:ext cx="1576797" cy="1576797"/>
            </a:xfrm>
            <a:prstGeom prst="rect">
              <a:avLst/>
            </a:prstGeom>
          </p:spPr>
        </p:pic>
        <p:sp>
          <p:nvSpPr>
            <p:cNvPr id="11" name="矩形 10"/>
            <p:cNvSpPr/>
            <p:nvPr/>
          </p:nvSpPr>
          <p:spPr>
            <a:xfrm>
              <a:off x="3578726" y="3150587"/>
              <a:ext cx="2102442" cy="1200329"/>
            </a:xfrm>
            <a:prstGeom prst="rect">
              <a:avLst/>
            </a:prstGeom>
          </p:spPr>
          <p:txBody>
            <a:bodyPr wrap="square">
              <a:spAutoFit/>
            </a:bodyPr>
            <a:lstStyle/>
            <a:p>
              <a:pPr algn="just">
                <a:lnSpc>
                  <a:spcPct val="150000"/>
                </a:lnSpc>
              </a:pPr>
              <a:r>
                <a:rPr lang="zh-CN" altLang="en-US" sz="1200" dirty="0">
                  <a:latin typeface="幼圆" panose="02010509060101010101" pitchFamily="49" charset="-122"/>
                  <a:ea typeface="幼圆" panose="02010509060101010101" pitchFamily="49" charset="-122"/>
                </a:rPr>
                <a:t>青春期到来以前的未成年人被称为儿童或少年，他们在思想、性格、智力、体魄等方面的可塑儿童教育性很强。</a:t>
              </a:r>
            </a:p>
          </p:txBody>
        </p:sp>
      </p:grpSp>
      <p:grpSp>
        <p:nvGrpSpPr>
          <p:cNvPr id="13" name="组合 12"/>
          <p:cNvGrpSpPr/>
          <p:nvPr/>
        </p:nvGrpSpPr>
        <p:grpSpPr>
          <a:xfrm>
            <a:off x="6281014" y="1504516"/>
            <a:ext cx="2102442" cy="2777126"/>
            <a:chOff x="3578726" y="1573790"/>
            <a:chExt cx="2102442" cy="2777126"/>
          </a:xfrm>
        </p:grpSpPr>
        <p:pic>
          <p:nvPicPr>
            <p:cNvPr id="14" name="图片 13"/>
            <p:cNvPicPr>
              <a:picLocks noChangeAspect="1"/>
            </p:cNvPicPr>
            <p:nvPr/>
          </p:nvPicPr>
          <p:blipFill rotWithShape="1">
            <a:blip r:embed="rId6" cstate="print">
              <a:extLst>
                <a:ext uri="{28A0092B-C50C-407E-A947-70E740481C1C}">
                  <a14:useLocalDpi xmlns:a14="http://schemas.microsoft.com/office/drawing/2010/main" val="0"/>
                </a:ext>
              </a:extLst>
            </a:blip>
            <a:srcRect l="18000" r="18000"/>
            <a:stretch/>
          </p:blipFill>
          <p:spPr>
            <a:xfrm>
              <a:off x="3638141" y="1573790"/>
              <a:ext cx="1576797" cy="1576797"/>
            </a:xfrm>
            <a:prstGeom prst="rect">
              <a:avLst/>
            </a:prstGeom>
          </p:spPr>
        </p:pic>
        <p:sp>
          <p:nvSpPr>
            <p:cNvPr id="19" name="矩形 18"/>
            <p:cNvSpPr/>
            <p:nvPr/>
          </p:nvSpPr>
          <p:spPr>
            <a:xfrm>
              <a:off x="3578726" y="3150587"/>
              <a:ext cx="2102442" cy="1200329"/>
            </a:xfrm>
            <a:prstGeom prst="rect">
              <a:avLst/>
            </a:prstGeom>
          </p:spPr>
          <p:txBody>
            <a:bodyPr wrap="square">
              <a:spAutoFit/>
            </a:bodyPr>
            <a:lstStyle/>
            <a:p>
              <a:pPr algn="just">
                <a:lnSpc>
                  <a:spcPct val="150000"/>
                </a:lnSpc>
              </a:pPr>
              <a:r>
                <a:rPr lang="zh-CN" altLang="en-US" sz="1200" dirty="0">
                  <a:latin typeface="幼圆" panose="02010509060101010101" pitchFamily="49" charset="-122"/>
                  <a:ea typeface="幼圆" panose="02010509060101010101" pitchFamily="49" charset="-122"/>
                </a:rPr>
                <a:t>青春期到来以前的未成年人被称为儿童或少年，他们在思想、性格、智力、体魄等方面的可塑儿童教育性很强。</a:t>
              </a:r>
            </a:p>
          </p:txBody>
        </p:sp>
      </p:grpSp>
      <p:grpSp>
        <p:nvGrpSpPr>
          <p:cNvPr id="20" name="组合 19"/>
          <p:cNvGrpSpPr/>
          <p:nvPr/>
        </p:nvGrpSpPr>
        <p:grpSpPr>
          <a:xfrm>
            <a:off x="8797565" y="1504516"/>
            <a:ext cx="2102442" cy="2777126"/>
            <a:chOff x="3578726" y="1573790"/>
            <a:chExt cx="2102442" cy="2777126"/>
          </a:xfrm>
        </p:grpSpPr>
        <p:pic>
          <p:nvPicPr>
            <p:cNvPr id="21" name="图片 20"/>
            <p:cNvPicPr>
              <a:picLocks noChangeAspect="1"/>
            </p:cNvPicPr>
            <p:nvPr/>
          </p:nvPicPr>
          <p:blipFill rotWithShape="1">
            <a:blip r:embed="rId6" cstate="print">
              <a:extLst>
                <a:ext uri="{28A0092B-C50C-407E-A947-70E740481C1C}">
                  <a14:useLocalDpi xmlns:a14="http://schemas.microsoft.com/office/drawing/2010/main" val="0"/>
                </a:ext>
              </a:extLst>
            </a:blip>
            <a:srcRect l="18000" r="18000"/>
            <a:stretch/>
          </p:blipFill>
          <p:spPr>
            <a:xfrm>
              <a:off x="3638141" y="1573790"/>
              <a:ext cx="1576797" cy="1576797"/>
            </a:xfrm>
            <a:prstGeom prst="rect">
              <a:avLst/>
            </a:prstGeom>
          </p:spPr>
        </p:pic>
        <p:sp>
          <p:nvSpPr>
            <p:cNvPr id="22" name="矩形 21"/>
            <p:cNvSpPr/>
            <p:nvPr/>
          </p:nvSpPr>
          <p:spPr>
            <a:xfrm>
              <a:off x="3578726" y="3150587"/>
              <a:ext cx="2102442" cy="1200329"/>
            </a:xfrm>
            <a:prstGeom prst="rect">
              <a:avLst/>
            </a:prstGeom>
          </p:spPr>
          <p:txBody>
            <a:bodyPr wrap="square">
              <a:spAutoFit/>
            </a:bodyPr>
            <a:lstStyle/>
            <a:p>
              <a:pPr algn="just">
                <a:lnSpc>
                  <a:spcPct val="150000"/>
                </a:lnSpc>
              </a:pPr>
              <a:r>
                <a:rPr lang="zh-CN" altLang="en-US" sz="1200" dirty="0">
                  <a:latin typeface="幼圆" panose="02010509060101010101" pitchFamily="49" charset="-122"/>
                  <a:ea typeface="幼圆" panose="02010509060101010101" pitchFamily="49" charset="-122"/>
                </a:rPr>
                <a:t>青春期到来以前的未成年人被称为儿童或少年，他们在思想、性格、智力、体魄等方面的可塑儿童教育性很强。</a:t>
              </a:r>
            </a:p>
          </p:txBody>
        </p:sp>
      </p:grpSp>
      <p:sp>
        <p:nvSpPr>
          <p:cNvPr id="23" name="文本框 22"/>
          <p:cNvSpPr txBox="1"/>
          <p:nvPr/>
        </p:nvSpPr>
        <p:spPr>
          <a:xfrm>
            <a:off x="6426113" y="4743948"/>
            <a:ext cx="1405428" cy="400110"/>
          </a:xfrm>
          <a:prstGeom prst="rect">
            <a:avLst/>
          </a:prstGeom>
          <a:noFill/>
        </p:spPr>
        <p:txBody>
          <a:bodyPr wrap="square" rtlCol="0">
            <a:spAutoFit/>
          </a:bodyPr>
          <a:lstStyle/>
          <a:p>
            <a:r>
              <a:rPr lang="zh-CN" altLang="en-US" sz="2000" b="1" dirty="0">
                <a:latin typeface="幼圆" panose="02010509060101010101" pitchFamily="49" charset="-122"/>
                <a:ea typeface="幼圆" panose="02010509060101010101" pitchFamily="49" charset="-122"/>
              </a:rPr>
              <a:t>输入标题</a:t>
            </a:r>
          </a:p>
        </p:txBody>
      </p:sp>
      <p:pic>
        <p:nvPicPr>
          <p:cNvPr id="24" name="图片 23"/>
          <p:cNvPicPr>
            <a:picLocks noChangeAspect="1"/>
          </p:cNvPicPr>
          <p:nvPr/>
        </p:nvPicPr>
        <p:blipFill rotWithShape="1">
          <a:blip r:embed="rId7" cstate="print">
            <a:extLst>
              <a:ext uri="{BEBA8EAE-BF5A-486C-A8C5-ECC9F3942E4B}">
                <a14:imgProps xmlns:a14="http://schemas.microsoft.com/office/drawing/2010/main">
                  <a14:imgLayer r:embed="rId8">
                    <a14:imgEffect>
                      <a14:backgroundRemoval t="12545" b="23758" l="86455" r="100000"/>
                    </a14:imgEffect>
                  </a14:imgLayer>
                </a14:imgProps>
              </a:ext>
              <a:ext uri="{28A0092B-C50C-407E-A947-70E740481C1C}">
                <a14:useLocalDpi xmlns:a14="http://schemas.microsoft.com/office/drawing/2010/main" val="0"/>
              </a:ext>
            </a:extLst>
          </a:blip>
          <a:srcRect l="86984" t="14128" r="-424" b="76808"/>
          <a:stretch/>
        </p:blipFill>
        <p:spPr>
          <a:xfrm rot="1857232">
            <a:off x="3999910" y="5055518"/>
            <a:ext cx="1683052" cy="1702974"/>
          </a:xfrm>
          <a:prstGeom prst="rect">
            <a:avLst/>
          </a:prstGeom>
          <a:effectLst>
            <a:outerShdw blurRad="50800" dist="38100" dir="2700000" algn="tl" rotWithShape="0">
              <a:prstClr val="black">
                <a:alpha val="40000"/>
              </a:prstClr>
            </a:outerShdw>
          </a:effectLst>
        </p:spPr>
      </p:pic>
      <p:pic>
        <p:nvPicPr>
          <p:cNvPr id="25" name="图片 24"/>
          <p:cNvPicPr>
            <a:picLocks noChangeAspect="1"/>
          </p:cNvPicPr>
          <p:nvPr/>
        </p:nvPicPr>
        <p:blipFill rotWithShape="1">
          <a:blip r:embed="rId9" cstate="print">
            <a:extLst>
              <a:ext uri="{BEBA8EAE-BF5A-486C-A8C5-ECC9F3942E4B}">
                <a14:imgProps xmlns:a14="http://schemas.microsoft.com/office/drawing/2010/main">
                  <a14:imgLayer r:embed="rId8">
                    <a14:imgEffect>
                      <a14:backgroundRemoval t="1091" b="10242" l="51091" r="61818"/>
                    </a14:imgEffect>
                  </a14:imgLayer>
                </a14:imgProps>
              </a:ext>
              <a:ext uri="{28A0092B-C50C-407E-A947-70E740481C1C}">
                <a14:useLocalDpi xmlns:a14="http://schemas.microsoft.com/office/drawing/2010/main" val="0"/>
              </a:ext>
            </a:extLst>
          </a:blip>
          <a:srcRect l="51042" r="35939" b="90899"/>
          <a:stretch/>
        </p:blipFill>
        <p:spPr>
          <a:xfrm>
            <a:off x="9220103" y="4630391"/>
            <a:ext cx="1170874" cy="1228048"/>
          </a:xfrm>
          <a:prstGeom prst="rect">
            <a:avLst/>
          </a:prstGeom>
        </p:spPr>
      </p:pic>
      <p:pic>
        <p:nvPicPr>
          <p:cNvPr id="26" name="图片 25"/>
          <p:cNvPicPr>
            <a:picLocks noChangeAspect="1"/>
          </p:cNvPicPr>
          <p:nvPr/>
        </p:nvPicPr>
        <p:blipFill rotWithShape="1">
          <a:blip r:embed="rId10" cstate="print">
            <a:extLst>
              <a:ext uri="{BEBA8EAE-BF5A-486C-A8C5-ECC9F3942E4B}">
                <a14:imgProps xmlns:a14="http://schemas.microsoft.com/office/drawing/2010/main">
                  <a14:imgLayer r:embed="rId8">
                    <a14:imgEffect>
                      <a14:backgroundRemoval t="15939" b="25879" l="0" r="14000"/>
                    </a14:imgEffect>
                  </a14:imgLayer>
                </a14:imgProps>
              </a:ext>
              <a:ext uri="{28A0092B-C50C-407E-A947-70E740481C1C}">
                <a14:useLocalDpi xmlns:a14="http://schemas.microsoft.com/office/drawing/2010/main" val="0"/>
              </a:ext>
            </a:extLst>
          </a:blip>
          <a:srcRect t="15333" r="83114" b="73542"/>
          <a:stretch/>
        </p:blipFill>
        <p:spPr>
          <a:xfrm rot="19644289">
            <a:off x="6590003" y="5221097"/>
            <a:ext cx="1331319" cy="1315821"/>
          </a:xfrm>
          <a:prstGeom prst="rect">
            <a:avLst/>
          </a:prstGeom>
        </p:spPr>
      </p:pic>
    </p:spTree>
    <p:extLst>
      <p:ext uri="{BB962C8B-B14F-4D97-AF65-F5344CB8AC3E}">
        <p14:creationId xmlns:p14="http://schemas.microsoft.com/office/powerpoint/2010/main" val="582275481"/>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7" presetClass="entr" presetSubtype="0" fill="hold" nodeType="after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1000"/>
                                        <p:tgtEl>
                                          <p:spTgt spid="13"/>
                                        </p:tgtEl>
                                      </p:cBhvr>
                                    </p:animEffect>
                                    <p:anim calcmode="lin" valueType="num">
                                      <p:cBhvr>
                                        <p:cTn id="14" dur="1000" fill="hold"/>
                                        <p:tgtEl>
                                          <p:spTgt spid="13"/>
                                        </p:tgtEl>
                                        <p:attrNameLst>
                                          <p:attrName>ppt_x</p:attrName>
                                        </p:attrNameLst>
                                      </p:cBhvr>
                                      <p:tavLst>
                                        <p:tav tm="0">
                                          <p:val>
                                            <p:strVal val="#ppt_x"/>
                                          </p:val>
                                        </p:tav>
                                        <p:tav tm="100000">
                                          <p:val>
                                            <p:strVal val="#ppt_x"/>
                                          </p:val>
                                        </p:tav>
                                      </p:tavLst>
                                    </p:anim>
                                    <p:anim calcmode="lin" valueType="num">
                                      <p:cBhvr>
                                        <p:cTn id="15" dur="1000" fill="hold"/>
                                        <p:tgtEl>
                                          <p:spTgt spid="13"/>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7" presetClass="entr" presetSubtype="0" fill="hold" nodeType="after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1000"/>
                                        <p:tgtEl>
                                          <p:spTgt spid="20"/>
                                        </p:tgtEl>
                                      </p:cBhvr>
                                    </p:animEffect>
                                    <p:anim calcmode="lin" valueType="num">
                                      <p:cBhvr>
                                        <p:cTn id="20" dur="1000" fill="hold"/>
                                        <p:tgtEl>
                                          <p:spTgt spid="20"/>
                                        </p:tgtEl>
                                        <p:attrNameLst>
                                          <p:attrName>ppt_x</p:attrName>
                                        </p:attrNameLst>
                                      </p:cBhvr>
                                      <p:tavLst>
                                        <p:tav tm="0">
                                          <p:val>
                                            <p:strVal val="#ppt_x"/>
                                          </p:val>
                                        </p:tav>
                                        <p:tav tm="100000">
                                          <p:val>
                                            <p:strVal val="#ppt_x"/>
                                          </p:val>
                                        </p:tav>
                                      </p:tavLst>
                                    </p:anim>
                                    <p:anim calcmode="lin" valueType="num">
                                      <p:cBhvr>
                                        <p:cTn id="21"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圆角矩形 14"/>
          <p:cNvSpPr/>
          <p:nvPr/>
        </p:nvSpPr>
        <p:spPr>
          <a:xfrm>
            <a:off x="378114" y="463550"/>
            <a:ext cx="11401425" cy="5857875"/>
          </a:xfrm>
          <a:prstGeom prst="round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 name="组合 15"/>
          <p:cNvGrpSpPr/>
          <p:nvPr/>
        </p:nvGrpSpPr>
        <p:grpSpPr>
          <a:xfrm>
            <a:off x="177047" y="636774"/>
            <a:ext cx="2278560" cy="461665"/>
            <a:chOff x="240439" y="693586"/>
            <a:chExt cx="2278560" cy="461665"/>
          </a:xfrm>
        </p:grpSpPr>
        <p:sp>
          <p:nvSpPr>
            <p:cNvPr id="17" name="文本框 16"/>
            <p:cNvSpPr txBox="1"/>
            <p:nvPr/>
          </p:nvSpPr>
          <p:spPr>
            <a:xfrm>
              <a:off x="642573" y="693586"/>
              <a:ext cx="1876426" cy="461665"/>
            </a:xfrm>
            <a:prstGeom prst="rect">
              <a:avLst/>
            </a:prstGeom>
            <a:noFill/>
          </p:spPr>
          <p:txBody>
            <a:bodyPr wrap="square" rtlCol="0">
              <a:spAutoFit/>
            </a:bodyPr>
            <a:lstStyle/>
            <a:p>
              <a:r>
                <a:rPr lang="zh-CN" altLang="en-US" sz="2400" dirty="0">
                  <a:latin typeface="幼圆" panose="02010509060101010101" pitchFamily="49" charset="-122"/>
                  <a:ea typeface="幼圆" panose="02010509060101010101" pitchFamily="49" charset="-122"/>
                </a:rPr>
                <a:t>输入标题</a:t>
              </a:r>
            </a:p>
          </p:txBody>
        </p:sp>
        <p:sp>
          <p:nvSpPr>
            <p:cNvPr id="18" name="燕尾形 17"/>
            <p:cNvSpPr/>
            <p:nvPr/>
          </p:nvSpPr>
          <p:spPr>
            <a:xfrm>
              <a:off x="240439" y="723352"/>
              <a:ext cx="402134" cy="402134"/>
            </a:xfrm>
            <a:prstGeom prst="chevron">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pic>
        <p:nvPicPr>
          <p:cNvPr id="7" name="图片 6"/>
          <p:cNvPicPr>
            <a:picLocks noChangeAspect="1"/>
          </p:cNvPicPr>
          <p:nvPr/>
        </p:nvPicPr>
        <p:blipFill rotWithShape="1">
          <a:blip r:embed="rId4" cstate="print">
            <a:extLst>
              <a:ext uri="{BEBA8EAE-BF5A-486C-A8C5-ECC9F3942E4B}">
                <a14:imgProps xmlns:a14="http://schemas.microsoft.com/office/drawing/2010/main">
                  <a14:imgLayer r:embed="rId5">
                    <a14:imgEffect>
                      <a14:backgroundRemoval t="52274" b="99697" l="0" r="89991"/>
                    </a14:imgEffect>
                  </a14:imgLayer>
                </a14:imgProps>
              </a:ext>
              <a:ext uri="{28A0092B-C50C-407E-A947-70E740481C1C}">
                <a14:useLocalDpi xmlns:a14="http://schemas.microsoft.com/office/drawing/2010/main" val="0"/>
              </a:ext>
            </a:extLst>
          </a:blip>
          <a:srcRect t="53765"/>
          <a:stretch/>
        </p:blipFill>
        <p:spPr>
          <a:xfrm>
            <a:off x="438171" y="3158529"/>
            <a:ext cx="4571570" cy="3170838"/>
          </a:xfrm>
          <a:prstGeom prst="rect">
            <a:avLst/>
          </a:prstGeom>
        </p:spPr>
      </p:pic>
      <p:grpSp>
        <p:nvGrpSpPr>
          <p:cNvPr id="21" name="组合 20"/>
          <p:cNvGrpSpPr/>
          <p:nvPr/>
        </p:nvGrpSpPr>
        <p:grpSpPr>
          <a:xfrm>
            <a:off x="2455607" y="1426310"/>
            <a:ext cx="7734495" cy="912150"/>
            <a:chOff x="2455607" y="1426310"/>
            <a:chExt cx="7734495" cy="912150"/>
          </a:xfrm>
        </p:grpSpPr>
        <p:grpSp>
          <p:nvGrpSpPr>
            <p:cNvPr id="12" name="组合 11"/>
            <p:cNvGrpSpPr/>
            <p:nvPr/>
          </p:nvGrpSpPr>
          <p:grpSpPr>
            <a:xfrm>
              <a:off x="2455607" y="1426310"/>
              <a:ext cx="7734495" cy="912150"/>
              <a:chOff x="3270652" y="1617091"/>
              <a:chExt cx="6130522" cy="511746"/>
            </a:xfrm>
          </p:grpSpPr>
          <p:sp>
            <p:nvSpPr>
              <p:cNvPr id="20" name="Freeform: Shape 25"/>
              <p:cNvSpPr/>
              <p:nvPr/>
            </p:nvSpPr>
            <p:spPr bwMode="auto">
              <a:xfrm>
                <a:off x="3712379" y="1645667"/>
                <a:ext cx="5688795" cy="465058"/>
              </a:xfrm>
              <a:custGeom>
                <a:avLst/>
                <a:gdLst>
                  <a:gd name="connsiteX0" fmla="*/ 0 w 3672408"/>
                  <a:gd name="connsiteY0" fmla="*/ 0 h 720080"/>
                  <a:gd name="connsiteX1" fmla="*/ 3312368 w 3672408"/>
                  <a:gd name="connsiteY1" fmla="*/ 0 h 720080"/>
                  <a:gd name="connsiteX2" fmla="*/ 3672408 w 3672408"/>
                  <a:gd name="connsiteY2" fmla="*/ 360040 h 720080"/>
                  <a:gd name="connsiteX3" fmla="*/ 3312368 w 3672408"/>
                  <a:gd name="connsiteY3" fmla="*/ 720080 h 720080"/>
                  <a:gd name="connsiteX4" fmla="*/ 0 w 3672408"/>
                  <a:gd name="connsiteY4" fmla="*/ 720080 h 720080"/>
                  <a:gd name="connsiteX5" fmla="*/ 0 w 3672408"/>
                  <a:gd name="connsiteY5" fmla="*/ 0 h 720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72408" h="720080">
                    <a:moveTo>
                      <a:pt x="0" y="0"/>
                    </a:moveTo>
                    <a:lnTo>
                      <a:pt x="3312368" y="0"/>
                    </a:lnTo>
                    <a:cubicBezTo>
                      <a:pt x="3511213" y="0"/>
                      <a:pt x="3672408" y="161195"/>
                      <a:pt x="3672408" y="360040"/>
                    </a:cubicBezTo>
                    <a:cubicBezTo>
                      <a:pt x="3672408" y="558885"/>
                      <a:pt x="3511213" y="720080"/>
                      <a:pt x="3312368" y="720080"/>
                    </a:cubicBezTo>
                    <a:lnTo>
                      <a:pt x="0" y="720080"/>
                    </a:lnTo>
                    <a:lnTo>
                      <a:pt x="0" y="0"/>
                    </a:lnTo>
                    <a:close/>
                  </a:path>
                </a:pathLst>
              </a:custGeom>
              <a:solidFill>
                <a:schemeClr val="accent1">
                  <a:lumMod val="60000"/>
                  <a:lumOff val="40000"/>
                </a:schemeClr>
              </a:solidFill>
              <a:ln w="12700" cap="flat" cmpd="sng" algn="ctr">
                <a:no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a:ea typeface="微软雅黑"/>
                  <a:cs typeface="+mn-cs"/>
                </a:endParaRPr>
              </a:p>
            </p:txBody>
          </p:sp>
          <p:sp>
            <p:nvSpPr>
              <p:cNvPr id="2" name="流程图: 存储数据 1"/>
              <p:cNvSpPr/>
              <p:nvPr/>
            </p:nvSpPr>
            <p:spPr>
              <a:xfrm>
                <a:off x="3270652" y="1617091"/>
                <a:ext cx="682388" cy="511746"/>
              </a:xfrm>
              <a:prstGeom prst="flowChartOnlineStorage">
                <a:avLst/>
              </a:prstGeom>
              <a:solidFill>
                <a:srgbClr val="FF9999"/>
              </a:solidFill>
              <a:ln>
                <a:solidFill>
                  <a:srgbClr val="FF9999"/>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01</a:t>
                </a:r>
                <a:endParaRPr lang="zh-CN" altLang="en-US" dirty="0"/>
              </a:p>
            </p:txBody>
          </p:sp>
        </p:grpSp>
        <p:sp>
          <p:nvSpPr>
            <p:cNvPr id="13" name="矩形 12"/>
            <p:cNvSpPr/>
            <p:nvPr/>
          </p:nvSpPr>
          <p:spPr>
            <a:xfrm>
              <a:off x="3517600" y="1590186"/>
              <a:ext cx="5991030" cy="603050"/>
            </a:xfrm>
            <a:prstGeom prst="rect">
              <a:avLst/>
            </a:prstGeom>
          </p:spPr>
          <p:txBody>
            <a:bodyPr wrap="square">
              <a:spAutoFit/>
            </a:bodyPr>
            <a:lstStyle/>
            <a:p>
              <a:pPr algn="just">
                <a:lnSpc>
                  <a:spcPct val="150000"/>
                </a:lnSpc>
              </a:pPr>
              <a:r>
                <a:rPr lang="zh-CN" altLang="en-US" sz="1200" dirty="0">
                  <a:latin typeface="幼圆" panose="02010509060101010101" pitchFamily="49" charset="-122"/>
                  <a:ea typeface="幼圆" panose="02010509060101010101" pitchFamily="49" charset="-122"/>
                </a:rPr>
                <a:t>青春期到来以前的未成年人被称为儿童或少年，他们在思想、性格、智力、体魄等方面的可塑儿童教育性很强。</a:t>
              </a:r>
            </a:p>
          </p:txBody>
        </p:sp>
      </p:grpSp>
      <p:grpSp>
        <p:nvGrpSpPr>
          <p:cNvPr id="22" name="组合 21"/>
          <p:cNvGrpSpPr/>
          <p:nvPr/>
        </p:nvGrpSpPr>
        <p:grpSpPr>
          <a:xfrm>
            <a:off x="2867653" y="2603264"/>
            <a:ext cx="7734495" cy="912150"/>
            <a:chOff x="2455607" y="1426310"/>
            <a:chExt cx="7734495" cy="912150"/>
          </a:xfrm>
        </p:grpSpPr>
        <p:grpSp>
          <p:nvGrpSpPr>
            <p:cNvPr id="23" name="组合 22"/>
            <p:cNvGrpSpPr/>
            <p:nvPr/>
          </p:nvGrpSpPr>
          <p:grpSpPr>
            <a:xfrm>
              <a:off x="2455607" y="1426310"/>
              <a:ext cx="7734495" cy="912150"/>
              <a:chOff x="3270652" y="1617091"/>
              <a:chExt cx="6130522" cy="511746"/>
            </a:xfrm>
          </p:grpSpPr>
          <p:sp>
            <p:nvSpPr>
              <p:cNvPr id="25" name="Freeform: Shape 25"/>
              <p:cNvSpPr/>
              <p:nvPr/>
            </p:nvSpPr>
            <p:spPr bwMode="auto">
              <a:xfrm>
                <a:off x="3712379" y="1645667"/>
                <a:ext cx="5688795" cy="465058"/>
              </a:xfrm>
              <a:custGeom>
                <a:avLst/>
                <a:gdLst>
                  <a:gd name="connsiteX0" fmla="*/ 0 w 3672408"/>
                  <a:gd name="connsiteY0" fmla="*/ 0 h 720080"/>
                  <a:gd name="connsiteX1" fmla="*/ 3312368 w 3672408"/>
                  <a:gd name="connsiteY1" fmla="*/ 0 h 720080"/>
                  <a:gd name="connsiteX2" fmla="*/ 3672408 w 3672408"/>
                  <a:gd name="connsiteY2" fmla="*/ 360040 h 720080"/>
                  <a:gd name="connsiteX3" fmla="*/ 3312368 w 3672408"/>
                  <a:gd name="connsiteY3" fmla="*/ 720080 h 720080"/>
                  <a:gd name="connsiteX4" fmla="*/ 0 w 3672408"/>
                  <a:gd name="connsiteY4" fmla="*/ 720080 h 720080"/>
                  <a:gd name="connsiteX5" fmla="*/ 0 w 3672408"/>
                  <a:gd name="connsiteY5" fmla="*/ 0 h 720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72408" h="720080">
                    <a:moveTo>
                      <a:pt x="0" y="0"/>
                    </a:moveTo>
                    <a:lnTo>
                      <a:pt x="3312368" y="0"/>
                    </a:lnTo>
                    <a:cubicBezTo>
                      <a:pt x="3511213" y="0"/>
                      <a:pt x="3672408" y="161195"/>
                      <a:pt x="3672408" y="360040"/>
                    </a:cubicBezTo>
                    <a:cubicBezTo>
                      <a:pt x="3672408" y="558885"/>
                      <a:pt x="3511213" y="720080"/>
                      <a:pt x="3312368" y="720080"/>
                    </a:cubicBezTo>
                    <a:lnTo>
                      <a:pt x="0" y="720080"/>
                    </a:lnTo>
                    <a:lnTo>
                      <a:pt x="0" y="0"/>
                    </a:lnTo>
                    <a:close/>
                  </a:path>
                </a:pathLst>
              </a:custGeom>
              <a:solidFill>
                <a:schemeClr val="accent1">
                  <a:lumMod val="60000"/>
                  <a:lumOff val="40000"/>
                </a:schemeClr>
              </a:solidFill>
              <a:ln w="12700" cap="flat" cmpd="sng" algn="ctr">
                <a:no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a:ea typeface="微软雅黑"/>
                  <a:cs typeface="+mn-cs"/>
                </a:endParaRPr>
              </a:p>
            </p:txBody>
          </p:sp>
          <p:sp>
            <p:nvSpPr>
              <p:cNvPr id="26" name="流程图: 存储数据 25"/>
              <p:cNvSpPr/>
              <p:nvPr/>
            </p:nvSpPr>
            <p:spPr>
              <a:xfrm>
                <a:off x="3270652" y="1617091"/>
                <a:ext cx="682388" cy="511746"/>
              </a:xfrm>
              <a:prstGeom prst="flowChartOnlineStorage">
                <a:avLst/>
              </a:prstGeom>
              <a:solidFill>
                <a:srgbClr val="FF9999"/>
              </a:solidFill>
              <a:ln>
                <a:solidFill>
                  <a:srgbClr val="FF9999"/>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01</a:t>
                </a:r>
                <a:endParaRPr lang="zh-CN" altLang="en-US" dirty="0"/>
              </a:p>
            </p:txBody>
          </p:sp>
        </p:grpSp>
        <p:sp>
          <p:nvSpPr>
            <p:cNvPr id="24" name="矩形 23"/>
            <p:cNvSpPr/>
            <p:nvPr/>
          </p:nvSpPr>
          <p:spPr>
            <a:xfrm>
              <a:off x="3517600" y="1590186"/>
              <a:ext cx="5991030" cy="603050"/>
            </a:xfrm>
            <a:prstGeom prst="rect">
              <a:avLst/>
            </a:prstGeom>
          </p:spPr>
          <p:txBody>
            <a:bodyPr wrap="square">
              <a:spAutoFit/>
            </a:bodyPr>
            <a:lstStyle/>
            <a:p>
              <a:pPr algn="just">
                <a:lnSpc>
                  <a:spcPct val="150000"/>
                </a:lnSpc>
              </a:pPr>
              <a:r>
                <a:rPr lang="zh-CN" altLang="en-US" sz="1200" dirty="0">
                  <a:latin typeface="幼圆" panose="02010509060101010101" pitchFamily="49" charset="-122"/>
                  <a:ea typeface="幼圆" panose="02010509060101010101" pitchFamily="49" charset="-122"/>
                </a:rPr>
                <a:t>青春期到来以前的未成年人被称为儿童或少年，他们在思想、性格、智力、体魄等方面的可塑儿童教育性很强。</a:t>
              </a:r>
            </a:p>
          </p:txBody>
        </p:sp>
      </p:grpSp>
      <p:grpSp>
        <p:nvGrpSpPr>
          <p:cNvPr id="27" name="组合 26"/>
          <p:cNvGrpSpPr/>
          <p:nvPr/>
        </p:nvGrpSpPr>
        <p:grpSpPr>
          <a:xfrm>
            <a:off x="3298116" y="3780218"/>
            <a:ext cx="7734495" cy="912150"/>
            <a:chOff x="2455607" y="1426310"/>
            <a:chExt cx="7734495" cy="912150"/>
          </a:xfrm>
        </p:grpSpPr>
        <p:grpSp>
          <p:nvGrpSpPr>
            <p:cNvPr id="28" name="组合 27"/>
            <p:cNvGrpSpPr/>
            <p:nvPr/>
          </p:nvGrpSpPr>
          <p:grpSpPr>
            <a:xfrm>
              <a:off x="2455607" y="1426310"/>
              <a:ext cx="7734495" cy="912150"/>
              <a:chOff x="3270652" y="1617091"/>
              <a:chExt cx="6130522" cy="511746"/>
            </a:xfrm>
          </p:grpSpPr>
          <p:sp>
            <p:nvSpPr>
              <p:cNvPr id="30" name="Freeform: Shape 25"/>
              <p:cNvSpPr/>
              <p:nvPr/>
            </p:nvSpPr>
            <p:spPr bwMode="auto">
              <a:xfrm>
                <a:off x="3712379" y="1645667"/>
                <a:ext cx="5688795" cy="465058"/>
              </a:xfrm>
              <a:custGeom>
                <a:avLst/>
                <a:gdLst>
                  <a:gd name="connsiteX0" fmla="*/ 0 w 3672408"/>
                  <a:gd name="connsiteY0" fmla="*/ 0 h 720080"/>
                  <a:gd name="connsiteX1" fmla="*/ 3312368 w 3672408"/>
                  <a:gd name="connsiteY1" fmla="*/ 0 h 720080"/>
                  <a:gd name="connsiteX2" fmla="*/ 3672408 w 3672408"/>
                  <a:gd name="connsiteY2" fmla="*/ 360040 h 720080"/>
                  <a:gd name="connsiteX3" fmla="*/ 3312368 w 3672408"/>
                  <a:gd name="connsiteY3" fmla="*/ 720080 h 720080"/>
                  <a:gd name="connsiteX4" fmla="*/ 0 w 3672408"/>
                  <a:gd name="connsiteY4" fmla="*/ 720080 h 720080"/>
                  <a:gd name="connsiteX5" fmla="*/ 0 w 3672408"/>
                  <a:gd name="connsiteY5" fmla="*/ 0 h 720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72408" h="720080">
                    <a:moveTo>
                      <a:pt x="0" y="0"/>
                    </a:moveTo>
                    <a:lnTo>
                      <a:pt x="3312368" y="0"/>
                    </a:lnTo>
                    <a:cubicBezTo>
                      <a:pt x="3511213" y="0"/>
                      <a:pt x="3672408" y="161195"/>
                      <a:pt x="3672408" y="360040"/>
                    </a:cubicBezTo>
                    <a:cubicBezTo>
                      <a:pt x="3672408" y="558885"/>
                      <a:pt x="3511213" y="720080"/>
                      <a:pt x="3312368" y="720080"/>
                    </a:cubicBezTo>
                    <a:lnTo>
                      <a:pt x="0" y="720080"/>
                    </a:lnTo>
                    <a:lnTo>
                      <a:pt x="0" y="0"/>
                    </a:lnTo>
                    <a:close/>
                  </a:path>
                </a:pathLst>
              </a:custGeom>
              <a:solidFill>
                <a:schemeClr val="accent1">
                  <a:lumMod val="60000"/>
                  <a:lumOff val="40000"/>
                </a:schemeClr>
              </a:solidFill>
              <a:ln w="12700" cap="flat" cmpd="sng" algn="ctr">
                <a:no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a:ea typeface="微软雅黑"/>
                  <a:cs typeface="+mn-cs"/>
                </a:endParaRPr>
              </a:p>
            </p:txBody>
          </p:sp>
          <p:sp>
            <p:nvSpPr>
              <p:cNvPr id="31" name="流程图: 存储数据 30"/>
              <p:cNvSpPr/>
              <p:nvPr/>
            </p:nvSpPr>
            <p:spPr>
              <a:xfrm>
                <a:off x="3270652" y="1617091"/>
                <a:ext cx="682388" cy="511746"/>
              </a:xfrm>
              <a:prstGeom prst="flowChartOnlineStorage">
                <a:avLst/>
              </a:prstGeom>
              <a:solidFill>
                <a:srgbClr val="FF9999"/>
              </a:solidFill>
              <a:ln>
                <a:solidFill>
                  <a:srgbClr val="FF9999"/>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01</a:t>
                </a:r>
                <a:endParaRPr lang="zh-CN" altLang="en-US" dirty="0"/>
              </a:p>
            </p:txBody>
          </p:sp>
        </p:grpSp>
        <p:sp>
          <p:nvSpPr>
            <p:cNvPr id="29" name="矩形 28"/>
            <p:cNvSpPr/>
            <p:nvPr/>
          </p:nvSpPr>
          <p:spPr>
            <a:xfrm>
              <a:off x="3517600" y="1590186"/>
              <a:ext cx="5991030" cy="603050"/>
            </a:xfrm>
            <a:prstGeom prst="rect">
              <a:avLst/>
            </a:prstGeom>
          </p:spPr>
          <p:txBody>
            <a:bodyPr wrap="square">
              <a:spAutoFit/>
            </a:bodyPr>
            <a:lstStyle/>
            <a:p>
              <a:pPr algn="just">
                <a:lnSpc>
                  <a:spcPct val="150000"/>
                </a:lnSpc>
              </a:pPr>
              <a:r>
                <a:rPr lang="zh-CN" altLang="en-US" sz="1200" dirty="0">
                  <a:latin typeface="幼圆" panose="02010509060101010101" pitchFamily="49" charset="-122"/>
                  <a:ea typeface="幼圆" panose="02010509060101010101" pitchFamily="49" charset="-122"/>
                </a:rPr>
                <a:t>青春期到来以前的未成年人被称为儿童或少年，他们在思想、性格、智力、体魄等方面的可塑儿童教育性很强。</a:t>
              </a:r>
            </a:p>
          </p:txBody>
        </p:sp>
      </p:grpSp>
      <p:grpSp>
        <p:nvGrpSpPr>
          <p:cNvPr id="32" name="组合 31"/>
          <p:cNvGrpSpPr/>
          <p:nvPr/>
        </p:nvGrpSpPr>
        <p:grpSpPr>
          <a:xfrm>
            <a:off x="3695241" y="4957171"/>
            <a:ext cx="7734495" cy="912150"/>
            <a:chOff x="2455607" y="1426310"/>
            <a:chExt cx="7734495" cy="912150"/>
          </a:xfrm>
        </p:grpSpPr>
        <p:grpSp>
          <p:nvGrpSpPr>
            <p:cNvPr id="33" name="组合 32"/>
            <p:cNvGrpSpPr/>
            <p:nvPr/>
          </p:nvGrpSpPr>
          <p:grpSpPr>
            <a:xfrm>
              <a:off x="2455607" y="1426310"/>
              <a:ext cx="7734495" cy="912150"/>
              <a:chOff x="3270652" y="1617091"/>
              <a:chExt cx="6130522" cy="511746"/>
            </a:xfrm>
          </p:grpSpPr>
          <p:sp>
            <p:nvSpPr>
              <p:cNvPr id="35" name="Freeform: Shape 25"/>
              <p:cNvSpPr/>
              <p:nvPr/>
            </p:nvSpPr>
            <p:spPr bwMode="auto">
              <a:xfrm>
                <a:off x="3712379" y="1645667"/>
                <a:ext cx="5688795" cy="465058"/>
              </a:xfrm>
              <a:custGeom>
                <a:avLst/>
                <a:gdLst>
                  <a:gd name="connsiteX0" fmla="*/ 0 w 3672408"/>
                  <a:gd name="connsiteY0" fmla="*/ 0 h 720080"/>
                  <a:gd name="connsiteX1" fmla="*/ 3312368 w 3672408"/>
                  <a:gd name="connsiteY1" fmla="*/ 0 h 720080"/>
                  <a:gd name="connsiteX2" fmla="*/ 3672408 w 3672408"/>
                  <a:gd name="connsiteY2" fmla="*/ 360040 h 720080"/>
                  <a:gd name="connsiteX3" fmla="*/ 3312368 w 3672408"/>
                  <a:gd name="connsiteY3" fmla="*/ 720080 h 720080"/>
                  <a:gd name="connsiteX4" fmla="*/ 0 w 3672408"/>
                  <a:gd name="connsiteY4" fmla="*/ 720080 h 720080"/>
                  <a:gd name="connsiteX5" fmla="*/ 0 w 3672408"/>
                  <a:gd name="connsiteY5" fmla="*/ 0 h 720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72408" h="720080">
                    <a:moveTo>
                      <a:pt x="0" y="0"/>
                    </a:moveTo>
                    <a:lnTo>
                      <a:pt x="3312368" y="0"/>
                    </a:lnTo>
                    <a:cubicBezTo>
                      <a:pt x="3511213" y="0"/>
                      <a:pt x="3672408" y="161195"/>
                      <a:pt x="3672408" y="360040"/>
                    </a:cubicBezTo>
                    <a:cubicBezTo>
                      <a:pt x="3672408" y="558885"/>
                      <a:pt x="3511213" y="720080"/>
                      <a:pt x="3312368" y="720080"/>
                    </a:cubicBezTo>
                    <a:lnTo>
                      <a:pt x="0" y="720080"/>
                    </a:lnTo>
                    <a:lnTo>
                      <a:pt x="0" y="0"/>
                    </a:lnTo>
                    <a:close/>
                  </a:path>
                </a:pathLst>
              </a:custGeom>
              <a:solidFill>
                <a:schemeClr val="accent1">
                  <a:lumMod val="60000"/>
                  <a:lumOff val="40000"/>
                </a:schemeClr>
              </a:solidFill>
              <a:ln w="12700" cap="flat" cmpd="sng" algn="ctr">
                <a:no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Arial"/>
                  <a:ea typeface="微软雅黑"/>
                  <a:cs typeface="+mn-cs"/>
                </a:endParaRPr>
              </a:p>
            </p:txBody>
          </p:sp>
          <p:sp>
            <p:nvSpPr>
              <p:cNvPr id="36" name="流程图: 存储数据 35"/>
              <p:cNvSpPr/>
              <p:nvPr/>
            </p:nvSpPr>
            <p:spPr>
              <a:xfrm>
                <a:off x="3270652" y="1617091"/>
                <a:ext cx="682388" cy="511746"/>
              </a:xfrm>
              <a:prstGeom prst="flowChartOnlineStorage">
                <a:avLst/>
              </a:prstGeom>
              <a:solidFill>
                <a:srgbClr val="FF9999"/>
              </a:solidFill>
              <a:ln>
                <a:solidFill>
                  <a:srgbClr val="FF9999"/>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01</a:t>
                </a:r>
                <a:endParaRPr lang="zh-CN" altLang="en-US" dirty="0"/>
              </a:p>
            </p:txBody>
          </p:sp>
        </p:grpSp>
        <p:sp>
          <p:nvSpPr>
            <p:cNvPr id="34" name="矩形 33"/>
            <p:cNvSpPr/>
            <p:nvPr/>
          </p:nvSpPr>
          <p:spPr>
            <a:xfrm>
              <a:off x="3517600" y="1590186"/>
              <a:ext cx="5991030" cy="603050"/>
            </a:xfrm>
            <a:prstGeom prst="rect">
              <a:avLst/>
            </a:prstGeom>
          </p:spPr>
          <p:txBody>
            <a:bodyPr wrap="square">
              <a:spAutoFit/>
            </a:bodyPr>
            <a:lstStyle/>
            <a:p>
              <a:pPr algn="just">
                <a:lnSpc>
                  <a:spcPct val="150000"/>
                </a:lnSpc>
              </a:pPr>
              <a:r>
                <a:rPr lang="zh-CN" altLang="en-US" sz="1200" dirty="0">
                  <a:latin typeface="幼圆" panose="02010509060101010101" pitchFamily="49" charset="-122"/>
                  <a:ea typeface="幼圆" panose="02010509060101010101" pitchFamily="49" charset="-122"/>
                </a:rPr>
                <a:t>青春期到来以前的未成年人被称为儿童或少年，他们在思想、性格、智力、体魄等方面的可塑儿童教育性很强。</a:t>
              </a:r>
            </a:p>
          </p:txBody>
        </p:sp>
      </p:grpSp>
    </p:spTree>
    <p:extLst>
      <p:ext uri="{BB962C8B-B14F-4D97-AF65-F5344CB8AC3E}">
        <p14:creationId xmlns:p14="http://schemas.microsoft.com/office/powerpoint/2010/main" val="3430585282"/>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wipe(left)">
                                      <p:cBhvr>
                                        <p:cTn id="11" dur="500"/>
                                        <p:tgtEl>
                                          <p:spTgt spid="22"/>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500"/>
                                        <p:tgtEl>
                                          <p:spTgt spid="27"/>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wipe(left)">
                                      <p:cBhvr>
                                        <p:cTn id="19"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a:xfrm>
            <a:off x="395287" y="599591"/>
            <a:ext cx="11401425" cy="5857875"/>
          </a:xfrm>
          <a:prstGeom prst="round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圆角矩形 30"/>
          <p:cNvSpPr/>
          <p:nvPr/>
        </p:nvSpPr>
        <p:spPr>
          <a:xfrm>
            <a:off x="814386" y="715389"/>
            <a:ext cx="10563227" cy="5427222"/>
          </a:xfrm>
          <a:prstGeom prst="roundRect">
            <a:avLst/>
          </a:prstGeom>
          <a:noFill/>
          <a:ln>
            <a:solidFill>
              <a:schemeClr val="accent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4587977" y="3136612"/>
            <a:ext cx="3244645" cy="584775"/>
          </a:xfrm>
          <a:prstGeom prst="rect">
            <a:avLst/>
          </a:prstGeom>
          <a:noFill/>
        </p:spPr>
        <p:txBody>
          <a:bodyPr wrap="square" rtlCol="0">
            <a:spAutoFit/>
          </a:bodyPr>
          <a:lstStyle/>
          <a:p>
            <a:pPr algn="dist"/>
            <a:r>
              <a:rPr lang="zh-CN" altLang="en-US" sz="3200" dirty="0">
                <a:solidFill>
                  <a:schemeClr val="tx1">
                    <a:lumMod val="85000"/>
                    <a:lumOff val="15000"/>
                  </a:schemeClr>
                </a:solidFill>
                <a:latin typeface="方正字迹-元童楷隶简体" panose="02010600010101010101" pitchFamily="2" charset="-122"/>
                <a:ea typeface="方正字迹-元童楷隶简体" panose="02010600010101010101" pitchFamily="2" charset="-122"/>
              </a:rPr>
              <a:t>输入标题</a:t>
            </a:r>
          </a:p>
        </p:txBody>
      </p:sp>
      <p:sp>
        <p:nvSpPr>
          <p:cNvPr id="32" name="五角星 20"/>
          <p:cNvSpPr/>
          <p:nvPr/>
        </p:nvSpPr>
        <p:spPr>
          <a:xfrm>
            <a:off x="461957" y="4701653"/>
            <a:ext cx="704858" cy="704857"/>
          </a:xfrm>
          <a:custGeom>
            <a:avLst/>
            <a:gdLst>
              <a:gd name="connsiteX0" fmla="*/ 1 w 1147078"/>
              <a:gd name="connsiteY0" fmla="*/ 438144 h 1147078"/>
              <a:gd name="connsiteX1" fmla="*/ 438147 w 1147078"/>
              <a:gd name="connsiteY1" fmla="*/ 438147 h 1147078"/>
              <a:gd name="connsiteX2" fmla="*/ 573539 w 1147078"/>
              <a:gd name="connsiteY2" fmla="*/ 0 h 1147078"/>
              <a:gd name="connsiteX3" fmla="*/ 708931 w 1147078"/>
              <a:gd name="connsiteY3" fmla="*/ 438147 h 1147078"/>
              <a:gd name="connsiteX4" fmla="*/ 1147077 w 1147078"/>
              <a:gd name="connsiteY4" fmla="*/ 438144 h 1147078"/>
              <a:gd name="connsiteX5" fmla="*/ 792607 w 1147078"/>
              <a:gd name="connsiteY5" fmla="*/ 708930 h 1147078"/>
              <a:gd name="connsiteX6" fmla="*/ 928005 w 1147078"/>
              <a:gd name="connsiteY6" fmla="*/ 1147075 h 1147078"/>
              <a:gd name="connsiteX7" fmla="*/ 573539 w 1147078"/>
              <a:gd name="connsiteY7" fmla="*/ 876284 h 1147078"/>
              <a:gd name="connsiteX8" fmla="*/ 219073 w 1147078"/>
              <a:gd name="connsiteY8" fmla="*/ 1147075 h 1147078"/>
              <a:gd name="connsiteX9" fmla="*/ 354471 w 1147078"/>
              <a:gd name="connsiteY9" fmla="*/ 708930 h 1147078"/>
              <a:gd name="connsiteX10" fmla="*/ 1 w 1147078"/>
              <a:gd name="connsiteY10" fmla="*/ 438144 h 1147078"/>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7076" h="1147075">
                <a:moveTo>
                  <a:pt x="0" y="438144"/>
                </a:moveTo>
                <a:lnTo>
                  <a:pt x="438146" y="438147"/>
                </a:lnTo>
                <a:cubicBezTo>
                  <a:pt x="411839" y="249235"/>
                  <a:pt x="528407" y="146049"/>
                  <a:pt x="573538" y="0"/>
                </a:cubicBezTo>
                <a:cubicBezTo>
                  <a:pt x="618669" y="146049"/>
                  <a:pt x="692374" y="220661"/>
                  <a:pt x="708930" y="438147"/>
                </a:cubicBezTo>
                <a:lnTo>
                  <a:pt x="1147076" y="438144"/>
                </a:lnTo>
                <a:cubicBezTo>
                  <a:pt x="1028919" y="528406"/>
                  <a:pt x="1025063" y="761543"/>
                  <a:pt x="792606" y="708930"/>
                </a:cubicBezTo>
                <a:cubicBezTo>
                  <a:pt x="909176" y="912128"/>
                  <a:pt x="882871" y="1001027"/>
                  <a:pt x="928004" y="1147075"/>
                </a:cubicBezTo>
                <a:lnTo>
                  <a:pt x="587826" y="947722"/>
                </a:lnTo>
                <a:lnTo>
                  <a:pt x="219072" y="1147075"/>
                </a:lnTo>
                <a:cubicBezTo>
                  <a:pt x="264205" y="1001027"/>
                  <a:pt x="180749" y="840691"/>
                  <a:pt x="354470" y="708930"/>
                </a:cubicBezTo>
                <a:cubicBezTo>
                  <a:pt x="236313" y="618668"/>
                  <a:pt x="146732" y="671281"/>
                  <a:pt x="0" y="438144"/>
                </a:cubicBezTo>
                <a:close/>
              </a:path>
            </a:pathLst>
          </a:custGeom>
          <a:solidFill>
            <a:srgbClr val="FDD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3" name="五角星 20"/>
          <p:cNvSpPr/>
          <p:nvPr/>
        </p:nvSpPr>
        <p:spPr>
          <a:xfrm>
            <a:off x="461957" y="2652705"/>
            <a:ext cx="704858" cy="704857"/>
          </a:xfrm>
          <a:custGeom>
            <a:avLst/>
            <a:gdLst>
              <a:gd name="connsiteX0" fmla="*/ 1 w 1147078"/>
              <a:gd name="connsiteY0" fmla="*/ 438144 h 1147078"/>
              <a:gd name="connsiteX1" fmla="*/ 438147 w 1147078"/>
              <a:gd name="connsiteY1" fmla="*/ 438147 h 1147078"/>
              <a:gd name="connsiteX2" fmla="*/ 573539 w 1147078"/>
              <a:gd name="connsiteY2" fmla="*/ 0 h 1147078"/>
              <a:gd name="connsiteX3" fmla="*/ 708931 w 1147078"/>
              <a:gd name="connsiteY3" fmla="*/ 438147 h 1147078"/>
              <a:gd name="connsiteX4" fmla="*/ 1147077 w 1147078"/>
              <a:gd name="connsiteY4" fmla="*/ 438144 h 1147078"/>
              <a:gd name="connsiteX5" fmla="*/ 792607 w 1147078"/>
              <a:gd name="connsiteY5" fmla="*/ 708930 h 1147078"/>
              <a:gd name="connsiteX6" fmla="*/ 928005 w 1147078"/>
              <a:gd name="connsiteY6" fmla="*/ 1147075 h 1147078"/>
              <a:gd name="connsiteX7" fmla="*/ 573539 w 1147078"/>
              <a:gd name="connsiteY7" fmla="*/ 876284 h 1147078"/>
              <a:gd name="connsiteX8" fmla="*/ 219073 w 1147078"/>
              <a:gd name="connsiteY8" fmla="*/ 1147075 h 1147078"/>
              <a:gd name="connsiteX9" fmla="*/ 354471 w 1147078"/>
              <a:gd name="connsiteY9" fmla="*/ 708930 h 1147078"/>
              <a:gd name="connsiteX10" fmla="*/ 1 w 1147078"/>
              <a:gd name="connsiteY10" fmla="*/ 438144 h 1147078"/>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7076" h="1147075">
                <a:moveTo>
                  <a:pt x="0" y="438144"/>
                </a:moveTo>
                <a:lnTo>
                  <a:pt x="438146" y="438147"/>
                </a:lnTo>
                <a:cubicBezTo>
                  <a:pt x="411839" y="249235"/>
                  <a:pt x="528407" y="146049"/>
                  <a:pt x="573538" y="0"/>
                </a:cubicBezTo>
                <a:cubicBezTo>
                  <a:pt x="618669" y="146049"/>
                  <a:pt x="692374" y="220661"/>
                  <a:pt x="708930" y="438147"/>
                </a:cubicBezTo>
                <a:lnTo>
                  <a:pt x="1147076" y="438144"/>
                </a:lnTo>
                <a:cubicBezTo>
                  <a:pt x="1028919" y="528406"/>
                  <a:pt x="1025063" y="761543"/>
                  <a:pt x="792606" y="708930"/>
                </a:cubicBezTo>
                <a:cubicBezTo>
                  <a:pt x="909176" y="912128"/>
                  <a:pt x="882871" y="1001027"/>
                  <a:pt x="928004" y="1147075"/>
                </a:cubicBezTo>
                <a:lnTo>
                  <a:pt x="587826" y="947722"/>
                </a:lnTo>
                <a:lnTo>
                  <a:pt x="219072" y="1147075"/>
                </a:lnTo>
                <a:cubicBezTo>
                  <a:pt x="264205" y="1001027"/>
                  <a:pt x="180749" y="840691"/>
                  <a:pt x="354470" y="708930"/>
                </a:cubicBezTo>
                <a:cubicBezTo>
                  <a:pt x="236313" y="618668"/>
                  <a:pt x="146732" y="671281"/>
                  <a:pt x="0" y="438144"/>
                </a:cubicBezTo>
                <a:close/>
              </a:path>
            </a:pathLst>
          </a:custGeom>
          <a:solidFill>
            <a:srgbClr val="FDD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4" name="五角星 20"/>
          <p:cNvSpPr/>
          <p:nvPr/>
        </p:nvSpPr>
        <p:spPr>
          <a:xfrm>
            <a:off x="814386" y="599592"/>
            <a:ext cx="704858" cy="704857"/>
          </a:xfrm>
          <a:custGeom>
            <a:avLst/>
            <a:gdLst>
              <a:gd name="connsiteX0" fmla="*/ 1 w 1147078"/>
              <a:gd name="connsiteY0" fmla="*/ 438144 h 1147078"/>
              <a:gd name="connsiteX1" fmla="*/ 438147 w 1147078"/>
              <a:gd name="connsiteY1" fmla="*/ 438147 h 1147078"/>
              <a:gd name="connsiteX2" fmla="*/ 573539 w 1147078"/>
              <a:gd name="connsiteY2" fmla="*/ 0 h 1147078"/>
              <a:gd name="connsiteX3" fmla="*/ 708931 w 1147078"/>
              <a:gd name="connsiteY3" fmla="*/ 438147 h 1147078"/>
              <a:gd name="connsiteX4" fmla="*/ 1147077 w 1147078"/>
              <a:gd name="connsiteY4" fmla="*/ 438144 h 1147078"/>
              <a:gd name="connsiteX5" fmla="*/ 792607 w 1147078"/>
              <a:gd name="connsiteY5" fmla="*/ 708930 h 1147078"/>
              <a:gd name="connsiteX6" fmla="*/ 928005 w 1147078"/>
              <a:gd name="connsiteY6" fmla="*/ 1147075 h 1147078"/>
              <a:gd name="connsiteX7" fmla="*/ 573539 w 1147078"/>
              <a:gd name="connsiteY7" fmla="*/ 876284 h 1147078"/>
              <a:gd name="connsiteX8" fmla="*/ 219073 w 1147078"/>
              <a:gd name="connsiteY8" fmla="*/ 1147075 h 1147078"/>
              <a:gd name="connsiteX9" fmla="*/ 354471 w 1147078"/>
              <a:gd name="connsiteY9" fmla="*/ 708930 h 1147078"/>
              <a:gd name="connsiteX10" fmla="*/ 1 w 1147078"/>
              <a:gd name="connsiteY10" fmla="*/ 438144 h 1147078"/>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7076" h="1147075">
                <a:moveTo>
                  <a:pt x="0" y="438144"/>
                </a:moveTo>
                <a:lnTo>
                  <a:pt x="438146" y="438147"/>
                </a:lnTo>
                <a:cubicBezTo>
                  <a:pt x="411839" y="249235"/>
                  <a:pt x="528407" y="146049"/>
                  <a:pt x="573538" y="0"/>
                </a:cubicBezTo>
                <a:cubicBezTo>
                  <a:pt x="618669" y="146049"/>
                  <a:pt x="692374" y="220661"/>
                  <a:pt x="708930" y="438147"/>
                </a:cubicBezTo>
                <a:lnTo>
                  <a:pt x="1147076" y="438144"/>
                </a:lnTo>
                <a:cubicBezTo>
                  <a:pt x="1028919" y="528406"/>
                  <a:pt x="1025063" y="761543"/>
                  <a:pt x="792606" y="708930"/>
                </a:cubicBezTo>
                <a:cubicBezTo>
                  <a:pt x="909176" y="912128"/>
                  <a:pt x="882871" y="1001027"/>
                  <a:pt x="928004" y="1147075"/>
                </a:cubicBezTo>
                <a:lnTo>
                  <a:pt x="587826" y="947722"/>
                </a:lnTo>
                <a:lnTo>
                  <a:pt x="219072" y="1147075"/>
                </a:lnTo>
                <a:cubicBezTo>
                  <a:pt x="264205" y="1001027"/>
                  <a:pt x="180749" y="840691"/>
                  <a:pt x="354470" y="708930"/>
                </a:cubicBezTo>
                <a:cubicBezTo>
                  <a:pt x="236313" y="618668"/>
                  <a:pt x="146732" y="671281"/>
                  <a:pt x="0" y="438144"/>
                </a:cubicBezTo>
                <a:close/>
              </a:path>
            </a:pathLst>
          </a:custGeom>
          <a:solidFill>
            <a:srgbClr val="FDD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5" name="五角星 20"/>
          <p:cNvSpPr/>
          <p:nvPr/>
        </p:nvSpPr>
        <p:spPr>
          <a:xfrm>
            <a:off x="2599634" y="362960"/>
            <a:ext cx="704858" cy="704857"/>
          </a:xfrm>
          <a:custGeom>
            <a:avLst/>
            <a:gdLst>
              <a:gd name="connsiteX0" fmla="*/ 1 w 1147078"/>
              <a:gd name="connsiteY0" fmla="*/ 438144 h 1147078"/>
              <a:gd name="connsiteX1" fmla="*/ 438147 w 1147078"/>
              <a:gd name="connsiteY1" fmla="*/ 438147 h 1147078"/>
              <a:gd name="connsiteX2" fmla="*/ 573539 w 1147078"/>
              <a:gd name="connsiteY2" fmla="*/ 0 h 1147078"/>
              <a:gd name="connsiteX3" fmla="*/ 708931 w 1147078"/>
              <a:gd name="connsiteY3" fmla="*/ 438147 h 1147078"/>
              <a:gd name="connsiteX4" fmla="*/ 1147077 w 1147078"/>
              <a:gd name="connsiteY4" fmla="*/ 438144 h 1147078"/>
              <a:gd name="connsiteX5" fmla="*/ 792607 w 1147078"/>
              <a:gd name="connsiteY5" fmla="*/ 708930 h 1147078"/>
              <a:gd name="connsiteX6" fmla="*/ 928005 w 1147078"/>
              <a:gd name="connsiteY6" fmla="*/ 1147075 h 1147078"/>
              <a:gd name="connsiteX7" fmla="*/ 573539 w 1147078"/>
              <a:gd name="connsiteY7" fmla="*/ 876284 h 1147078"/>
              <a:gd name="connsiteX8" fmla="*/ 219073 w 1147078"/>
              <a:gd name="connsiteY8" fmla="*/ 1147075 h 1147078"/>
              <a:gd name="connsiteX9" fmla="*/ 354471 w 1147078"/>
              <a:gd name="connsiteY9" fmla="*/ 708930 h 1147078"/>
              <a:gd name="connsiteX10" fmla="*/ 1 w 1147078"/>
              <a:gd name="connsiteY10" fmla="*/ 438144 h 1147078"/>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7076" h="1147075">
                <a:moveTo>
                  <a:pt x="0" y="438144"/>
                </a:moveTo>
                <a:lnTo>
                  <a:pt x="438146" y="438147"/>
                </a:lnTo>
                <a:cubicBezTo>
                  <a:pt x="411839" y="249235"/>
                  <a:pt x="528407" y="146049"/>
                  <a:pt x="573538" y="0"/>
                </a:cubicBezTo>
                <a:cubicBezTo>
                  <a:pt x="618669" y="146049"/>
                  <a:pt x="692374" y="220661"/>
                  <a:pt x="708930" y="438147"/>
                </a:cubicBezTo>
                <a:lnTo>
                  <a:pt x="1147076" y="438144"/>
                </a:lnTo>
                <a:cubicBezTo>
                  <a:pt x="1028919" y="528406"/>
                  <a:pt x="1025063" y="761543"/>
                  <a:pt x="792606" y="708930"/>
                </a:cubicBezTo>
                <a:cubicBezTo>
                  <a:pt x="909176" y="912128"/>
                  <a:pt x="882871" y="1001027"/>
                  <a:pt x="928004" y="1147075"/>
                </a:cubicBezTo>
                <a:lnTo>
                  <a:pt x="587826" y="947722"/>
                </a:lnTo>
                <a:lnTo>
                  <a:pt x="219072" y="1147075"/>
                </a:lnTo>
                <a:cubicBezTo>
                  <a:pt x="264205" y="1001027"/>
                  <a:pt x="180749" y="840691"/>
                  <a:pt x="354470" y="708930"/>
                </a:cubicBezTo>
                <a:cubicBezTo>
                  <a:pt x="236313" y="618668"/>
                  <a:pt x="146732" y="671281"/>
                  <a:pt x="0" y="438144"/>
                </a:cubicBezTo>
                <a:close/>
              </a:path>
            </a:pathLst>
          </a:custGeom>
          <a:solidFill>
            <a:srgbClr val="FDD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6" name="五角星 20"/>
          <p:cNvSpPr/>
          <p:nvPr/>
        </p:nvSpPr>
        <p:spPr>
          <a:xfrm>
            <a:off x="4299174" y="362960"/>
            <a:ext cx="704858" cy="704857"/>
          </a:xfrm>
          <a:custGeom>
            <a:avLst/>
            <a:gdLst>
              <a:gd name="connsiteX0" fmla="*/ 1 w 1147078"/>
              <a:gd name="connsiteY0" fmla="*/ 438144 h 1147078"/>
              <a:gd name="connsiteX1" fmla="*/ 438147 w 1147078"/>
              <a:gd name="connsiteY1" fmla="*/ 438147 h 1147078"/>
              <a:gd name="connsiteX2" fmla="*/ 573539 w 1147078"/>
              <a:gd name="connsiteY2" fmla="*/ 0 h 1147078"/>
              <a:gd name="connsiteX3" fmla="*/ 708931 w 1147078"/>
              <a:gd name="connsiteY3" fmla="*/ 438147 h 1147078"/>
              <a:gd name="connsiteX4" fmla="*/ 1147077 w 1147078"/>
              <a:gd name="connsiteY4" fmla="*/ 438144 h 1147078"/>
              <a:gd name="connsiteX5" fmla="*/ 792607 w 1147078"/>
              <a:gd name="connsiteY5" fmla="*/ 708930 h 1147078"/>
              <a:gd name="connsiteX6" fmla="*/ 928005 w 1147078"/>
              <a:gd name="connsiteY6" fmla="*/ 1147075 h 1147078"/>
              <a:gd name="connsiteX7" fmla="*/ 573539 w 1147078"/>
              <a:gd name="connsiteY7" fmla="*/ 876284 h 1147078"/>
              <a:gd name="connsiteX8" fmla="*/ 219073 w 1147078"/>
              <a:gd name="connsiteY8" fmla="*/ 1147075 h 1147078"/>
              <a:gd name="connsiteX9" fmla="*/ 354471 w 1147078"/>
              <a:gd name="connsiteY9" fmla="*/ 708930 h 1147078"/>
              <a:gd name="connsiteX10" fmla="*/ 1 w 1147078"/>
              <a:gd name="connsiteY10" fmla="*/ 438144 h 1147078"/>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7076" h="1147075">
                <a:moveTo>
                  <a:pt x="0" y="438144"/>
                </a:moveTo>
                <a:lnTo>
                  <a:pt x="438146" y="438147"/>
                </a:lnTo>
                <a:cubicBezTo>
                  <a:pt x="411839" y="249235"/>
                  <a:pt x="528407" y="146049"/>
                  <a:pt x="573538" y="0"/>
                </a:cubicBezTo>
                <a:cubicBezTo>
                  <a:pt x="618669" y="146049"/>
                  <a:pt x="692374" y="220661"/>
                  <a:pt x="708930" y="438147"/>
                </a:cubicBezTo>
                <a:lnTo>
                  <a:pt x="1147076" y="438144"/>
                </a:lnTo>
                <a:cubicBezTo>
                  <a:pt x="1028919" y="528406"/>
                  <a:pt x="1025063" y="761543"/>
                  <a:pt x="792606" y="708930"/>
                </a:cubicBezTo>
                <a:cubicBezTo>
                  <a:pt x="909176" y="912128"/>
                  <a:pt x="882871" y="1001027"/>
                  <a:pt x="928004" y="1147075"/>
                </a:cubicBezTo>
                <a:lnTo>
                  <a:pt x="587826" y="947722"/>
                </a:lnTo>
                <a:lnTo>
                  <a:pt x="219072" y="1147075"/>
                </a:lnTo>
                <a:cubicBezTo>
                  <a:pt x="264205" y="1001027"/>
                  <a:pt x="180749" y="840691"/>
                  <a:pt x="354470" y="708930"/>
                </a:cubicBezTo>
                <a:cubicBezTo>
                  <a:pt x="236313" y="618668"/>
                  <a:pt x="146732" y="671281"/>
                  <a:pt x="0" y="438144"/>
                </a:cubicBezTo>
                <a:close/>
              </a:path>
            </a:pathLst>
          </a:custGeom>
          <a:solidFill>
            <a:srgbClr val="FDD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五角星 20"/>
          <p:cNvSpPr/>
          <p:nvPr/>
        </p:nvSpPr>
        <p:spPr>
          <a:xfrm>
            <a:off x="5998714" y="362960"/>
            <a:ext cx="704858" cy="704857"/>
          </a:xfrm>
          <a:custGeom>
            <a:avLst/>
            <a:gdLst>
              <a:gd name="connsiteX0" fmla="*/ 1 w 1147078"/>
              <a:gd name="connsiteY0" fmla="*/ 438144 h 1147078"/>
              <a:gd name="connsiteX1" fmla="*/ 438147 w 1147078"/>
              <a:gd name="connsiteY1" fmla="*/ 438147 h 1147078"/>
              <a:gd name="connsiteX2" fmla="*/ 573539 w 1147078"/>
              <a:gd name="connsiteY2" fmla="*/ 0 h 1147078"/>
              <a:gd name="connsiteX3" fmla="*/ 708931 w 1147078"/>
              <a:gd name="connsiteY3" fmla="*/ 438147 h 1147078"/>
              <a:gd name="connsiteX4" fmla="*/ 1147077 w 1147078"/>
              <a:gd name="connsiteY4" fmla="*/ 438144 h 1147078"/>
              <a:gd name="connsiteX5" fmla="*/ 792607 w 1147078"/>
              <a:gd name="connsiteY5" fmla="*/ 708930 h 1147078"/>
              <a:gd name="connsiteX6" fmla="*/ 928005 w 1147078"/>
              <a:gd name="connsiteY6" fmla="*/ 1147075 h 1147078"/>
              <a:gd name="connsiteX7" fmla="*/ 573539 w 1147078"/>
              <a:gd name="connsiteY7" fmla="*/ 876284 h 1147078"/>
              <a:gd name="connsiteX8" fmla="*/ 219073 w 1147078"/>
              <a:gd name="connsiteY8" fmla="*/ 1147075 h 1147078"/>
              <a:gd name="connsiteX9" fmla="*/ 354471 w 1147078"/>
              <a:gd name="connsiteY9" fmla="*/ 708930 h 1147078"/>
              <a:gd name="connsiteX10" fmla="*/ 1 w 1147078"/>
              <a:gd name="connsiteY10" fmla="*/ 438144 h 1147078"/>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7076" h="1147075">
                <a:moveTo>
                  <a:pt x="0" y="438144"/>
                </a:moveTo>
                <a:lnTo>
                  <a:pt x="438146" y="438147"/>
                </a:lnTo>
                <a:cubicBezTo>
                  <a:pt x="411839" y="249235"/>
                  <a:pt x="528407" y="146049"/>
                  <a:pt x="573538" y="0"/>
                </a:cubicBezTo>
                <a:cubicBezTo>
                  <a:pt x="618669" y="146049"/>
                  <a:pt x="692374" y="220661"/>
                  <a:pt x="708930" y="438147"/>
                </a:cubicBezTo>
                <a:lnTo>
                  <a:pt x="1147076" y="438144"/>
                </a:lnTo>
                <a:cubicBezTo>
                  <a:pt x="1028919" y="528406"/>
                  <a:pt x="1025063" y="761543"/>
                  <a:pt x="792606" y="708930"/>
                </a:cubicBezTo>
                <a:cubicBezTo>
                  <a:pt x="909176" y="912128"/>
                  <a:pt x="882871" y="1001027"/>
                  <a:pt x="928004" y="1147075"/>
                </a:cubicBezTo>
                <a:lnTo>
                  <a:pt x="587826" y="947722"/>
                </a:lnTo>
                <a:lnTo>
                  <a:pt x="219072" y="1147075"/>
                </a:lnTo>
                <a:cubicBezTo>
                  <a:pt x="264205" y="1001027"/>
                  <a:pt x="180749" y="840691"/>
                  <a:pt x="354470" y="708930"/>
                </a:cubicBezTo>
                <a:cubicBezTo>
                  <a:pt x="236313" y="618668"/>
                  <a:pt x="146732" y="671281"/>
                  <a:pt x="0" y="438144"/>
                </a:cubicBezTo>
                <a:close/>
              </a:path>
            </a:pathLst>
          </a:custGeom>
          <a:solidFill>
            <a:srgbClr val="FDD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8" name="五角星 20"/>
          <p:cNvSpPr/>
          <p:nvPr/>
        </p:nvSpPr>
        <p:spPr>
          <a:xfrm>
            <a:off x="7698254" y="362960"/>
            <a:ext cx="704858" cy="704857"/>
          </a:xfrm>
          <a:custGeom>
            <a:avLst/>
            <a:gdLst>
              <a:gd name="connsiteX0" fmla="*/ 1 w 1147078"/>
              <a:gd name="connsiteY0" fmla="*/ 438144 h 1147078"/>
              <a:gd name="connsiteX1" fmla="*/ 438147 w 1147078"/>
              <a:gd name="connsiteY1" fmla="*/ 438147 h 1147078"/>
              <a:gd name="connsiteX2" fmla="*/ 573539 w 1147078"/>
              <a:gd name="connsiteY2" fmla="*/ 0 h 1147078"/>
              <a:gd name="connsiteX3" fmla="*/ 708931 w 1147078"/>
              <a:gd name="connsiteY3" fmla="*/ 438147 h 1147078"/>
              <a:gd name="connsiteX4" fmla="*/ 1147077 w 1147078"/>
              <a:gd name="connsiteY4" fmla="*/ 438144 h 1147078"/>
              <a:gd name="connsiteX5" fmla="*/ 792607 w 1147078"/>
              <a:gd name="connsiteY5" fmla="*/ 708930 h 1147078"/>
              <a:gd name="connsiteX6" fmla="*/ 928005 w 1147078"/>
              <a:gd name="connsiteY6" fmla="*/ 1147075 h 1147078"/>
              <a:gd name="connsiteX7" fmla="*/ 573539 w 1147078"/>
              <a:gd name="connsiteY7" fmla="*/ 876284 h 1147078"/>
              <a:gd name="connsiteX8" fmla="*/ 219073 w 1147078"/>
              <a:gd name="connsiteY8" fmla="*/ 1147075 h 1147078"/>
              <a:gd name="connsiteX9" fmla="*/ 354471 w 1147078"/>
              <a:gd name="connsiteY9" fmla="*/ 708930 h 1147078"/>
              <a:gd name="connsiteX10" fmla="*/ 1 w 1147078"/>
              <a:gd name="connsiteY10" fmla="*/ 438144 h 1147078"/>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7076" h="1147075">
                <a:moveTo>
                  <a:pt x="0" y="438144"/>
                </a:moveTo>
                <a:lnTo>
                  <a:pt x="438146" y="438147"/>
                </a:lnTo>
                <a:cubicBezTo>
                  <a:pt x="411839" y="249235"/>
                  <a:pt x="528407" y="146049"/>
                  <a:pt x="573538" y="0"/>
                </a:cubicBezTo>
                <a:cubicBezTo>
                  <a:pt x="618669" y="146049"/>
                  <a:pt x="692374" y="220661"/>
                  <a:pt x="708930" y="438147"/>
                </a:cubicBezTo>
                <a:lnTo>
                  <a:pt x="1147076" y="438144"/>
                </a:lnTo>
                <a:cubicBezTo>
                  <a:pt x="1028919" y="528406"/>
                  <a:pt x="1025063" y="761543"/>
                  <a:pt x="792606" y="708930"/>
                </a:cubicBezTo>
                <a:cubicBezTo>
                  <a:pt x="909176" y="912128"/>
                  <a:pt x="882871" y="1001027"/>
                  <a:pt x="928004" y="1147075"/>
                </a:cubicBezTo>
                <a:lnTo>
                  <a:pt x="587826" y="947722"/>
                </a:lnTo>
                <a:lnTo>
                  <a:pt x="219072" y="1147075"/>
                </a:lnTo>
                <a:cubicBezTo>
                  <a:pt x="264205" y="1001027"/>
                  <a:pt x="180749" y="840691"/>
                  <a:pt x="354470" y="708930"/>
                </a:cubicBezTo>
                <a:cubicBezTo>
                  <a:pt x="236313" y="618668"/>
                  <a:pt x="146732" y="671281"/>
                  <a:pt x="0" y="438144"/>
                </a:cubicBezTo>
                <a:close/>
              </a:path>
            </a:pathLst>
          </a:custGeom>
          <a:solidFill>
            <a:srgbClr val="FDD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9" name="五角星 20"/>
          <p:cNvSpPr/>
          <p:nvPr/>
        </p:nvSpPr>
        <p:spPr>
          <a:xfrm>
            <a:off x="9397796" y="362960"/>
            <a:ext cx="704858" cy="704857"/>
          </a:xfrm>
          <a:custGeom>
            <a:avLst/>
            <a:gdLst>
              <a:gd name="connsiteX0" fmla="*/ 1 w 1147078"/>
              <a:gd name="connsiteY0" fmla="*/ 438144 h 1147078"/>
              <a:gd name="connsiteX1" fmla="*/ 438147 w 1147078"/>
              <a:gd name="connsiteY1" fmla="*/ 438147 h 1147078"/>
              <a:gd name="connsiteX2" fmla="*/ 573539 w 1147078"/>
              <a:gd name="connsiteY2" fmla="*/ 0 h 1147078"/>
              <a:gd name="connsiteX3" fmla="*/ 708931 w 1147078"/>
              <a:gd name="connsiteY3" fmla="*/ 438147 h 1147078"/>
              <a:gd name="connsiteX4" fmla="*/ 1147077 w 1147078"/>
              <a:gd name="connsiteY4" fmla="*/ 438144 h 1147078"/>
              <a:gd name="connsiteX5" fmla="*/ 792607 w 1147078"/>
              <a:gd name="connsiteY5" fmla="*/ 708930 h 1147078"/>
              <a:gd name="connsiteX6" fmla="*/ 928005 w 1147078"/>
              <a:gd name="connsiteY6" fmla="*/ 1147075 h 1147078"/>
              <a:gd name="connsiteX7" fmla="*/ 573539 w 1147078"/>
              <a:gd name="connsiteY7" fmla="*/ 876284 h 1147078"/>
              <a:gd name="connsiteX8" fmla="*/ 219073 w 1147078"/>
              <a:gd name="connsiteY8" fmla="*/ 1147075 h 1147078"/>
              <a:gd name="connsiteX9" fmla="*/ 354471 w 1147078"/>
              <a:gd name="connsiteY9" fmla="*/ 708930 h 1147078"/>
              <a:gd name="connsiteX10" fmla="*/ 1 w 1147078"/>
              <a:gd name="connsiteY10" fmla="*/ 438144 h 1147078"/>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7076" h="1147075">
                <a:moveTo>
                  <a:pt x="0" y="438144"/>
                </a:moveTo>
                <a:lnTo>
                  <a:pt x="438146" y="438147"/>
                </a:lnTo>
                <a:cubicBezTo>
                  <a:pt x="411839" y="249235"/>
                  <a:pt x="528407" y="146049"/>
                  <a:pt x="573538" y="0"/>
                </a:cubicBezTo>
                <a:cubicBezTo>
                  <a:pt x="618669" y="146049"/>
                  <a:pt x="692374" y="220661"/>
                  <a:pt x="708930" y="438147"/>
                </a:cubicBezTo>
                <a:lnTo>
                  <a:pt x="1147076" y="438144"/>
                </a:lnTo>
                <a:cubicBezTo>
                  <a:pt x="1028919" y="528406"/>
                  <a:pt x="1025063" y="761543"/>
                  <a:pt x="792606" y="708930"/>
                </a:cubicBezTo>
                <a:cubicBezTo>
                  <a:pt x="909176" y="912128"/>
                  <a:pt x="882871" y="1001027"/>
                  <a:pt x="928004" y="1147075"/>
                </a:cubicBezTo>
                <a:lnTo>
                  <a:pt x="587826" y="947722"/>
                </a:lnTo>
                <a:lnTo>
                  <a:pt x="219072" y="1147075"/>
                </a:lnTo>
                <a:cubicBezTo>
                  <a:pt x="264205" y="1001027"/>
                  <a:pt x="180749" y="840691"/>
                  <a:pt x="354470" y="708930"/>
                </a:cubicBezTo>
                <a:cubicBezTo>
                  <a:pt x="236313" y="618668"/>
                  <a:pt x="146732" y="671281"/>
                  <a:pt x="0" y="438144"/>
                </a:cubicBezTo>
                <a:close/>
              </a:path>
            </a:pathLst>
          </a:custGeom>
          <a:solidFill>
            <a:srgbClr val="FDD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0" name="五角星 20"/>
          <p:cNvSpPr/>
          <p:nvPr/>
        </p:nvSpPr>
        <p:spPr>
          <a:xfrm>
            <a:off x="10825155" y="599591"/>
            <a:ext cx="704858" cy="704857"/>
          </a:xfrm>
          <a:custGeom>
            <a:avLst/>
            <a:gdLst>
              <a:gd name="connsiteX0" fmla="*/ 1 w 1147078"/>
              <a:gd name="connsiteY0" fmla="*/ 438144 h 1147078"/>
              <a:gd name="connsiteX1" fmla="*/ 438147 w 1147078"/>
              <a:gd name="connsiteY1" fmla="*/ 438147 h 1147078"/>
              <a:gd name="connsiteX2" fmla="*/ 573539 w 1147078"/>
              <a:gd name="connsiteY2" fmla="*/ 0 h 1147078"/>
              <a:gd name="connsiteX3" fmla="*/ 708931 w 1147078"/>
              <a:gd name="connsiteY3" fmla="*/ 438147 h 1147078"/>
              <a:gd name="connsiteX4" fmla="*/ 1147077 w 1147078"/>
              <a:gd name="connsiteY4" fmla="*/ 438144 h 1147078"/>
              <a:gd name="connsiteX5" fmla="*/ 792607 w 1147078"/>
              <a:gd name="connsiteY5" fmla="*/ 708930 h 1147078"/>
              <a:gd name="connsiteX6" fmla="*/ 928005 w 1147078"/>
              <a:gd name="connsiteY6" fmla="*/ 1147075 h 1147078"/>
              <a:gd name="connsiteX7" fmla="*/ 573539 w 1147078"/>
              <a:gd name="connsiteY7" fmla="*/ 876284 h 1147078"/>
              <a:gd name="connsiteX8" fmla="*/ 219073 w 1147078"/>
              <a:gd name="connsiteY8" fmla="*/ 1147075 h 1147078"/>
              <a:gd name="connsiteX9" fmla="*/ 354471 w 1147078"/>
              <a:gd name="connsiteY9" fmla="*/ 708930 h 1147078"/>
              <a:gd name="connsiteX10" fmla="*/ 1 w 1147078"/>
              <a:gd name="connsiteY10" fmla="*/ 438144 h 1147078"/>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7076" h="1147075">
                <a:moveTo>
                  <a:pt x="0" y="438144"/>
                </a:moveTo>
                <a:lnTo>
                  <a:pt x="438146" y="438147"/>
                </a:lnTo>
                <a:cubicBezTo>
                  <a:pt x="411839" y="249235"/>
                  <a:pt x="528407" y="146049"/>
                  <a:pt x="573538" y="0"/>
                </a:cubicBezTo>
                <a:cubicBezTo>
                  <a:pt x="618669" y="146049"/>
                  <a:pt x="692374" y="220661"/>
                  <a:pt x="708930" y="438147"/>
                </a:cubicBezTo>
                <a:lnTo>
                  <a:pt x="1147076" y="438144"/>
                </a:lnTo>
                <a:cubicBezTo>
                  <a:pt x="1028919" y="528406"/>
                  <a:pt x="1025063" y="761543"/>
                  <a:pt x="792606" y="708930"/>
                </a:cubicBezTo>
                <a:cubicBezTo>
                  <a:pt x="909176" y="912128"/>
                  <a:pt x="882871" y="1001027"/>
                  <a:pt x="928004" y="1147075"/>
                </a:cubicBezTo>
                <a:lnTo>
                  <a:pt x="587826" y="947722"/>
                </a:lnTo>
                <a:lnTo>
                  <a:pt x="219072" y="1147075"/>
                </a:lnTo>
                <a:cubicBezTo>
                  <a:pt x="264205" y="1001027"/>
                  <a:pt x="180749" y="840691"/>
                  <a:pt x="354470" y="708930"/>
                </a:cubicBezTo>
                <a:cubicBezTo>
                  <a:pt x="236313" y="618668"/>
                  <a:pt x="146732" y="671281"/>
                  <a:pt x="0" y="438144"/>
                </a:cubicBezTo>
                <a:close/>
              </a:path>
            </a:pathLst>
          </a:custGeom>
          <a:solidFill>
            <a:srgbClr val="FDD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1" name="五角星 20"/>
          <p:cNvSpPr/>
          <p:nvPr/>
        </p:nvSpPr>
        <p:spPr>
          <a:xfrm>
            <a:off x="11002796" y="4422815"/>
            <a:ext cx="704858" cy="704857"/>
          </a:xfrm>
          <a:custGeom>
            <a:avLst/>
            <a:gdLst>
              <a:gd name="connsiteX0" fmla="*/ 1 w 1147078"/>
              <a:gd name="connsiteY0" fmla="*/ 438144 h 1147078"/>
              <a:gd name="connsiteX1" fmla="*/ 438147 w 1147078"/>
              <a:gd name="connsiteY1" fmla="*/ 438147 h 1147078"/>
              <a:gd name="connsiteX2" fmla="*/ 573539 w 1147078"/>
              <a:gd name="connsiteY2" fmla="*/ 0 h 1147078"/>
              <a:gd name="connsiteX3" fmla="*/ 708931 w 1147078"/>
              <a:gd name="connsiteY3" fmla="*/ 438147 h 1147078"/>
              <a:gd name="connsiteX4" fmla="*/ 1147077 w 1147078"/>
              <a:gd name="connsiteY4" fmla="*/ 438144 h 1147078"/>
              <a:gd name="connsiteX5" fmla="*/ 792607 w 1147078"/>
              <a:gd name="connsiteY5" fmla="*/ 708930 h 1147078"/>
              <a:gd name="connsiteX6" fmla="*/ 928005 w 1147078"/>
              <a:gd name="connsiteY6" fmla="*/ 1147075 h 1147078"/>
              <a:gd name="connsiteX7" fmla="*/ 573539 w 1147078"/>
              <a:gd name="connsiteY7" fmla="*/ 876284 h 1147078"/>
              <a:gd name="connsiteX8" fmla="*/ 219073 w 1147078"/>
              <a:gd name="connsiteY8" fmla="*/ 1147075 h 1147078"/>
              <a:gd name="connsiteX9" fmla="*/ 354471 w 1147078"/>
              <a:gd name="connsiteY9" fmla="*/ 708930 h 1147078"/>
              <a:gd name="connsiteX10" fmla="*/ 1 w 1147078"/>
              <a:gd name="connsiteY10" fmla="*/ 438144 h 1147078"/>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7076" h="1147075">
                <a:moveTo>
                  <a:pt x="0" y="438144"/>
                </a:moveTo>
                <a:lnTo>
                  <a:pt x="438146" y="438147"/>
                </a:lnTo>
                <a:cubicBezTo>
                  <a:pt x="411839" y="249235"/>
                  <a:pt x="528407" y="146049"/>
                  <a:pt x="573538" y="0"/>
                </a:cubicBezTo>
                <a:cubicBezTo>
                  <a:pt x="618669" y="146049"/>
                  <a:pt x="692374" y="220661"/>
                  <a:pt x="708930" y="438147"/>
                </a:cubicBezTo>
                <a:lnTo>
                  <a:pt x="1147076" y="438144"/>
                </a:lnTo>
                <a:cubicBezTo>
                  <a:pt x="1028919" y="528406"/>
                  <a:pt x="1025063" y="761543"/>
                  <a:pt x="792606" y="708930"/>
                </a:cubicBezTo>
                <a:cubicBezTo>
                  <a:pt x="909176" y="912128"/>
                  <a:pt x="882871" y="1001027"/>
                  <a:pt x="928004" y="1147075"/>
                </a:cubicBezTo>
                <a:lnTo>
                  <a:pt x="587826" y="947722"/>
                </a:lnTo>
                <a:lnTo>
                  <a:pt x="219072" y="1147075"/>
                </a:lnTo>
                <a:cubicBezTo>
                  <a:pt x="264205" y="1001027"/>
                  <a:pt x="180749" y="840691"/>
                  <a:pt x="354470" y="708930"/>
                </a:cubicBezTo>
                <a:cubicBezTo>
                  <a:pt x="236313" y="618668"/>
                  <a:pt x="146732" y="671281"/>
                  <a:pt x="0" y="438144"/>
                </a:cubicBezTo>
                <a:close/>
              </a:path>
            </a:pathLst>
          </a:custGeom>
          <a:solidFill>
            <a:srgbClr val="FDD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2" name="五角星 20"/>
          <p:cNvSpPr/>
          <p:nvPr/>
        </p:nvSpPr>
        <p:spPr>
          <a:xfrm>
            <a:off x="11002796" y="2373867"/>
            <a:ext cx="704858" cy="704857"/>
          </a:xfrm>
          <a:custGeom>
            <a:avLst/>
            <a:gdLst>
              <a:gd name="connsiteX0" fmla="*/ 1 w 1147078"/>
              <a:gd name="connsiteY0" fmla="*/ 438144 h 1147078"/>
              <a:gd name="connsiteX1" fmla="*/ 438147 w 1147078"/>
              <a:gd name="connsiteY1" fmla="*/ 438147 h 1147078"/>
              <a:gd name="connsiteX2" fmla="*/ 573539 w 1147078"/>
              <a:gd name="connsiteY2" fmla="*/ 0 h 1147078"/>
              <a:gd name="connsiteX3" fmla="*/ 708931 w 1147078"/>
              <a:gd name="connsiteY3" fmla="*/ 438147 h 1147078"/>
              <a:gd name="connsiteX4" fmla="*/ 1147077 w 1147078"/>
              <a:gd name="connsiteY4" fmla="*/ 438144 h 1147078"/>
              <a:gd name="connsiteX5" fmla="*/ 792607 w 1147078"/>
              <a:gd name="connsiteY5" fmla="*/ 708930 h 1147078"/>
              <a:gd name="connsiteX6" fmla="*/ 928005 w 1147078"/>
              <a:gd name="connsiteY6" fmla="*/ 1147075 h 1147078"/>
              <a:gd name="connsiteX7" fmla="*/ 573539 w 1147078"/>
              <a:gd name="connsiteY7" fmla="*/ 876284 h 1147078"/>
              <a:gd name="connsiteX8" fmla="*/ 219073 w 1147078"/>
              <a:gd name="connsiteY8" fmla="*/ 1147075 h 1147078"/>
              <a:gd name="connsiteX9" fmla="*/ 354471 w 1147078"/>
              <a:gd name="connsiteY9" fmla="*/ 708930 h 1147078"/>
              <a:gd name="connsiteX10" fmla="*/ 1 w 1147078"/>
              <a:gd name="connsiteY10" fmla="*/ 438144 h 1147078"/>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73538 w 1147076"/>
              <a:gd name="connsiteY7" fmla="*/ 876284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 name="connsiteX0" fmla="*/ 0 w 1147076"/>
              <a:gd name="connsiteY0" fmla="*/ 438144 h 1147075"/>
              <a:gd name="connsiteX1" fmla="*/ 438146 w 1147076"/>
              <a:gd name="connsiteY1" fmla="*/ 438147 h 1147075"/>
              <a:gd name="connsiteX2" fmla="*/ 573538 w 1147076"/>
              <a:gd name="connsiteY2" fmla="*/ 0 h 1147075"/>
              <a:gd name="connsiteX3" fmla="*/ 708930 w 1147076"/>
              <a:gd name="connsiteY3" fmla="*/ 438147 h 1147075"/>
              <a:gd name="connsiteX4" fmla="*/ 1147076 w 1147076"/>
              <a:gd name="connsiteY4" fmla="*/ 438144 h 1147075"/>
              <a:gd name="connsiteX5" fmla="*/ 792606 w 1147076"/>
              <a:gd name="connsiteY5" fmla="*/ 708930 h 1147075"/>
              <a:gd name="connsiteX6" fmla="*/ 928004 w 1147076"/>
              <a:gd name="connsiteY6" fmla="*/ 1147075 h 1147075"/>
              <a:gd name="connsiteX7" fmla="*/ 587826 w 1147076"/>
              <a:gd name="connsiteY7" fmla="*/ 947722 h 1147075"/>
              <a:gd name="connsiteX8" fmla="*/ 219072 w 1147076"/>
              <a:gd name="connsiteY8" fmla="*/ 1147075 h 1147075"/>
              <a:gd name="connsiteX9" fmla="*/ 354470 w 1147076"/>
              <a:gd name="connsiteY9" fmla="*/ 708930 h 1147075"/>
              <a:gd name="connsiteX10" fmla="*/ 0 w 1147076"/>
              <a:gd name="connsiteY10" fmla="*/ 438144 h 1147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47076" h="1147075">
                <a:moveTo>
                  <a:pt x="0" y="438144"/>
                </a:moveTo>
                <a:lnTo>
                  <a:pt x="438146" y="438147"/>
                </a:lnTo>
                <a:cubicBezTo>
                  <a:pt x="411839" y="249235"/>
                  <a:pt x="528407" y="146049"/>
                  <a:pt x="573538" y="0"/>
                </a:cubicBezTo>
                <a:cubicBezTo>
                  <a:pt x="618669" y="146049"/>
                  <a:pt x="692374" y="220661"/>
                  <a:pt x="708930" y="438147"/>
                </a:cubicBezTo>
                <a:lnTo>
                  <a:pt x="1147076" y="438144"/>
                </a:lnTo>
                <a:cubicBezTo>
                  <a:pt x="1028919" y="528406"/>
                  <a:pt x="1025063" y="761543"/>
                  <a:pt x="792606" y="708930"/>
                </a:cubicBezTo>
                <a:cubicBezTo>
                  <a:pt x="909176" y="912128"/>
                  <a:pt x="882871" y="1001027"/>
                  <a:pt x="928004" y="1147075"/>
                </a:cubicBezTo>
                <a:lnTo>
                  <a:pt x="587826" y="947722"/>
                </a:lnTo>
                <a:lnTo>
                  <a:pt x="219072" y="1147075"/>
                </a:lnTo>
                <a:cubicBezTo>
                  <a:pt x="264205" y="1001027"/>
                  <a:pt x="180749" y="840691"/>
                  <a:pt x="354470" y="708930"/>
                </a:cubicBezTo>
                <a:cubicBezTo>
                  <a:pt x="236313" y="618668"/>
                  <a:pt x="146732" y="671281"/>
                  <a:pt x="0" y="438144"/>
                </a:cubicBezTo>
                <a:close/>
              </a:path>
            </a:pathLst>
          </a:custGeom>
          <a:solidFill>
            <a:srgbClr val="FDDF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8" name="任意多边形 17"/>
          <p:cNvSpPr/>
          <p:nvPr/>
        </p:nvSpPr>
        <p:spPr>
          <a:xfrm>
            <a:off x="4512150" y="2031739"/>
            <a:ext cx="3244645" cy="973394"/>
          </a:xfrm>
          <a:custGeom>
            <a:avLst/>
            <a:gdLst/>
            <a:ahLst/>
            <a:cxnLst/>
            <a:rect l="l" t="t" r="r" b="b"/>
            <a:pathLst>
              <a:path w="3244645" h="973394">
                <a:moveTo>
                  <a:pt x="2369241" y="411496"/>
                </a:moveTo>
                <a:lnTo>
                  <a:pt x="2369241" y="553199"/>
                </a:lnTo>
                <a:lnTo>
                  <a:pt x="2275308" y="553199"/>
                </a:lnTo>
                <a:close/>
                <a:moveTo>
                  <a:pt x="1257021" y="398712"/>
                </a:moveTo>
                <a:lnTo>
                  <a:pt x="1296069" y="548495"/>
                </a:lnTo>
                <a:lnTo>
                  <a:pt x="1216945" y="548495"/>
                </a:lnTo>
                <a:close/>
                <a:moveTo>
                  <a:pt x="1551408" y="352292"/>
                </a:moveTo>
                <a:lnTo>
                  <a:pt x="1615198" y="352292"/>
                </a:lnTo>
                <a:cubicBezTo>
                  <a:pt x="1653232" y="352292"/>
                  <a:pt x="1672248" y="370412"/>
                  <a:pt x="1672248" y="406652"/>
                </a:cubicBezTo>
                <a:cubicBezTo>
                  <a:pt x="1672248" y="446943"/>
                  <a:pt x="1654128" y="467088"/>
                  <a:pt x="1617888" y="467088"/>
                </a:cubicBezTo>
                <a:lnTo>
                  <a:pt x="1551408" y="467088"/>
                </a:lnTo>
                <a:close/>
                <a:moveTo>
                  <a:pt x="852054" y="352292"/>
                </a:moveTo>
                <a:lnTo>
                  <a:pt x="917184" y="352292"/>
                </a:lnTo>
                <a:cubicBezTo>
                  <a:pt x="961496" y="352292"/>
                  <a:pt x="983653" y="373552"/>
                  <a:pt x="983653" y="416071"/>
                </a:cubicBezTo>
                <a:cubicBezTo>
                  <a:pt x="983653" y="461291"/>
                  <a:pt x="963289" y="483901"/>
                  <a:pt x="922563" y="483901"/>
                </a:cubicBezTo>
                <a:lnTo>
                  <a:pt x="852054" y="483901"/>
                </a:lnTo>
                <a:close/>
                <a:moveTo>
                  <a:pt x="2388422" y="273328"/>
                </a:moveTo>
                <a:lnTo>
                  <a:pt x="2176156" y="572262"/>
                </a:lnTo>
                <a:lnTo>
                  <a:pt x="2176156" y="634177"/>
                </a:lnTo>
                <a:lnTo>
                  <a:pt x="2369241" y="634177"/>
                </a:lnTo>
                <a:lnTo>
                  <a:pt x="2369241" y="735097"/>
                </a:lnTo>
                <a:lnTo>
                  <a:pt x="2453595" y="735097"/>
                </a:lnTo>
                <a:lnTo>
                  <a:pt x="2453595" y="634177"/>
                </a:lnTo>
                <a:lnTo>
                  <a:pt x="2498000" y="634177"/>
                </a:lnTo>
                <a:lnTo>
                  <a:pt x="2498000" y="553199"/>
                </a:lnTo>
                <a:lnTo>
                  <a:pt x="2453595" y="553199"/>
                </a:lnTo>
                <a:lnTo>
                  <a:pt x="2453595" y="273328"/>
                </a:lnTo>
                <a:close/>
                <a:moveTo>
                  <a:pt x="1782161" y="273328"/>
                </a:moveTo>
                <a:lnTo>
                  <a:pt x="1782161" y="352292"/>
                </a:lnTo>
                <a:lnTo>
                  <a:pt x="1870961" y="352292"/>
                </a:lnTo>
                <a:lnTo>
                  <a:pt x="1870961" y="735097"/>
                </a:lnTo>
                <a:lnTo>
                  <a:pt x="1952636" y="735097"/>
                </a:lnTo>
                <a:lnTo>
                  <a:pt x="1952636" y="352292"/>
                </a:lnTo>
                <a:lnTo>
                  <a:pt x="2040761" y="352292"/>
                </a:lnTo>
                <a:lnTo>
                  <a:pt x="2040761" y="273328"/>
                </a:lnTo>
                <a:close/>
                <a:moveTo>
                  <a:pt x="1467055" y="273328"/>
                </a:moveTo>
                <a:lnTo>
                  <a:pt x="1467055" y="735097"/>
                </a:lnTo>
                <a:lnTo>
                  <a:pt x="1551408" y="735097"/>
                </a:lnTo>
                <a:lnTo>
                  <a:pt x="1551408" y="545377"/>
                </a:lnTo>
                <a:lnTo>
                  <a:pt x="1579933" y="545377"/>
                </a:lnTo>
                <a:lnTo>
                  <a:pt x="1676138" y="735097"/>
                </a:lnTo>
                <a:lnTo>
                  <a:pt x="1769385" y="735097"/>
                </a:lnTo>
                <a:lnTo>
                  <a:pt x="1661747" y="539815"/>
                </a:lnTo>
                <a:cubicBezTo>
                  <a:pt x="1723190" y="525549"/>
                  <a:pt x="1753912" y="483390"/>
                  <a:pt x="1753912" y="413339"/>
                </a:cubicBezTo>
                <a:cubicBezTo>
                  <a:pt x="1752433" y="321006"/>
                  <a:pt x="1703013" y="274336"/>
                  <a:pt x="1605651" y="273328"/>
                </a:cubicBezTo>
                <a:close/>
                <a:moveTo>
                  <a:pt x="1223138" y="273328"/>
                </a:moveTo>
                <a:lnTo>
                  <a:pt x="1074052" y="735097"/>
                </a:lnTo>
                <a:lnTo>
                  <a:pt x="1160495" y="735097"/>
                </a:lnTo>
                <a:lnTo>
                  <a:pt x="1195482" y="629473"/>
                </a:lnTo>
                <a:lnTo>
                  <a:pt x="1317940" y="629473"/>
                </a:lnTo>
                <a:lnTo>
                  <a:pt x="1350237" y="735097"/>
                </a:lnTo>
                <a:lnTo>
                  <a:pt x="1439626" y="735097"/>
                </a:lnTo>
                <a:lnTo>
                  <a:pt x="1290433" y="273328"/>
                </a:lnTo>
                <a:close/>
                <a:moveTo>
                  <a:pt x="767690" y="273328"/>
                </a:moveTo>
                <a:lnTo>
                  <a:pt x="767690" y="735097"/>
                </a:lnTo>
                <a:lnTo>
                  <a:pt x="852054" y="735097"/>
                </a:lnTo>
                <a:lnTo>
                  <a:pt x="852054" y="563540"/>
                </a:lnTo>
                <a:lnTo>
                  <a:pt x="919873" y="563540"/>
                </a:lnTo>
                <a:cubicBezTo>
                  <a:pt x="1016835" y="562132"/>
                  <a:pt x="1065316" y="512080"/>
                  <a:pt x="1065316" y="413382"/>
                </a:cubicBezTo>
                <a:cubicBezTo>
                  <a:pt x="1065316" y="320013"/>
                  <a:pt x="1014592" y="273328"/>
                  <a:pt x="913144" y="273328"/>
                </a:cubicBezTo>
                <a:close/>
                <a:moveTo>
                  <a:pt x="162236" y="0"/>
                </a:moveTo>
                <a:lnTo>
                  <a:pt x="3082409" y="0"/>
                </a:lnTo>
                <a:cubicBezTo>
                  <a:pt x="3172009" y="0"/>
                  <a:pt x="3244645" y="72636"/>
                  <a:pt x="3244645" y="162236"/>
                </a:cubicBezTo>
                <a:lnTo>
                  <a:pt x="3244645" y="811158"/>
                </a:lnTo>
                <a:cubicBezTo>
                  <a:pt x="3244645" y="900758"/>
                  <a:pt x="3172009" y="973394"/>
                  <a:pt x="3082409" y="973394"/>
                </a:cubicBezTo>
                <a:lnTo>
                  <a:pt x="162236" y="973394"/>
                </a:lnTo>
                <a:cubicBezTo>
                  <a:pt x="72636" y="973394"/>
                  <a:pt x="0" y="900758"/>
                  <a:pt x="0" y="811158"/>
                </a:cubicBezTo>
                <a:lnTo>
                  <a:pt x="0" y="162236"/>
                </a:lnTo>
                <a:cubicBezTo>
                  <a:pt x="0" y="72636"/>
                  <a:pt x="72636" y="0"/>
                  <a:pt x="162236" y="0"/>
                </a:cubicBezTo>
                <a:close/>
              </a:path>
            </a:pathLst>
          </a:custGeom>
          <a:solidFill>
            <a:srgbClr val="FFCCCC"/>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0" name="组合 19"/>
          <p:cNvGrpSpPr/>
          <p:nvPr/>
        </p:nvGrpSpPr>
        <p:grpSpPr>
          <a:xfrm>
            <a:off x="438171" y="3158529"/>
            <a:ext cx="11176684" cy="3558018"/>
            <a:chOff x="438171" y="3158529"/>
            <a:chExt cx="11176684" cy="3558018"/>
          </a:xfrm>
        </p:grpSpPr>
        <p:pic>
          <p:nvPicPr>
            <p:cNvPr id="21" name="图片 20"/>
            <p:cNvPicPr>
              <a:picLocks noChangeAspect="1"/>
            </p:cNvPicPr>
            <p:nvPr/>
          </p:nvPicPr>
          <p:blipFill rotWithShape="1">
            <a:blip r:embed="rId4" cstate="print">
              <a:extLst>
                <a:ext uri="{BEBA8EAE-BF5A-486C-A8C5-ECC9F3942E4B}">
                  <a14:imgProps xmlns:a14="http://schemas.microsoft.com/office/drawing/2010/main">
                    <a14:imgLayer r:embed="rId5">
                      <a14:imgEffect>
                        <a14:backgroundRemoval t="243" b="55064" l="9736" r="100000"/>
                      </a14:imgEffect>
                    </a14:imgLayer>
                  </a14:imgProps>
                </a:ext>
                <a:ext uri="{28A0092B-C50C-407E-A947-70E740481C1C}">
                  <a14:useLocalDpi xmlns:a14="http://schemas.microsoft.com/office/drawing/2010/main" val="0"/>
                </a:ext>
              </a:extLst>
            </a:blip>
            <a:srcRect l="36774" b="59911"/>
            <a:stretch/>
          </p:blipFill>
          <p:spPr>
            <a:xfrm>
              <a:off x="3243951" y="3968090"/>
              <a:ext cx="2889474" cy="2748457"/>
            </a:xfrm>
            <a:prstGeom prst="rect">
              <a:avLst/>
            </a:prstGeom>
          </p:spPr>
        </p:pic>
        <p:pic>
          <p:nvPicPr>
            <p:cNvPr id="22" name="图片 21"/>
            <p:cNvPicPr>
              <a:picLocks noChangeAspect="1"/>
            </p:cNvPicPr>
            <p:nvPr/>
          </p:nvPicPr>
          <p:blipFill rotWithShape="1">
            <a:blip r:embed="rId6" cstate="print">
              <a:extLst>
                <a:ext uri="{BEBA8EAE-BF5A-486C-A8C5-ECC9F3942E4B}">
                  <a14:imgProps xmlns:a14="http://schemas.microsoft.com/office/drawing/2010/main">
                    <a14:imgLayer r:embed="rId7">
                      <a14:imgEffect>
                        <a14:backgroundRemoval t="56883" b="100000" l="48226" r="100000">
                          <a14:foregroundMark x1="55687" y1="78108" x2="55687" y2="78108"/>
                          <a14:foregroundMark x1="76979" y1="78532" x2="76979" y2="78532"/>
                        </a14:backgroundRemoval>
                      </a14:imgEffect>
                    </a14:imgLayer>
                  </a14:imgProps>
                </a:ext>
                <a:ext uri="{28A0092B-C50C-407E-A947-70E740481C1C}">
                  <a14:useLocalDpi xmlns:a14="http://schemas.microsoft.com/office/drawing/2010/main" val="0"/>
                </a:ext>
              </a:extLst>
            </a:blip>
            <a:srcRect l="35074" t="53702"/>
            <a:stretch/>
          </p:blipFill>
          <p:spPr>
            <a:xfrm>
              <a:off x="6576648" y="3873608"/>
              <a:ext cx="2280570" cy="2439615"/>
            </a:xfrm>
            <a:prstGeom prst="rect">
              <a:avLst/>
            </a:prstGeom>
          </p:spPr>
        </p:pic>
        <p:pic>
          <p:nvPicPr>
            <p:cNvPr id="23" name="图片 22"/>
            <p:cNvPicPr>
              <a:picLocks noChangeAspect="1"/>
            </p:cNvPicPr>
            <p:nvPr/>
          </p:nvPicPr>
          <p:blipFill rotWithShape="1">
            <a:blip r:embed="rId8" cstate="print">
              <a:extLst>
                <a:ext uri="{BEBA8EAE-BF5A-486C-A8C5-ECC9F3942E4B}">
                  <a14:imgProps xmlns:a14="http://schemas.microsoft.com/office/drawing/2010/main">
                    <a14:imgLayer r:embed="rId9">
                      <a14:imgEffect>
                        <a14:backgroundRemoval t="9885" b="100000" l="9827" r="100000">
                          <a14:backgroundMark x1="62329" y1="21225" x2="98271" y2="38326"/>
                          <a14:backgroundMark x1="61056" y1="32262" x2="89445" y2="47301"/>
                          <a14:backgroundMark x1="98544" y1="59976" x2="99181" y2="62280"/>
                          <a14:backgroundMark x1="96633" y1="75440" x2="99818" y2="81261"/>
                        </a14:backgroundRemoval>
                      </a14:imgEffect>
                    </a14:imgLayer>
                  </a14:imgProps>
                </a:ext>
                <a:ext uri="{28A0092B-C50C-407E-A947-70E740481C1C}">
                  <a14:useLocalDpi xmlns:a14="http://schemas.microsoft.com/office/drawing/2010/main" val="0"/>
                </a:ext>
              </a:extLst>
            </a:blip>
            <a:srcRect t="35003" b="11364"/>
            <a:stretch/>
          </p:blipFill>
          <p:spPr>
            <a:xfrm>
              <a:off x="8493541" y="3765648"/>
              <a:ext cx="3121314" cy="2511296"/>
            </a:xfrm>
            <a:prstGeom prst="rect">
              <a:avLst/>
            </a:prstGeom>
          </p:spPr>
        </p:pic>
        <p:pic>
          <p:nvPicPr>
            <p:cNvPr id="24" name="图片 23"/>
            <p:cNvPicPr>
              <a:picLocks noChangeAspect="1"/>
            </p:cNvPicPr>
            <p:nvPr/>
          </p:nvPicPr>
          <p:blipFill rotWithShape="1">
            <a:blip r:embed="rId10" cstate="print">
              <a:extLst>
                <a:ext uri="{BEBA8EAE-BF5A-486C-A8C5-ECC9F3942E4B}">
                  <a14:imgProps xmlns:a14="http://schemas.microsoft.com/office/drawing/2010/main">
                    <a14:imgLayer r:embed="rId11">
                      <a14:imgEffect>
                        <a14:backgroundRemoval t="52274" b="99697" l="0" r="89991"/>
                      </a14:imgEffect>
                    </a14:imgLayer>
                  </a14:imgProps>
                </a:ext>
                <a:ext uri="{28A0092B-C50C-407E-A947-70E740481C1C}">
                  <a14:useLocalDpi xmlns:a14="http://schemas.microsoft.com/office/drawing/2010/main" val="0"/>
                </a:ext>
              </a:extLst>
            </a:blip>
            <a:srcRect t="53765"/>
            <a:stretch/>
          </p:blipFill>
          <p:spPr>
            <a:xfrm>
              <a:off x="438171" y="3158529"/>
              <a:ext cx="4571570" cy="3170838"/>
            </a:xfrm>
            <a:prstGeom prst="rect">
              <a:avLst/>
            </a:prstGeom>
          </p:spPr>
        </p:pic>
      </p:grpSp>
    </p:spTree>
    <p:extLst>
      <p:ext uri="{BB962C8B-B14F-4D97-AF65-F5344CB8AC3E}">
        <p14:creationId xmlns:p14="http://schemas.microsoft.com/office/powerpoint/2010/main" val="1559624996"/>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ppt_w</p:attrName>
                                        </p:attrNameLst>
                                      </p:cBhvr>
                                      <p:tavLst>
                                        <p:tav tm="0">
                                          <p:val>
                                            <p:fltVal val="0"/>
                                          </p:val>
                                        </p:tav>
                                        <p:tav tm="100000">
                                          <p:val>
                                            <p:strVal val="#ppt_w"/>
                                          </p:val>
                                        </p:tav>
                                      </p:tavLst>
                                    </p:anim>
                                    <p:anim calcmode="lin" valueType="num">
                                      <p:cBhvr>
                                        <p:cTn id="8" dur="500" fill="hold"/>
                                        <p:tgtEl>
                                          <p:spTgt spid="31"/>
                                        </p:tgtEl>
                                        <p:attrNameLst>
                                          <p:attrName>ppt_h</p:attrName>
                                        </p:attrNameLst>
                                      </p:cBhvr>
                                      <p:tavLst>
                                        <p:tav tm="0">
                                          <p:val>
                                            <p:fltVal val="0"/>
                                          </p:val>
                                        </p:tav>
                                        <p:tav tm="100000">
                                          <p:val>
                                            <p:strVal val="#ppt_h"/>
                                          </p:val>
                                        </p:tav>
                                      </p:tavLst>
                                    </p:anim>
                                    <p:animEffect transition="in" filter="fade">
                                      <p:cBhvr>
                                        <p:cTn id="9" dur="500"/>
                                        <p:tgtEl>
                                          <p:spTgt spid="31"/>
                                        </p:tgtEl>
                                      </p:cBhvr>
                                    </p:animEffect>
                                  </p:childTnLst>
                                </p:cTn>
                              </p:par>
                            </p:childTnLst>
                          </p:cTn>
                        </p:par>
                        <p:par>
                          <p:cTn id="10" fill="hold">
                            <p:stCondLst>
                              <p:cond delay="500"/>
                            </p:stCondLst>
                            <p:childTnLst>
                              <p:par>
                                <p:cTn id="11" presetID="1" presetClass="entr" presetSubtype="0" fill="hold" grpId="0" nodeType="after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1"/>
                                        </p:tgtEl>
                                        <p:attrNameLst>
                                          <p:attrName>style.visibility</p:attrName>
                                        </p:attrNameLst>
                                      </p:cBhvr>
                                      <p:to>
                                        <p:strVal val="visible"/>
                                      </p:to>
                                    </p:set>
                                  </p:childTnLst>
                                </p:cTn>
                              </p:par>
                              <p:par>
                                <p:cTn id="33" presetID="8" presetClass="emph" presetSubtype="0" repeatCount="indefinite" fill="hold" grpId="1" nodeType="withEffect">
                                  <p:stCondLst>
                                    <p:cond delay="0"/>
                                  </p:stCondLst>
                                  <p:childTnLst>
                                    <p:animRot by="21600000">
                                      <p:cBhvr>
                                        <p:cTn id="34" dur="5000" fill="hold"/>
                                        <p:tgtEl>
                                          <p:spTgt spid="32"/>
                                        </p:tgtEl>
                                        <p:attrNameLst>
                                          <p:attrName>r</p:attrName>
                                        </p:attrNameLst>
                                      </p:cBhvr>
                                    </p:animRot>
                                  </p:childTnLst>
                                </p:cTn>
                              </p:par>
                              <p:par>
                                <p:cTn id="35" presetID="8" presetClass="emph" presetSubtype="0" repeatCount="indefinite" fill="hold" grpId="1" nodeType="withEffect">
                                  <p:stCondLst>
                                    <p:cond delay="0"/>
                                  </p:stCondLst>
                                  <p:childTnLst>
                                    <p:animRot by="21600000">
                                      <p:cBhvr>
                                        <p:cTn id="36" dur="5000" fill="hold"/>
                                        <p:tgtEl>
                                          <p:spTgt spid="33"/>
                                        </p:tgtEl>
                                        <p:attrNameLst>
                                          <p:attrName>r</p:attrName>
                                        </p:attrNameLst>
                                      </p:cBhvr>
                                    </p:animRot>
                                  </p:childTnLst>
                                </p:cTn>
                              </p:par>
                              <p:par>
                                <p:cTn id="37" presetID="8" presetClass="emph" presetSubtype="0" repeatCount="indefinite" fill="hold" grpId="1" nodeType="withEffect">
                                  <p:stCondLst>
                                    <p:cond delay="0"/>
                                  </p:stCondLst>
                                  <p:childTnLst>
                                    <p:animRot by="21600000">
                                      <p:cBhvr>
                                        <p:cTn id="38" dur="5000" fill="hold"/>
                                        <p:tgtEl>
                                          <p:spTgt spid="34"/>
                                        </p:tgtEl>
                                        <p:attrNameLst>
                                          <p:attrName>r</p:attrName>
                                        </p:attrNameLst>
                                      </p:cBhvr>
                                    </p:animRot>
                                  </p:childTnLst>
                                </p:cTn>
                              </p:par>
                              <p:par>
                                <p:cTn id="39" presetID="8" presetClass="emph" presetSubtype="0" repeatCount="indefinite" fill="hold" grpId="1" nodeType="withEffect">
                                  <p:stCondLst>
                                    <p:cond delay="0"/>
                                  </p:stCondLst>
                                  <p:childTnLst>
                                    <p:animRot by="21600000">
                                      <p:cBhvr>
                                        <p:cTn id="40" dur="5000" fill="hold"/>
                                        <p:tgtEl>
                                          <p:spTgt spid="35"/>
                                        </p:tgtEl>
                                        <p:attrNameLst>
                                          <p:attrName>r</p:attrName>
                                        </p:attrNameLst>
                                      </p:cBhvr>
                                    </p:animRot>
                                  </p:childTnLst>
                                </p:cTn>
                              </p:par>
                              <p:par>
                                <p:cTn id="41" presetID="8" presetClass="emph" presetSubtype="0" repeatCount="indefinite" fill="hold" grpId="1" nodeType="withEffect">
                                  <p:stCondLst>
                                    <p:cond delay="0"/>
                                  </p:stCondLst>
                                  <p:childTnLst>
                                    <p:animRot by="21600000">
                                      <p:cBhvr>
                                        <p:cTn id="42" dur="5000" fill="hold"/>
                                        <p:tgtEl>
                                          <p:spTgt spid="36"/>
                                        </p:tgtEl>
                                        <p:attrNameLst>
                                          <p:attrName>r</p:attrName>
                                        </p:attrNameLst>
                                      </p:cBhvr>
                                    </p:animRot>
                                  </p:childTnLst>
                                </p:cTn>
                              </p:par>
                              <p:par>
                                <p:cTn id="43" presetID="8" presetClass="emph" presetSubtype="0" repeatCount="indefinite" fill="hold" grpId="1" nodeType="withEffect">
                                  <p:stCondLst>
                                    <p:cond delay="0"/>
                                  </p:stCondLst>
                                  <p:childTnLst>
                                    <p:animRot by="21600000">
                                      <p:cBhvr>
                                        <p:cTn id="44" dur="5000" fill="hold"/>
                                        <p:tgtEl>
                                          <p:spTgt spid="37"/>
                                        </p:tgtEl>
                                        <p:attrNameLst>
                                          <p:attrName>r</p:attrName>
                                        </p:attrNameLst>
                                      </p:cBhvr>
                                    </p:animRot>
                                  </p:childTnLst>
                                </p:cTn>
                              </p:par>
                              <p:par>
                                <p:cTn id="45" presetID="8" presetClass="emph" presetSubtype="0" repeatCount="indefinite" fill="hold" grpId="1" nodeType="withEffect">
                                  <p:stCondLst>
                                    <p:cond delay="0"/>
                                  </p:stCondLst>
                                  <p:childTnLst>
                                    <p:animRot by="21600000">
                                      <p:cBhvr>
                                        <p:cTn id="46" dur="5000" fill="hold"/>
                                        <p:tgtEl>
                                          <p:spTgt spid="38"/>
                                        </p:tgtEl>
                                        <p:attrNameLst>
                                          <p:attrName>r</p:attrName>
                                        </p:attrNameLst>
                                      </p:cBhvr>
                                    </p:animRot>
                                  </p:childTnLst>
                                </p:cTn>
                              </p:par>
                              <p:par>
                                <p:cTn id="47" presetID="8" presetClass="emph" presetSubtype="0" repeatCount="indefinite" fill="hold" grpId="1" nodeType="withEffect">
                                  <p:stCondLst>
                                    <p:cond delay="0"/>
                                  </p:stCondLst>
                                  <p:childTnLst>
                                    <p:animRot by="21600000">
                                      <p:cBhvr>
                                        <p:cTn id="48" dur="5000" fill="hold"/>
                                        <p:tgtEl>
                                          <p:spTgt spid="39"/>
                                        </p:tgtEl>
                                        <p:attrNameLst>
                                          <p:attrName>r</p:attrName>
                                        </p:attrNameLst>
                                      </p:cBhvr>
                                    </p:animRot>
                                  </p:childTnLst>
                                </p:cTn>
                              </p:par>
                              <p:par>
                                <p:cTn id="49" presetID="8" presetClass="emph" presetSubtype="0" repeatCount="indefinite" fill="hold" grpId="1" nodeType="withEffect">
                                  <p:stCondLst>
                                    <p:cond delay="0"/>
                                  </p:stCondLst>
                                  <p:childTnLst>
                                    <p:animRot by="21600000">
                                      <p:cBhvr>
                                        <p:cTn id="50" dur="5000" fill="hold"/>
                                        <p:tgtEl>
                                          <p:spTgt spid="40"/>
                                        </p:tgtEl>
                                        <p:attrNameLst>
                                          <p:attrName>r</p:attrName>
                                        </p:attrNameLst>
                                      </p:cBhvr>
                                    </p:animRot>
                                  </p:childTnLst>
                                </p:cTn>
                              </p:par>
                              <p:par>
                                <p:cTn id="51" presetID="8" presetClass="emph" presetSubtype="0" repeatCount="indefinite" fill="hold" grpId="1" nodeType="withEffect">
                                  <p:stCondLst>
                                    <p:cond delay="0"/>
                                  </p:stCondLst>
                                  <p:childTnLst>
                                    <p:animRot by="21600000">
                                      <p:cBhvr>
                                        <p:cTn id="52" dur="5000" fill="hold"/>
                                        <p:tgtEl>
                                          <p:spTgt spid="42"/>
                                        </p:tgtEl>
                                        <p:attrNameLst>
                                          <p:attrName>r</p:attrName>
                                        </p:attrNameLst>
                                      </p:cBhvr>
                                    </p:animRot>
                                  </p:childTnLst>
                                </p:cTn>
                              </p:par>
                              <p:par>
                                <p:cTn id="53" presetID="8" presetClass="emph" presetSubtype="0" repeatCount="indefinite" fill="hold" grpId="1" nodeType="withEffect">
                                  <p:stCondLst>
                                    <p:cond delay="0"/>
                                  </p:stCondLst>
                                  <p:childTnLst>
                                    <p:animRot by="21600000">
                                      <p:cBhvr>
                                        <p:cTn id="54" dur="5000" fill="hold"/>
                                        <p:tgtEl>
                                          <p:spTgt spid="41"/>
                                        </p:tgtEl>
                                        <p:attrNameLst>
                                          <p:attrName>r</p:attrName>
                                        </p:attrNameLst>
                                      </p:cBhvr>
                                    </p:animRot>
                                  </p:childTnLst>
                                </p:cTn>
                              </p:par>
                              <p:par>
                                <p:cTn id="55" presetID="42" presetClass="entr" presetSubtype="0" fill="hold" grpId="0" nodeType="with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1000"/>
                                        <p:tgtEl>
                                          <p:spTgt spid="18"/>
                                        </p:tgtEl>
                                      </p:cBhvr>
                                    </p:animEffect>
                                    <p:anim calcmode="lin" valueType="num">
                                      <p:cBhvr>
                                        <p:cTn id="58" dur="1000" fill="hold"/>
                                        <p:tgtEl>
                                          <p:spTgt spid="18"/>
                                        </p:tgtEl>
                                        <p:attrNameLst>
                                          <p:attrName>ppt_x</p:attrName>
                                        </p:attrNameLst>
                                      </p:cBhvr>
                                      <p:tavLst>
                                        <p:tav tm="0">
                                          <p:val>
                                            <p:strVal val="#ppt_x"/>
                                          </p:val>
                                        </p:tav>
                                        <p:tav tm="100000">
                                          <p:val>
                                            <p:strVal val="#ppt_x"/>
                                          </p:val>
                                        </p:tav>
                                      </p:tavLst>
                                    </p:anim>
                                    <p:anim calcmode="lin" valueType="num">
                                      <p:cBhvr>
                                        <p:cTn id="59" dur="1000" fill="hold"/>
                                        <p:tgtEl>
                                          <p:spTgt spid="18"/>
                                        </p:tgtEl>
                                        <p:attrNameLst>
                                          <p:attrName>ppt_y</p:attrName>
                                        </p:attrNameLst>
                                      </p:cBhvr>
                                      <p:tavLst>
                                        <p:tav tm="0">
                                          <p:val>
                                            <p:strVal val="#ppt_y+.1"/>
                                          </p:val>
                                        </p:tav>
                                        <p:tav tm="100000">
                                          <p:val>
                                            <p:strVal val="#ppt_y"/>
                                          </p:val>
                                        </p:tav>
                                      </p:tavLst>
                                    </p:anim>
                                  </p:childTnLst>
                                </p:cTn>
                              </p:par>
                            </p:childTnLst>
                          </p:cTn>
                        </p:par>
                        <p:par>
                          <p:cTn id="60" fill="hold">
                            <p:stCondLst>
                              <p:cond delay="5500"/>
                            </p:stCondLst>
                            <p:childTnLst>
                              <p:par>
                                <p:cTn id="61" presetID="42" presetClass="entr" presetSubtype="0" fill="hold" grpId="0" nodeType="afterEffect">
                                  <p:stCondLst>
                                    <p:cond delay="0"/>
                                  </p:stCondLst>
                                  <p:childTnLst>
                                    <p:set>
                                      <p:cBhvr>
                                        <p:cTn id="62" dur="1" fill="hold">
                                          <p:stCondLst>
                                            <p:cond delay="0"/>
                                          </p:stCondLst>
                                        </p:cTn>
                                        <p:tgtEl>
                                          <p:spTgt spid="11"/>
                                        </p:tgtEl>
                                        <p:attrNameLst>
                                          <p:attrName>style.visibility</p:attrName>
                                        </p:attrNameLst>
                                      </p:cBhvr>
                                      <p:to>
                                        <p:strVal val="visible"/>
                                      </p:to>
                                    </p:set>
                                    <p:animEffect transition="in" filter="fade">
                                      <p:cBhvr>
                                        <p:cTn id="63" dur="1000"/>
                                        <p:tgtEl>
                                          <p:spTgt spid="11"/>
                                        </p:tgtEl>
                                      </p:cBhvr>
                                    </p:animEffect>
                                    <p:anim calcmode="lin" valueType="num">
                                      <p:cBhvr>
                                        <p:cTn id="64" dur="1000" fill="hold"/>
                                        <p:tgtEl>
                                          <p:spTgt spid="11"/>
                                        </p:tgtEl>
                                        <p:attrNameLst>
                                          <p:attrName>ppt_x</p:attrName>
                                        </p:attrNameLst>
                                      </p:cBhvr>
                                      <p:tavLst>
                                        <p:tav tm="0">
                                          <p:val>
                                            <p:strVal val="#ppt_x"/>
                                          </p:val>
                                        </p:tav>
                                        <p:tav tm="100000">
                                          <p:val>
                                            <p:strVal val="#ppt_x"/>
                                          </p:val>
                                        </p:tav>
                                      </p:tavLst>
                                    </p:anim>
                                    <p:anim calcmode="lin" valueType="num">
                                      <p:cBhvr>
                                        <p:cTn id="65"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11" grpId="0"/>
      <p:bldP spid="32" grpId="0" animBg="1"/>
      <p:bldP spid="32" grpId="1" animBg="1"/>
      <p:bldP spid="33" grpId="0" animBg="1"/>
      <p:bldP spid="33" grpId="1" animBg="1"/>
      <p:bldP spid="34" grpId="0" animBg="1"/>
      <p:bldP spid="34" grpId="1" animBg="1"/>
      <p:bldP spid="35" grpId="0" animBg="1"/>
      <p:bldP spid="35" grpId="1" animBg="1"/>
      <p:bldP spid="36" grpId="0" animBg="1"/>
      <p:bldP spid="36" grpId="1" animBg="1"/>
      <p:bldP spid="37" grpId="0" animBg="1"/>
      <p:bldP spid="37" grpId="1" animBg="1"/>
      <p:bldP spid="38" grpId="0" animBg="1"/>
      <p:bldP spid="38" grpId="1" animBg="1"/>
      <p:bldP spid="39" grpId="0" animBg="1"/>
      <p:bldP spid="39" grpId="1" animBg="1"/>
      <p:bldP spid="40" grpId="0" animBg="1"/>
      <p:bldP spid="40" grpId="1" animBg="1"/>
      <p:bldP spid="41" grpId="0" animBg="1"/>
      <p:bldP spid="41" grpId="1" animBg="1"/>
      <p:bldP spid="42" grpId="0" animBg="1"/>
      <p:bldP spid="42" grpId="1" animBg="1"/>
      <p:bldP spid="1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圆角矩形 14"/>
          <p:cNvSpPr/>
          <p:nvPr/>
        </p:nvSpPr>
        <p:spPr>
          <a:xfrm>
            <a:off x="378114" y="463550"/>
            <a:ext cx="11401425" cy="5857875"/>
          </a:xfrm>
          <a:prstGeom prst="round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 name="组合 15"/>
          <p:cNvGrpSpPr/>
          <p:nvPr/>
        </p:nvGrpSpPr>
        <p:grpSpPr>
          <a:xfrm>
            <a:off x="177047" y="636774"/>
            <a:ext cx="2278560" cy="461665"/>
            <a:chOff x="240439" y="693586"/>
            <a:chExt cx="2278560" cy="461665"/>
          </a:xfrm>
        </p:grpSpPr>
        <p:sp>
          <p:nvSpPr>
            <p:cNvPr id="17" name="文本框 16"/>
            <p:cNvSpPr txBox="1"/>
            <p:nvPr/>
          </p:nvSpPr>
          <p:spPr>
            <a:xfrm>
              <a:off x="642573" y="693586"/>
              <a:ext cx="1876426" cy="461665"/>
            </a:xfrm>
            <a:prstGeom prst="rect">
              <a:avLst/>
            </a:prstGeom>
            <a:noFill/>
          </p:spPr>
          <p:txBody>
            <a:bodyPr wrap="square" rtlCol="0">
              <a:spAutoFit/>
            </a:bodyPr>
            <a:lstStyle/>
            <a:p>
              <a:r>
                <a:rPr lang="zh-CN" altLang="en-US" sz="2400" dirty="0">
                  <a:latin typeface="幼圆" panose="02010509060101010101" pitchFamily="49" charset="-122"/>
                  <a:ea typeface="幼圆" panose="02010509060101010101" pitchFamily="49" charset="-122"/>
                </a:rPr>
                <a:t>输入标题</a:t>
              </a:r>
            </a:p>
          </p:txBody>
        </p:sp>
        <p:sp>
          <p:nvSpPr>
            <p:cNvPr id="18" name="燕尾形 17"/>
            <p:cNvSpPr/>
            <p:nvPr/>
          </p:nvSpPr>
          <p:spPr>
            <a:xfrm>
              <a:off x="240439" y="723352"/>
              <a:ext cx="402134" cy="402134"/>
            </a:xfrm>
            <a:prstGeom prst="chevron">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pic>
        <p:nvPicPr>
          <p:cNvPr id="6" name="图片 5"/>
          <p:cNvPicPr>
            <a:picLocks noChangeAspect="1"/>
          </p:cNvPicPr>
          <p:nvPr/>
        </p:nvPicPr>
        <p:blipFill rotWithShape="1">
          <a:blip r:embed="rId4" cstate="print">
            <a:extLst>
              <a:ext uri="{BEBA8EAE-BF5A-486C-A8C5-ECC9F3942E4B}">
                <a14:imgProps xmlns:a14="http://schemas.microsoft.com/office/drawing/2010/main">
                  <a14:imgLayer r:embed="rId5">
                    <a14:imgEffect>
                      <a14:backgroundRemoval t="9885" b="100000" l="9827" r="100000">
                        <a14:backgroundMark x1="62329" y1="21225" x2="98271" y2="38326"/>
                        <a14:backgroundMark x1="61056" y1="32262" x2="89445" y2="47301"/>
                        <a14:backgroundMark x1="98544" y1="59976" x2="99181" y2="62280"/>
                        <a14:backgroundMark x1="96633" y1="75440" x2="99818" y2="81261"/>
                      </a14:backgroundRemoval>
                    </a14:imgEffect>
                  </a14:imgLayer>
                </a14:imgProps>
              </a:ext>
              <a:ext uri="{28A0092B-C50C-407E-A947-70E740481C1C}">
                <a14:useLocalDpi xmlns:a14="http://schemas.microsoft.com/office/drawing/2010/main" val="0"/>
              </a:ext>
            </a:extLst>
          </a:blip>
          <a:srcRect t="35003" b="11364"/>
          <a:stretch/>
        </p:blipFill>
        <p:spPr>
          <a:xfrm>
            <a:off x="7884641" y="3187731"/>
            <a:ext cx="3894898" cy="3133694"/>
          </a:xfrm>
          <a:prstGeom prst="rect">
            <a:avLst/>
          </a:prstGeom>
        </p:spPr>
      </p:pic>
      <p:grpSp>
        <p:nvGrpSpPr>
          <p:cNvPr id="7" name="组合 6"/>
          <p:cNvGrpSpPr/>
          <p:nvPr/>
        </p:nvGrpSpPr>
        <p:grpSpPr>
          <a:xfrm>
            <a:off x="4376104" y="1796780"/>
            <a:ext cx="3191416" cy="3191416"/>
            <a:chOff x="4500292" y="2120630"/>
            <a:chExt cx="3191416" cy="3191416"/>
          </a:xfrm>
        </p:grpSpPr>
        <p:sp>
          <p:nvSpPr>
            <p:cNvPr id="8" name="Block Arc 2"/>
            <p:cNvSpPr/>
            <p:nvPr/>
          </p:nvSpPr>
          <p:spPr>
            <a:xfrm flipH="1">
              <a:off x="5171080" y="2791418"/>
              <a:ext cx="1849838" cy="1849838"/>
            </a:xfrm>
            <a:prstGeom prst="blockArc">
              <a:avLst>
                <a:gd name="adj1" fmla="val 1507847"/>
                <a:gd name="adj2" fmla="val 16214381"/>
                <a:gd name="adj3" fmla="val 16739"/>
              </a:avLst>
            </a:prstGeom>
            <a:solidFill>
              <a:srgbClr val="FF9999"/>
            </a:solidFill>
            <a:ln w="12700" cap="flat" cmpd="sng" algn="ctr">
              <a:solidFill>
                <a:srgbClr val="FF9999"/>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Arial"/>
                <a:ea typeface="微软雅黑"/>
                <a:cs typeface="+mn-cs"/>
              </a:endParaRPr>
            </a:p>
          </p:txBody>
        </p:sp>
        <p:sp>
          <p:nvSpPr>
            <p:cNvPr id="9" name="Oval 3"/>
            <p:cNvSpPr/>
            <p:nvPr/>
          </p:nvSpPr>
          <p:spPr>
            <a:xfrm>
              <a:off x="5942212" y="2789554"/>
              <a:ext cx="311227" cy="311227"/>
            </a:xfrm>
            <a:prstGeom prst="ellipse">
              <a:avLst/>
            </a:prstGeom>
            <a:solidFill>
              <a:sysClr val="window" lastClr="FFFFFF">
                <a:lumMod val="75000"/>
              </a:sysClr>
            </a:solidFill>
            <a:ln w="12700" cap="flat" cmpd="sng" algn="ctr">
              <a:noFill/>
              <a:prstDash val="solid"/>
              <a:miter lim="800000"/>
            </a:ln>
            <a:effectLst/>
          </p:spPr>
          <p:txBody>
            <a:bodyPr wrap="none" lIns="0" tIns="0" rIns="0" bIns="0" anchor="ctr" anchorCtr="1">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prstClr val="white"/>
                  </a:solidFill>
                  <a:effectLst/>
                  <a:uLnTx/>
                  <a:uFillTx/>
                  <a:latin typeface="Impact" panose="020B0806030902050204" pitchFamily="34" charset="0"/>
                  <a:ea typeface="微软雅黑"/>
                  <a:cs typeface="+mn-cs"/>
                </a:rPr>
                <a:t>03</a:t>
              </a:r>
            </a:p>
          </p:txBody>
        </p:sp>
        <p:sp>
          <p:nvSpPr>
            <p:cNvPr id="12" name="Block Arc 8"/>
            <p:cNvSpPr/>
            <p:nvPr/>
          </p:nvSpPr>
          <p:spPr>
            <a:xfrm flipH="1">
              <a:off x="4834290" y="2454628"/>
              <a:ext cx="2523421" cy="2523422"/>
            </a:xfrm>
            <a:prstGeom prst="blockArc">
              <a:avLst>
                <a:gd name="adj1" fmla="val 20754075"/>
                <a:gd name="adj2" fmla="val 16203514"/>
                <a:gd name="adj3" fmla="val 12311"/>
              </a:avLst>
            </a:prstGeom>
            <a:solidFill>
              <a:schemeClr val="accent1">
                <a:lumMod val="60000"/>
                <a:lumOff val="40000"/>
              </a:schemeClr>
            </a:solidFill>
            <a:ln w="12700" cap="flat" cmpd="sng" algn="ctr">
              <a:solidFill>
                <a:schemeClr val="accent1">
                  <a:lumMod val="40000"/>
                  <a:lumOff val="60000"/>
                </a:scheme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Arial"/>
                <a:ea typeface="微软雅黑"/>
                <a:cs typeface="+mn-cs"/>
              </a:endParaRPr>
            </a:p>
          </p:txBody>
        </p:sp>
        <p:sp>
          <p:nvSpPr>
            <p:cNvPr id="13" name="Oval 9"/>
            <p:cNvSpPr/>
            <p:nvPr/>
          </p:nvSpPr>
          <p:spPr>
            <a:xfrm>
              <a:off x="5942212" y="2452762"/>
              <a:ext cx="311227" cy="311227"/>
            </a:xfrm>
            <a:prstGeom prst="ellipse">
              <a:avLst/>
            </a:prstGeom>
            <a:solidFill>
              <a:sysClr val="window" lastClr="FFFFFF">
                <a:lumMod val="75000"/>
              </a:sysClr>
            </a:solidFill>
            <a:ln w="12700" cap="flat" cmpd="sng" algn="ctr">
              <a:noFill/>
              <a:prstDash val="solid"/>
              <a:miter lim="800000"/>
            </a:ln>
            <a:effectLst/>
          </p:spPr>
          <p:txBody>
            <a:bodyPr wrap="none" lIns="0" tIns="0" rIns="0" bIns="0" anchor="ctr" anchorCtr="1">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a:ln>
                    <a:noFill/>
                  </a:ln>
                  <a:solidFill>
                    <a:prstClr val="white"/>
                  </a:solidFill>
                  <a:effectLst/>
                  <a:uLnTx/>
                  <a:uFillTx/>
                  <a:latin typeface="Impact" panose="020B0806030902050204" pitchFamily="34" charset="0"/>
                  <a:ea typeface="微软雅黑"/>
                  <a:cs typeface="+mn-cs"/>
                </a:rPr>
                <a:t>02</a:t>
              </a:r>
            </a:p>
          </p:txBody>
        </p:sp>
        <p:sp>
          <p:nvSpPr>
            <p:cNvPr id="14" name="Block Arc 11"/>
            <p:cNvSpPr/>
            <p:nvPr/>
          </p:nvSpPr>
          <p:spPr>
            <a:xfrm flipH="1">
              <a:off x="4500292" y="2120630"/>
              <a:ext cx="3191416" cy="3191416"/>
            </a:xfrm>
            <a:prstGeom prst="blockArc">
              <a:avLst>
                <a:gd name="adj1" fmla="val 19362231"/>
                <a:gd name="adj2" fmla="val 16212586"/>
                <a:gd name="adj3" fmla="val 9872"/>
              </a:avLst>
            </a:prstGeom>
            <a:solidFill>
              <a:schemeClr val="accent1">
                <a:lumMod val="75000"/>
              </a:schemeClr>
            </a:solidFill>
            <a:ln w="12700" cap="flat" cmpd="sng" algn="ctr">
              <a:solidFill>
                <a:schemeClr val="accent1">
                  <a:lumMod val="75000"/>
                </a:scheme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Arial"/>
                <a:ea typeface="微软雅黑"/>
                <a:cs typeface="+mn-cs"/>
              </a:endParaRPr>
            </a:p>
          </p:txBody>
        </p:sp>
        <p:sp>
          <p:nvSpPr>
            <p:cNvPr id="19" name="Oval 12"/>
            <p:cNvSpPr/>
            <p:nvPr/>
          </p:nvSpPr>
          <p:spPr>
            <a:xfrm>
              <a:off x="5942213" y="2120630"/>
              <a:ext cx="311227" cy="311227"/>
            </a:xfrm>
            <a:prstGeom prst="ellipse">
              <a:avLst/>
            </a:prstGeom>
            <a:solidFill>
              <a:sysClr val="window" lastClr="FFFFFF">
                <a:lumMod val="75000"/>
              </a:sysClr>
            </a:solidFill>
            <a:ln w="12700" cap="flat" cmpd="sng" algn="ctr">
              <a:noFill/>
              <a:prstDash val="solid"/>
              <a:miter lim="800000"/>
            </a:ln>
            <a:effectLst/>
          </p:spPr>
          <p:txBody>
            <a:bodyPr wrap="none" lIns="0" tIns="0" rIns="0" bIns="0" anchor="ctr" anchorCtr="1">
              <a:norm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Impact" panose="020B0806030902050204" pitchFamily="34" charset="0"/>
                  <a:ea typeface="微软雅黑"/>
                  <a:cs typeface="+mn-cs"/>
                </a:rPr>
                <a:t>01</a:t>
              </a:r>
            </a:p>
          </p:txBody>
        </p:sp>
      </p:grpSp>
      <p:grpSp>
        <p:nvGrpSpPr>
          <p:cNvPr id="2" name="组合 1"/>
          <p:cNvGrpSpPr/>
          <p:nvPr/>
        </p:nvGrpSpPr>
        <p:grpSpPr>
          <a:xfrm>
            <a:off x="1521169" y="1787193"/>
            <a:ext cx="2938283" cy="1560603"/>
            <a:chOff x="1521169" y="1787193"/>
            <a:chExt cx="2938283" cy="1560603"/>
          </a:xfrm>
        </p:grpSpPr>
        <p:sp>
          <p:nvSpPr>
            <p:cNvPr id="20" name="矩形 19"/>
            <p:cNvSpPr/>
            <p:nvPr/>
          </p:nvSpPr>
          <p:spPr>
            <a:xfrm>
              <a:off x="1521169" y="2190748"/>
              <a:ext cx="2737216" cy="1157048"/>
            </a:xfrm>
            <a:prstGeom prst="rect">
              <a:avLst/>
            </a:prstGeom>
          </p:spPr>
          <p:txBody>
            <a:bodyPr wrap="square">
              <a:spAutoFit/>
            </a:bodyPr>
            <a:lstStyle/>
            <a:p>
              <a:pPr algn="just">
                <a:lnSpc>
                  <a:spcPct val="150000"/>
                </a:lnSpc>
              </a:pPr>
              <a:r>
                <a:rPr lang="zh-CN" altLang="en-US" sz="1200" dirty="0">
                  <a:latin typeface="幼圆" panose="02010509060101010101" pitchFamily="49" charset="-122"/>
                  <a:ea typeface="幼圆" panose="02010509060101010101" pitchFamily="49" charset="-122"/>
                </a:rPr>
                <a:t>它是提高人口素质的重要环节。青春期到来以前的未成年人被称为儿童或少年，他们在思想、性格、智力、体魄等方面的可塑儿童教育性很强。</a:t>
              </a:r>
            </a:p>
          </p:txBody>
        </p:sp>
        <p:sp>
          <p:nvSpPr>
            <p:cNvPr id="21" name="文本框 20"/>
            <p:cNvSpPr txBox="1"/>
            <p:nvPr/>
          </p:nvSpPr>
          <p:spPr>
            <a:xfrm>
              <a:off x="3054024" y="1787193"/>
              <a:ext cx="1405428" cy="400110"/>
            </a:xfrm>
            <a:prstGeom prst="rect">
              <a:avLst/>
            </a:prstGeom>
            <a:noFill/>
          </p:spPr>
          <p:txBody>
            <a:bodyPr wrap="square" rtlCol="0">
              <a:spAutoFit/>
            </a:bodyPr>
            <a:lstStyle/>
            <a:p>
              <a:r>
                <a:rPr lang="zh-CN" altLang="en-US" sz="2000" b="1" dirty="0">
                  <a:latin typeface="幼圆" panose="02010509060101010101" pitchFamily="49" charset="-122"/>
                  <a:ea typeface="幼圆" panose="02010509060101010101" pitchFamily="49" charset="-122"/>
                </a:rPr>
                <a:t>输入标题</a:t>
              </a:r>
            </a:p>
          </p:txBody>
        </p:sp>
      </p:grpSp>
      <p:grpSp>
        <p:nvGrpSpPr>
          <p:cNvPr id="22" name="组合 21"/>
          <p:cNvGrpSpPr/>
          <p:nvPr/>
        </p:nvGrpSpPr>
        <p:grpSpPr>
          <a:xfrm>
            <a:off x="1529390" y="3873898"/>
            <a:ext cx="2938283" cy="1560603"/>
            <a:chOff x="1521169" y="1787193"/>
            <a:chExt cx="2938283" cy="1560603"/>
          </a:xfrm>
        </p:grpSpPr>
        <p:sp>
          <p:nvSpPr>
            <p:cNvPr id="23" name="矩形 22"/>
            <p:cNvSpPr/>
            <p:nvPr/>
          </p:nvSpPr>
          <p:spPr>
            <a:xfrm>
              <a:off x="1521169" y="2190748"/>
              <a:ext cx="2737216" cy="1157048"/>
            </a:xfrm>
            <a:prstGeom prst="rect">
              <a:avLst/>
            </a:prstGeom>
          </p:spPr>
          <p:txBody>
            <a:bodyPr wrap="square">
              <a:spAutoFit/>
            </a:bodyPr>
            <a:lstStyle/>
            <a:p>
              <a:pPr algn="just">
                <a:lnSpc>
                  <a:spcPct val="150000"/>
                </a:lnSpc>
              </a:pPr>
              <a:r>
                <a:rPr lang="zh-CN" altLang="en-US" sz="1200" dirty="0">
                  <a:latin typeface="幼圆" panose="02010509060101010101" pitchFamily="49" charset="-122"/>
                  <a:ea typeface="幼圆" panose="02010509060101010101" pitchFamily="49" charset="-122"/>
                </a:rPr>
                <a:t>它是提高人口素质的重要环节。青春期到来以前的未成年人被称为儿童或少年，他们在思想、性格、智力、体魄等方面的可塑儿童教育性很强。</a:t>
              </a:r>
            </a:p>
          </p:txBody>
        </p:sp>
        <p:sp>
          <p:nvSpPr>
            <p:cNvPr id="24" name="文本框 23"/>
            <p:cNvSpPr txBox="1"/>
            <p:nvPr/>
          </p:nvSpPr>
          <p:spPr>
            <a:xfrm>
              <a:off x="3054024" y="1787193"/>
              <a:ext cx="1405428" cy="400110"/>
            </a:xfrm>
            <a:prstGeom prst="rect">
              <a:avLst/>
            </a:prstGeom>
            <a:noFill/>
          </p:spPr>
          <p:txBody>
            <a:bodyPr wrap="square" rtlCol="0">
              <a:spAutoFit/>
            </a:bodyPr>
            <a:lstStyle/>
            <a:p>
              <a:r>
                <a:rPr lang="zh-CN" altLang="en-US" sz="2000" b="1" dirty="0">
                  <a:latin typeface="幼圆" panose="02010509060101010101" pitchFamily="49" charset="-122"/>
                  <a:ea typeface="幼圆" panose="02010509060101010101" pitchFamily="49" charset="-122"/>
                </a:rPr>
                <a:t>输入标题</a:t>
              </a:r>
            </a:p>
          </p:txBody>
        </p:sp>
      </p:grpSp>
      <p:grpSp>
        <p:nvGrpSpPr>
          <p:cNvPr id="25" name="组合 24"/>
          <p:cNvGrpSpPr/>
          <p:nvPr/>
        </p:nvGrpSpPr>
        <p:grpSpPr>
          <a:xfrm>
            <a:off x="7921883" y="2108007"/>
            <a:ext cx="2759949" cy="1535413"/>
            <a:chOff x="1498436" y="1812383"/>
            <a:chExt cx="2759949" cy="1535413"/>
          </a:xfrm>
        </p:grpSpPr>
        <p:sp>
          <p:nvSpPr>
            <p:cNvPr id="26" name="矩形 25"/>
            <p:cNvSpPr/>
            <p:nvPr/>
          </p:nvSpPr>
          <p:spPr>
            <a:xfrm>
              <a:off x="1521169" y="2190748"/>
              <a:ext cx="2737216" cy="1157048"/>
            </a:xfrm>
            <a:prstGeom prst="rect">
              <a:avLst/>
            </a:prstGeom>
          </p:spPr>
          <p:txBody>
            <a:bodyPr wrap="square">
              <a:spAutoFit/>
            </a:bodyPr>
            <a:lstStyle/>
            <a:p>
              <a:pPr algn="just">
                <a:lnSpc>
                  <a:spcPct val="150000"/>
                </a:lnSpc>
              </a:pPr>
              <a:r>
                <a:rPr lang="zh-CN" altLang="en-US" sz="1200" dirty="0">
                  <a:latin typeface="幼圆" panose="02010509060101010101" pitchFamily="49" charset="-122"/>
                  <a:ea typeface="幼圆" panose="02010509060101010101" pitchFamily="49" charset="-122"/>
                </a:rPr>
                <a:t>它是提高人口素质的重要环节。青春期到来以前的未成年人被称为儿童或少年，他们在思想、性格、智力、体魄等方面的可塑儿童教育性很强。</a:t>
              </a:r>
            </a:p>
          </p:txBody>
        </p:sp>
        <p:sp>
          <p:nvSpPr>
            <p:cNvPr id="27" name="文本框 26"/>
            <p:cNvSpPr txBox="1"/>
            <p:nvPr/>
          </p:nvSpPr>
          <p:spPr>
            <a:xfrm>
              <a:off x="1498436" y="1812383"/>
              <a:ext cx="1405428" cy="400110"/>
            </a:xfrm>
            <a:prstGeom prst="rect">
              <a:avLst/>
            </a:prstGeom>
            <a:noFill/>
          </p:spPr>
          <p:txBody>
            <a:bodyPr wrap="square" rtlCol="0">
              <a:spAutoFit/>
            </a:bodyPr>
            <a:lstStyle/>
            <a:p>
              <a:r>
                <a:rPr lang="zh-CN" altLang="en-US" sz="2000" b="1" dirty="0">
                  <a:latin typeface="幼圆" panose="02010509060101010101" pitchFamily="49" charset="-122"/>
                  <a:ea typeface="幼圆" panose="02010509060101010101" pitchFamily="49" charset="-122"/>
                </a:rPr>
                <a:t>输入标题</a:t>
              </a:r>
            </a:p>
          </p:txBody>
        </p:sp>
      </p:grpSp>
      <p:pic>
        <p:nvPicPr>
          <p:cNvPr id="28" name="图片 27"/>
          <p:cNvPicPr>
            <a:picLocks noChangeAspect="1"/>
          </p:cNvPicPr>
          <p:nvPr/>
        </p:nvPicPr>
        <p:blipFill rotWithShape="1">
          <a:blip r:embed="rId6" cstate="print">
            <a:extLst>
              <a:ext uri="{BEBA8EAE-BF5A-486C-A8C5-ECC9F3942E4B}">
                <a14:imgProps xmlns:a14="http://schemas.microsoft.com/office/drawing/2010/main">
                  <a14:imgLayer r:embed="rId7">
                    <a14:imgEffect>
                      <a14:backgroundRemoval t="15939" b="25879" l="0" r="14000"/>
                    </a14:imgEffect>
                  </a14:imgLayer>
                </a14:imgProps>
              </a:ext>
              <a:ext uri="{28A0092B-C50C-407E-A947-70E740481C1C}">
                <a14:useLocalDpi xmlns:a14="http://schemas.microsoft.com/office/drawing/2010/main" val="0"/>
              </a:ext>
            </a:extLst>
          </a:blip>
          <a:srcRect t="15333" r="83114" b="73542"/>
          <a:stretch/>
        </p:blipFill>
        <p:spPr>
          <a:xfrm rot="19644289">
            <a:off x="5504385" y="2689886"/>
            <a:ext cx="1331319" cy="1315821"/>
          </a:xfrm>
          <a:prstGeom prst="rect">
            <a:avLst/>
          </a:prstGeom>
        </p:spPr>
      </p:pic>
    </p:spTree>
    <p:extLst>
      <p:ext uri="{BB962C8B-B14F-4D97-AF65-F5344CB8AC3E}">
        <p14:creationId xmlns:p14="http://schemas.microsoft.com/office/powerpoint/2010/main" val="3129561328"/>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par>
                          <p:cTn id="11" fill="hold">
                            <p:stCondLst>
                              <p:cond delay="1000"/>
                            </p:stCondLst>
                            <p:childTnLst>
                              <p:par>
                                <p:cTn id="12" presetID="42" presetClass="entr" presetSubtype="0" fill="hold" nodeType="after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par>
                          <p:cTn id="17" fill="hold">
                            <p:stCondLst>
                              <p:cond delay="2000"/>
                            </p:stCondLst>
                            <p:childTnLst>
                              <p:par>
                                <p:cTn id="18" presetID="42" presetClass="entr" presetSubtype="0" fill="hold" nodeType="after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fade">
                                      <p:cBhvr>
                                        <p:cTn id="20" dur="1000"/>
                                        <p:tgtEl>
                                          <p:spTgt spid="22"/>
                                        </p:tgtEl>
                                      </p:cBhvr>
                                    </p:animEffect>
                                    <p:anim calcmode="lin" valueType="num">
                                      <p:cBhvr>
                                        <p:cTn id="21" dur="1000" fill="hold"/>
                                        <p:tgtEl>
                                          <p:spTgt spid="22"/>
                                        </p:tgtEl>
                                        <p:attrNameLst>
                                          <p:attrName>ppt_x</p:attrName>
                                        </p:attrNameLst>
                                      </p:cBhvr>
                                      <p:tavLst>
                                        <p:tav tm="0">
                                          <p:val>
                                            <p:strVal val="#ppt_x"/>
                                          </p:val>
                                        </p:tav>
                                        <p:tav tm="100000">
                                          <p:val>
                                            <p:strVal val="#ppt_x"/>
                                          </p:val>
                                        </p:tav>
                                      </p:tavLst>
                                    </p:anim>
                                    <p:anim calcmode="lin" valueType="num">
                                      <p:cBhvr>
                                        <p:cTn id="22" dur="1000" fill="hold"/>
                                        <p:tgtEl>
                                          <p:spTgt spid="22"/>
                                        </p:tgtEl>
                                        <p:attrNameLst>
                                          <p:attrName>ppt_y</p:attrName>
                                        </p:attrNameLst>
                                      </p:cBhvr>
                                      <p:tavLst>
                                        <p:tav tm="0">
                                          <p:val>
                                            <p:strVal val="#ppt_y+.1"/>
                                          </p:val>
                                        </p:tav>
                                        <p:tav tm="100000">
                                          <p:val>
                                            <p:strVal val="#ppt_y"/>
                                          </p:val>
                                        </p:tav>
                                      </p:tavLst>
                                    </p:anim>
                                  </p:childTnLst>
                                </p:cTn>
                              </p:par>
                            </p:childTnLst>
                          </p:cTn>
                        </p:par>
                        <p:par>
                          <p:cTn id="23" fill="hold">
                            <p:stCondLst>
                              <p:cond delay="3000"/>
                            </p:stCondLst>
                            <p:childTnLst>
                              <p:par>
                                <p:cTn id="24" presetID="42" presetClass="entr" presetSubtype="0" fill="hold" nodeType="after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1000"/>
                                        <p:tgtEl>
                                          <p:spTgt spid="25"/>
                                        </p:tgtEl>
                                      </p:cBhvr>
                                    </p:animEffect>
                                    <p:anim calcmode="lin" valueType="num">
                                      <p:cBhvr>
                                        <p:cTn id="27" dur="1000" fill="hold"/>
                                        <p:tgtEl>
                                          <p:spTgt spid="25"/>
                                        </p:tgtEl>
                                        <p:attrNameLst>
                                          <p:attrName>ppt_x</p:attrName>
                                        </p:attrNameLst>
                                      </p:cBhvr>
                                      <p:tavLst>
                                        <p:tav tm="0">
                                          <p:val>
                                            <p:strVal val="#ppt_x"/>
                                          </p:val>
                                        </p:tav>
                                        <p:tav tm="100000">
                                          <p:val>
                                            <p:strVal val="#ppt_x"/>
                                          </p:val>
                                        </p:tav>
                                      </p:tavLst>
                                    </p:anim>
                                    <p:anim calcmode="lin" valueType="num">
                                      <p:cBhvr>
                                        <p:cTn id="28"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圆角矩形 14"/>
          <p:cNvSpPr/>
          <p:nvPr/>
        </p:nvSpPr>
        <p:spPr>
          <a:xfrm>
            <a:off x="378114" y="463550"/>
            <a:ext cx="11401425" cy="5857875"/>
          </a:xfrm>
          <a:prstGeom prst="round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 name="组合 15"/>
          <p:cNvGrpSpPr/>
          <p:nvPr/>
        </p:nvGrpSpPr>
        <p:grpSpPr>
          <a:xfrm>
            <a:off x="177047" y="636774"/>
            <a:ext cx="2278560" cy="461665"/>
            <a:chOff x="240439" y="693586"/>
            <a:chExt cx="2278560" cy="461665"/>
          </a:xfrm>
        </p:grpSpPr>
        <p:sp>
          <p:nvSpPr>
            <p:cNvPr id="17" name="文本框 16"/>
            <p:cNvSpPr txBox="1"/>
            <p:nvPr/>
          </p:nvSpPr>
          <p:spPr>
            <a:xfrm>
              <a:off x="642573" y="693586"/>
              <a:ext cx="1876426" cy="461665"/>
            </a:xfrm>
            <a:prstGeom prst="rect">
              <a:avLst/>
            </a:prstGeom>
            <a:noFill/>
          </p:spPr>
          <p:txBody>
            <a:bodyPr wrap="square" rtlCol="0">
              <a:spAutoFit/>
            </a:bodyPr>
            <a:lstStyle/>
            <a:p>
              <a:r>
                <a:rPr lang="zh-CN" altLang="en-US" sz="2400" dirty="0">
                  <a:latin typeface="幼圆" panose="02010509060101010101" pitchFamily="49" charset="-122"/>
                  <a:ea typeface="幼圆" panose="02010509060101010101" pitchFamily="49" charset="-122"/>
                </a:rPr>
                <a:t>输入标题</a:t>
              </a:r>
            </a:p>
          </p:txBody>
        </p:sp>
        <p:sp>
          <p:nvSpPr>
            <p:cNvPr id="18" name="燕尾形 17"/>
            <p:cNvSpPr/>
            <p:nvPr/>
          </p:nvSpPr>
          <p:spPr>
            <a:xfrm>
              <a:off x="240439" y="723352"/>
              <a:ext cx="402134" cy="402134"/>
            </a:xfrm>
            <a:prstGeom prst="chevron">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pic>
        <p:nvPicPr>
          <p:cNvPr id="7" name="图片 6"/>
          <p:cNvPicPr>
            <a:picLocks noChangeAspect="1"/>
          </p:cNvPicPr>
          <p:nvPr/>
        </p:nvPicPr>
        <p:blipFill rotWithShape="1">
          <a:blip r:embed="rId4" cstate="print">
            <a:extLst>
              <a:ext uri="{BEBA8EAE-BF5A-486C-A8C5-ECC9F3942E4B}">
                <a14:imgProps xmlns:a14="http://schemas.microsoft.com/office/drawing/2010/main">
                  <a14:imgLayer r:embed="rId5">
                    <a14:imgEffect>
                      <a14:backgroundRemoval t="9885" b="100000" l="9827" r="100000">
                        <a14:backgroundMark x1="62329" y1="21225" x2="98271" y2="38326"/>
                        <a14:backgroundMark x1="61056" y1="32262" x2="89445" y2="47301"/>
                        <a14:backgroundMark x1="98544" y1="59976" x2="99181" y2="62280"/>
                        <a14:backgroundMark x1="96633" y1="75440" x2="99818" y2="81261"/>
                      </a14:backgroundRemoval>
                    </a14:imgEffect>
                  </a14:imgLayer>
                </a14:imgProps>
              </a:ext>
              <a:ext uri="{28A0092B-C50C-407E-A947-70E740481C1C}">
                <a14:useLocalDpi xmlns:a14="http://schemas.microsoft.com/office/drawing/2010/main" val="0"/>
              </a:ext>
            </a:extLst>
          </a:blip>
          <a:srcRect t="35003" b="11364"/>
          <a:stretch/>
        </p:blipFill>
        <p:spPr>
          <a:xfrm>
            <a:off x="7884641" y="3187731"/>
            <a:ext cx="3894898" cy="3133694"/>
          </a:xfrm>
          <a:prstGeom prst="rect">
            <a:avLst/>
          </a:prstGeom>
        </p:spPr>
      </p:pic>
      <p:grpSp>
        <p:nvGrpSpPr>
          <p:cNvPr id="2" name="组合 1"/>
          <p:cNvGrpSpPr/>
          <p:nvPr/>
        </p:nvGrpSpPr>
        <p:grpSpPr>
          <a:xfrm>
            <a:off x="1112651" y="1879619"/>
            <a:ext cx="2822095" cy="2402069"/>
            <a:chOff x="1381533" y="1879619"/>
            <a:chExt cx="2822095" cy="2402069"/>
          </a:xfrm>
        </p:grpSpPr>
        <p:grpSp>
          <p:nvGrpSpPr>
            <p:cNvPr id="8" name="组合 7"/>
            <p:cNvGrpSpPr/>
            <p:nvPr/>
          </p:nvGrpSpPr>
          <p:grpSpPr>
            <a:xfrm>
              <a:off x="1381533" y="1879619"/>
              <a:ext cx="2604671" cy="1050002"/>
              <a:chOff x="1636713" y="2374790"/>
              <a:chExt cx="2604671" cy="1050002"/>
            </a:xfrm>
          </p:grpSpPr>
          <p:sp>
            <p:nvSpPr>
              <p:cNvPr id="9" name="Arrow: Pentagon 78"/>
              <p:cNvSpPr/>
              <p:nvPr/>
            </p:nvSpPr>
            <p:spPr>
              <a:xfrm>
                <a:off x="1939017" y="2487969"/>
                <a:ext cx="2302367" cy="823643"/>
              </a:xfrm>
              <a:prstGeom prst="roundRect">
                <a:avLst>
                  <a:gd name="adj" fmla="val 50000"/>
                </a:avLst>
              </a:prstGeom>
              <a:solidFill>
                <a:srgbClr val="44546A">
                  <a:lumMod val="20000"/>
                  <a:lumOff val="80000"/>
                </a:srgbClr>
              </a:solidFill>
              <a:ln w="76200" cap="flat" cmpd="sng" algn="ctr">
                <a:noFill/>
                <a:prstDash val="solid"/>
                <a:miter lim="800000"/>
              </a:ln>
              <a:effectLst/>
            </p:spPr>
            <p:txBody>
              <a:bodyPr anchor="ctr">
                <a:normAutofit/>
              </a:bodyPr>
              <a:lstStyle/>
              <a:p>
                <a:pPr marL="0" marR="0" lvl="0" indent="0" defTabSz="914378"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dirty="0">
                  <a:ln>
                    <a:noFill/>
                  </a:ln>
                  <a:solidFill>
                    <a:prstClr val="black"/>
                  </a:solidFill>
                  <a:effectLst/>
                  <a:uLnTx/>
                  <a:uFillTx/>
                  <a:latin typeface="Arial"/>
                  <a:ea typeface="微软雅黑"/>
                  <a:cs typeface="+mn-cs"/>
                </a:endParaRPr>
              </a:p>
            </p:txBody>
          </p:sp>
          <p:sp>
            <p:nvSpPr>
              <p:cNvPr id="10" name="Oval 79"/>
              <p:cNvSpPr/>
              <p:nvPr/>
            </p:nvSpPr>
            <p:spPr>
              <a:xfrm>
                <a:off x="1636713" y="2374790"/>
                <a:ext cx="1050001" cy="1050002"/>
              </a:xfrm>
              <a:prstGeom prst="ellipse">
                <a:avLst/>
              </a:prstGeom>
              <a:solidFill>
                <a:srgbClr val="FF9999"/>
              </a:solidFill>
              <a:ln w="12700" cap="flat" cmpd="sng" algn="ctr">
                <a:no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Arial"/>
                  <a:ea typeface="微软雅黑"/>
                  <a:cs typeface="+mn-cs"/>
                </a:endParaRPr>
              </a:p>
            </p:txBody>
          </p:sp>
          <p:sp>
            <p:nvSpPr>
              <p:cNvPr id="11" name="Freeform: Shape 80" title="HBOw5gySgy"/>
              <p:cNvSpPr>
                <a:spLocks/>
              </p:cNvSpPr>
              <p:nvPr/>
            </p:nvSpPr>
            <p:spPr bwMode="auto">
              <a:xfrm>
                <a:off x="1919967" y="2583235"/>
                <a:ext cx="481328" cy="606645"/>
              </a:xfrm>
              <a:custGeom>
                <a:avLst/>
                <a:gdLst>
                  <a:gd name="connsiteX0" fmla="*/ 179388 w 268288"/>
                  <a:gd name="connsiteY0" fmla="*/ 166688 h 338138"/>
                  <a:gd name="connsiteX1" fmla="*/ 203200 w 268288"/>
                  <a:gd name="connsiteY1" fmla="*/ 190443 h 338138"/>
                  <a:gd name="connsiteX2" fmla="*/ 203200 w 268288"/>
                  <a:gd name="connsiteY2" fmla="*/ 252471 h 338138"/>
                  <a:gd name="connsiteX3" fmla="*/ 179388 w 268288"/>
                  <a:gd name="connsiteY3" fmla="*/ 276226 h 338138"/>
                  <a:gd name="connsiteX4" fmla="*/ 155575 w 268288"/>
                  <a:gd name="connsiteY4" fmla="*/ 252471 h 338138"/>
                  <a:gd name="connsiteX5" fmla="*/ 155575 w 268288"/>
                  <a:gd name="connsiteY5" fmla="*/ 190443 h 338138"/>
                  <a:gd name="connsiteX6" fmla="*/ 179388 w 268288"/>
                  <a:gd name="connsiteY6" fmla="*/ 166688 h 338138"/>
                  <a:gd name="connsiteX7" fmla="*/ 179388 w 268288"/>
                  <a:gd name="connsiteY7" fmla="*/ 150813 h 338138"/>
                  <a:gd name="connsiteX8" fmla="*/ 139700 w 268288"/>
                  <a:gd name="connsiteY8" fmla="*/ 190427 h 338138"/>
                  <a:gd name="connsiteX9" fmla="*/ 139700 w 268288"/>
                  <a:gd name="connsiteY9" fmla="*/ 252488 h 338138"/>
                  <a:gd name="connsiteX10" fmla="*/ 179388 w 268288"/>
                  <a:gd name="connsiteY10" fmla="*/ 292101 h 338138"/>
                  <a:gd name="connsiteX11" fmla="*/ 219075 w 268288"/>
                  <a:gd name="connsiteY11" fmla="*/ 252488 h 338138"/>
                  <a:gd name="connsiteX12" fmla="*/ 219075 w 268288"/>
                  <a:gd name="connsiteY12" fmla="*/ 190427 h 338138"/>
                  <a:gd name="connsiteX13" fmla="*/ 179388 w 268288"/>
                  <a:gd name="connsiteY13" fmla="*/ 150813 h 338138"/>
                  <a:gd name="connsiteX14" fmla="*/ 57120 w 268288"/>
                  <a:gd name="connsiteY14" fmla="*/ 150813 h 338138"/>
                  <a:gd name="connsiteX15" fmla="*/ 49212 w 268288"/>
                  <a:gd name="connsiteY15" fmla="*/ 158705 h 338138"/>
                  <a:gd name="connsiteX16" fmla="*/ 57120 w 268288"/>
                  <a:gd name="connsiteY16" fmla="*/ 166597 h 338138"/>
                  <a:gd name="connsiteX17" fmla="*/ 80842 w 268288"/>
                  <a:gd name="connsiteY17" fmla="*/ 166597 h 338138"/>
                  <a:gd name="connsiteX18" fmla="*/ 103247 w 268288"/>
                  <a:gd name="connsiteY18" fmla="*/ 188959 h 338138"/>
                  <a:gd name="connsiteX19" fmla="*/ 103247 w 268288"/>
                  <a:gd name="connsiteY19" fmla="*/ 190274 h 338138"/>
                  <a:gd name="connsiteX20" fmla="*/ 80842 w 268288"/>
                  <a:gd name="connsiteY20" fmla="*/ 212635 h 338138"/>
                  <a:gd name="connsiteX21" fmla="*/ 57120 w 268288"/>
                  <a:gd name="connsiteY21" fmla="*/ 212635 h 338138"/>
                  <a:gd name="connsiteX22" fmla="*/ 49212 w 268288"/>
                  <a:gd name="connsiteY22" fmla="*/ 220527 h 338138"/>
                  <a:gd name="connsiteX23" fmla="*/ 57120 w 268288"/>
                  <a:gd name="connsiteY23" fmla="*/ 228419 h 338138"/>
                  <a:gd name="connsiteX24" fmla="*/ 80842 w 268288"/>
                  <a:gd name="connsiteY24" fmla="*/ 228419 h 338138"/>
                  <a:gd name="connsiteX25" fmla="*/ 103247 w 268288"/>
                  <a:gd name="connsiteY25" fmla="*/ 250781 h 338138"/>
                  <a:gd name="connsiteX26" fmla="*/ 80842 w 268288"/>
                  <a:gd name="connsiteY26" fmla="*/ 273142 h 338138"/>
                  <a:gd name="connsiteX27" fmla="*/ 57120 w 268288"/>
                  <a:gd name="connsiteY27" fmla="*/ 273142 h 338138"/>
                  <a:gd name="connsiteX28" fmla="*/ 49212 w 268288"/>
                  <a:gd name="connsiteY28" fmla="*/ 281034 h 338138"/>
                  <a:gd name="connsiteX29" fmla="*/ 57120 w 268288"/>
                  <a:gd name="connsiteY29" fmla="*/ 288926 h 338138"/>
                  <a:gd name="connsiteX30" fmla="*/ 80842 w 268288"/>
                  <a:gd name="connsiteY30" fmla="*/ 288926 h 338138"/>
                  <a:gd name="connsiteX31" fmla="*/ 119062 w 268288"/>
                  <a:gd name="connsiteY31" fmla="*/ 250781 h 338138"/>
                  <a:gd name="connsiteX32" fmla="*/ 103247 w 268288"/>
                  <a:gd name="connsiteY32" fmla="*/ 220527 h 338138"/>
                  <a:gd name="connsiteX33" fmla="*/ 119062 w 268288"/>
                  <a:gd name="connsiteY33" fmla="*/ 190274 h 338138"/>
                  <a:gd name="connsiteX34" fmla="*/ 119062 w 268288"/>
                  <a:gd name="connsiteY34" fmla="*/ 188959 h 338138"/>
                  <a:gd name="connsiteX35" fmla="*/ 80842 w 268288"/>
                  <a:gd name="connsiteY35" fmla="*/ 150813 h 338138"/>
                  <a:gd name="connsiteX36" fmla="*/ 57120 w 268288"/>
                  <a:gd name="connsiteY36" fmla="*/ 150813 h 338138"/>
                  <a:gd name="connsiteX37" fmla="*/ 46099 w 268288"/>
                  <a:gd name="connsiteY37" fmla="*/ 47625 h 338138"/>
                  <a:gd name="connsiteX38" fmla="*/ 15875 w 268288"/>
                  <a:gd name="connsiteY38" fmla="*/ 79629 h 338138"/>
                  <a:gd name="connsiteX39" fmla="*/ 15875 w 268288"/>
                  <a:gd name="connsiteY39" fmla="*/ 114300 h 338138"/>
                  <a:gd name="connsiteX40" fmla="*/ 252413 w 268288"/>
                  <a:gd name="connsiteY40" fmla="*/ 114300 h 338138"/>
                  <a:gd name="connsiteX41" fmla="*/ 252413 w 268288"/>
                  <a:gd name="connsiteY41" fmla="*/ 79629 h 338138"/>
                  <a:gd name="connsiteX42" fmla="*/ 222189 w 268288"/>
                  <a:gd name="connsiteY42" fmla="*/ 47625 h 338138"/>
                  <a:gd name="connsiteX43" fmla="*/ 210362 w 268288"/>
                  <a:gd name="connsiteY43" fmla="*/ 47625 h 338138"/>
                  <a:gd name="connsiteX44" fmla="*/ 210362 w 268288"/>
                  <a:gd name="connsiteY44" fmla="*/ 71628 h 338138"/>
                  <a:gd name="connsiteX45" fmla="*/ 202477 w 268288"/>
                  <a:gd name="connsiteY45" fmla="*/ 79629 h 338138"/>
                  <a:gd name="connsiteX46" fmla="*/ 194593 w 268288"/>
                  <a:gd name="connsiteY46" fmla="*/ 71628 h 338138"/>
                  <a:gd name="connsiteX47" fmla="*/ 194593 w 268288"/>
                  <a:gd name="connsiteY47" fmla="*/ 47625 h 338138"/>
                  <a:gd name="connsiteX48" fmla="*/ 73696 w 268288"/>
                  <a:gd name="connsiteY48" fmla="*/ 47625 h 338138"/>
                  <a:gd name="connsiteX49" fmla="*/ 73696 w 268288"/>
                  <a:gd name="connsiteY49" fmla="*/ 71628 h 338138"/>
                  <a:gd name="connsiteX50" fmla="*/ 65811 w 268288"/>
                  <a:gd name="connsiteY50" fmla="*/ 79629 h 338138"/>
                  <a:gd name="connsiteX51" fmla="*/ 57926 w 268288"/>
                  <a:gd name="connsiteY51" fmla="*/ 71628 h 338138"/>
                  <a:gd name="connsiteX52" fmla="*/ 57926 w 268288"/>
                  <a:gd name="connsiteY52" fmla="*/ 47625 h 338138"/>
                  <a:gd name="connsiteX53" fmla="*/ 46099 w 268288"/>
                  <a:gd name="connsiteY53" fmla="*/ 47625 h 338138"/>
                  <a:gd name="connsiteX54" fmla="*/ 65757 w 268288"/>
                  <a:gd name="connsiteY54" fmla="*/ 0 h 338138"/>
                  <a:gd name="connsiteX55" fmla="*/ 73648 w 268288"/>
                  <a:gd name="connsiteY55" fmla="*/ 7925 h 338138"/>
                  <a:gd name="connsiteX56" fmla="*/ 73648 w 268288"/>
                  <a:gd name="connsiteY56" fmla="*/ 31700 h 338138"/>
                  <a:gd name="connsiteX57" fmla="*/ 194640 w 268288"/>
                  <a:gd name="connsiteY57" fmla="*/ 31700 h 338138"/>
                  <a:gd name="connsiteX58" fmla="*/ 194640 w 268288"/>
                  <a:gd name="connsiteY58" fmla="*/ 7925 h 338138"/>
                  <a:gd name="connsiteX59" fmla="*/ 202531 w 268288"/>
                  <a:gd name="connsiteY59" fmla="*/ 0 h 338138"/>
                  <a:gd name="connsiteX60" fmla="*/ 210422 w 268288"/>
                  <a:gd name="connsiteY60" fmla="*/ 7925 h 338138"/>
                  <a:gd name="connsiteX61" fmla="*/ 210422 w 268288"/>
                  <a:gd name="connsiteY61" fmla="*/ 31700 h 338138"/>
                  <a:gd name="connsiteX62" fmla="*/ 222258 w 268288"/>
                  <a:gd name="connsiteY62" fmla="*/ 31700 h 338138"/>
                  <a:gd name="connsiteX63" fmla="*/ 268288 w 268288"/>
                  <a:gd name="connsiteY63" fmla="*/ 79251 h 338138"/>
                  <a:gd name="connsiteX64" fmla="*/ 268288 w 268288"/>
                  <a:gd name="connsiteY64" fmla="*/ 290587 h 338138"/>
                  <a:gd name="connsiteX65" fmla="*/ 222258 w 268288"/>
                  <a:gd name="connsiteY65" fmla="*/ 338138 h 338138"/>
                  <a:gd name="connsiteX66" fmla="*/ 46030 w 268288"/>
                  <a:gd name="connsiteY66" fmla="*/ 338138 h 338138"/>
                  <a:gd name="connsiteX67" fmla="*/ 0 w 268288"/>
                  <a:gd name="connsiteY67" fmla="*/ 290587 h 338138"/>
                  <a:gd name="connsiteX68" fmla="*/ 0 w 268288"/>
                  <a:gd name="connsiteY68" fmla="*/ 79251 h 338138"/>
                  <a:gd name="connsiteX69" fmla="*/ 46030 w 268288"/>
                  <a:gd name="connsiteY69" fmla="*/ 31700 h 338138"/>
                  <a:gd name="connsiteX70" fmla="*/ 57866 w 268288"/>
                  <a:gd name="connsiteY70" fmla="*/ 31700 h 338138"/>
                  <a:gd name="connsiteX71" fmla="*/ 57866 w 268288"/>
                  <a:gd name="connsiteY71" fmla="*/ 7925 h 338138"/>
                  <a:gd name="connsiteX72" fmla="*/ 65757 w 268288"/>
                  <a:gd name="connsiteY72"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268288" h="338138">
                    <a:moveTo>
                      <a:pt x="179388" y="166688"/>
                    </a:moveTo>
                    <a:cubicBezTo>
                      <a:pt x="192617" y="166688"/>
                      <a:pt x="203200" y="177246"/>
                      <a:pt x="203200" y="190443"/>
                    </a:cubicBezTo>
                    <a:cubicBezTo>
                      <a:pt x="203200" y="252471"/>
                      <a:pt x="203200" y="252471"/>
                      <a:pt x="203200" y="252471"/>
                    </a:cubicBezTo>
                    <a:cubicBezTo>
                      <a:pt x="203200" y="265668"/>
                      <a:pt x="192617" y="276226"/>
                      <a:pt x="179388" y="276226"/>
                    </a:cubicBezTo>
                    <a:cubicBezTo>
                      <a:pt x="166158" y="276226"/>
                      <a:pt x="155575" y="265668"/>
                      <a:pt x="155575" y="252471"/>
                    </a:cubicBezTo>
                    <a:cubicBezTo>
                      <a:pt x="155575" y="190443"/>
                      <a:pt x="155575" y="190443"/>
                      <a:pt x="155575" y="190443"/>
                    </a:cubicBezTo>
                    <a:cubicBezTo>
                      <a:pt x="155575" y="177246"/>
                      <a:pt x="166158" y="166688"/>
                      <a:pt x="179388" y="166688"/>
                    </a:cubicBezTo>
                    <a:close/>
                    <a:moveTo>
                      <a:pt x="179388" y="150813"/>
                    </a:moveTo>
                    <a:cubicBezTo>
                      <a:pt x="158221" y="150813"/>
                      <a:pt x="139700" y="169299"/>
                      <a:pt x="139700" y="190427"/>
                    </a:cubicBezTo>
                    <a:cubicBezTo>
                      <a:pt x="139700" y="252488"/>
                      <a:pt x="139700" y="252488"/>
                      <a:pt x="139700" y="252488"/>
                    </a:cubicBezTo>
                    <a:cubicBezTo>
                      <a:pt x="139700" y="273615"/>
                      <a:pt x="158221" y="292101"/>
                      <a:pt x="179388" y="292101"/>
                    </a:cubicBezTo>
                    <a:cubicBezTo>
                      <a:pt x="201877" y="292101"/>
                      <a:pt x="219075" y="273615"/>
                      <a:pt x="219075" y="252488"/>
                    </a:cubicBezTo>
                    <a:lnTo>
                      <a:pt x="219075" y="190427"/>
                    </a:lnTo>
                    <a:cubicBezTo>
                      <a:pt x="219075" y="169299"/>
                      <a:pt x="201877" y="150813"/>
                      <a:pt x="179388" y="150813"/>
                    </a:cubicBezTo>
                    <a:close/>
                    <a:moveTo>
                      <a:pt x="57120" y="150813"/>
                    </a:moveTo>
                    <a:cubicBezTo>
                      <a:pt x="51848" y="150813"/>
                      <a:pt x="49212" y="154759"/>
                      <a:pt x="49212" y="158705"/>
                    </a:cubicBezTo>
                    <a:cubicBezTo>
                      <a:pt x="49212" y="163967"/>
                      <a:pt x="51848" y="166597"/>
                      <a:pt x="57120" y="166597"/>
                    </a:cubicBezTo>
                    <a:cubicBezTo>
                      <a:pt x="80842" y="166597"/>
                      <a:pt x="80842" y="166597"/>
                      <a:pt x="80842" y="166597"/>
                    </a:cubicBezTo>
                    <a:cubicBezTo>
                      <a:pt x="92704" y="166597"/>
                      <a:pt x="103247" y="177120"/>
                      <a:pt x="103247" y="188959"/>
                    </a:cubicBezTo>
                    <a:cubicBezTo>
                      <a:pt x="103247" y="190274"/>
                      <a:pt x="103247" y="190274"/>
                      <a:pt x="103247" y="190274"/>
                    </a:cubicBezTo>
                    <a:cubicBezTo>
                      <a:pt x="103247" y="202112"/>
                      <a:pt x="92704" y="212635"/>
                      <a:pt x="80842" y="212635"/>
                    </a:cubicBezTo>
                    <a:cubicBezTo>
                      <a:pt x="57120" y="212635"/>
                      <a:pt x="57120" y="212635"/>
                      <a:pt x="57120" y="212635"/>
                    </a:cubicBezTo>
                    <a:cubicBezTo>
                      <a:pt x="51848" y="212635"/>
                      <a:pt x="49212" y="215266"/>
                      <a:pt x="49212" y="220527"/>
                    </a:cubicBezTo>
                    <a:cubicBezTo>
                      <a:pt x="49212" y="224473"/>
                      <a:pt x="51848" y="228419"/>
                      <a:pt x="57120" y="228419"/>
                    </a:cubicBezTo>
                    <a:cubicBezTo>
                      <a:pt x="80842" y="228419"/>
                      <a:pt x="80842" y="228419"/>
                      <a:pt x="80842" y="228419"/>
                    </a:cubicBezTo>
                    <a:cubicBezTo>
                      <a:pt x="92704" y="228419"/>
                      <a:pt x="103247" y="237627"/>
                      <a:pt x="103247" y="250781"/>
                    </a:cubicBezTo>
                    <a:cubicBezTo>
                      <a:pt x="103247" y="263934"/>
                      <a:pt x="92704" y="273142"/>
                      <a:pt x="80842" y="273142"/>
                    </a:cubicBezTo>
                    <a:cubicBezTo>
                      <a:pt x="57120" y="273142"/>
                      <a:pt x="57120" y="273142"/>
                      <a:pt x="57120" y="273142"/>
                    </a:cubicBezTo>
                    <a:cubicBezTo>
                      <a:pt x="51848" y="273142"/>
                      <a:pt x="49212" y="277088"/>
                      <a:pt x="49212" y="281034"/>
                    </a:cubicBezTo>
                    <a:cubicBezTo>
                      <a:pt x="49212" y="284980"/>
                      <a:pt x="51848" y="288926"/>
                      <a:pt x="57120" y="288926"/>
                    </a:cubicBezTo>
                    <a:cubicBezTo>
                      <a:pt x="80842" y="288926"/>
                      <a:pt x="80842" y="288926"/>
                      <a:pt x="80842" y="288926"/>
                    </a:cubicBezTo>
                    <a:cubicBezTo>
                      <a:pt x="101929" y="288926"/>
                      <a:pt x="119062" y="271826"/>
                      <a:pt x="119062" y="250781"/>
                    </a:cubicBezTo>
                    <a:cubicBezTo>
                      <a:pt x="119062" y="237627"/>
                      <a:pt x="112473" y="227104"/>
                      <a:pt x="103247" y="220527"/>
                    </a:cubicBezTo>
                    <a:cubicBezTo>
                      <a:pt x="112473" y="212635"/>
                      <a:pt x="119062" y="202112"/>
                      <a:pt x="119062" y="190274"/>
                    </a:cubicBezTo>
                    <a:lnTo>
                      <a:pt x="119062" y="188959"/>
                    </a:lnTo>
                    <a:cubicBezTo>
                      <a:pt x="119062" y="167913"/>
                      <a:pt x="101929" y="150813"/>
                      <a:pt x="80842" y="150813"/>
                    </a:cubicBezTo>
                    <a:cubicBezTo>
                      <a:pt x="57120" y="150813"/>
                      <a:pt x="57120" y="150813"/>
                      <a:pt x="57120" y="150813"/>
                    </a:cubicBezTo>
                    <a:close/>
                    <a:moveTo>
                      <a:pt x="46099" y="47625"/>
                    </a:moveTo>
                    <a:cubicBezTo>
                      <a:pt x="29016" y="47625"/>
                      <a:pt x="15875" y="62294"/>
                      <a:pt x="15875" y="79629"/>
                    </a:cubicBezTo>
                    <a:cubicBezTo>
                      <a:pt x="15875" y="114300"/>
                      <a:pt x="15875" y="114300"/>
                      <a:pt x="15875" y="114300"/>
                    </a:cubicBezTo>
                    <a:cubicBezTo>
                      <a:pt x="252413" y="114300"/>
                      <a:pt x="252413" y="114300"/>
                      <a:pt x="252413" y="114300"/>
                    </a:cubicBezTo>
                    <a:lnTo>
                      <a:pt x="252413" y="79629"/>
                    </a:lnTo>
                    <a:cubicBezTo>
                      <a:pt x="252413" y="62294"/>
                      <a:pt x="239272" y="47625"/>
                      <a:pt x="222189" y="47625"/>
                    </a:cubicBezTo>
                    <a:cubicBezTo>
                      <a:pt x="210362" y="47625"/>
                      <a:pt x="210362" y="47625"/>
                      <a:pt x="210362" y="47625"/>
                    </a:cubicBezTo>
                    <a:cubicBezTo>
                      <a:pt x="210362" y="71628"/>
                      <a:pt x="210362" y="71628"/>
                      <a:pt x="210362" y="71628"/>
                    </a:cubicBezTo>
                    <a:cubicBezTo>
                      <a:pt x="210362" y="75629"/>
                      <a:pt x="206420" y="79629"/>
                      <a:pt x="202477" y="79629"/>
                    </a:cubicBezTo>
                    <a:cubicBezTo>
                      <a:pt x="197221" y="79629"/>
                      <a:pt x="194593" y="75629"/>
                      <a:pt x="194593" y="71628"/>
                    </a:cubicBezTo>
                    <a:cubicBezTo>
                      <a:pt x="194593" y="47625"/>
                      <a:pt x="194593" y="47625"/>
                      <a:pt x="194593" y="47625"/>
                    </a:cubicBezTo>
                    <a:cubicBezTo>
                      <a:pt x="73696" y="47625"/>
                      <a:pt x="73696" y="47625"/>
                      <a:pt x="73696" y="47625"/>
                    </a:cubicBezTo>
                    <a:cubicBezTo>
                      <a:pt x="73696" y="71628"/>
                      <a:pt x="73696" y="71628"/>
                      <a:pt x="73696" y="71628"/>
                    </a:cubicBezTo>
                    <a:cubicBezTo>
                      <a:pt x="73696" y="75629"/>
                      <a:pt x="71067" y="79629"/>
                      <a:pt x="65811" y="79629"/>
                    </a:cubicBezTo>
                    <a:cubicBezTo>
                      <a:pt x="61869" y="79629"/>
                      <a:pt x="57926" y="75629"/>
                      <a:pt x="57926" y="71628"/>
                    </a:cubicBezTo>
                    <a:cubicBezTo>
                      <a:pt x="57926" y="47625"/>
                      <a:pt x="57926" y="47625"/>
                      <a:pt x="57926" y="47625"/>
                    </a:cubicBezTo>
                    <a:cubicBezTo>
                      <a:pt x="46099" y="47625"/>
                      <a:pt x="46099" y="47625"/>
                      <a:pt x="46099" y="47625"/>
                    </a:cubicBezTo>
                    <a:close/>
                    <a:moveTo>
                      <a:pt x="65757" y="0"/>
                    </a:moveTo>
                    <a:cubicBezTo>
                      <a:pt x="71018" y="0"/>
                      <a:pt x="73648" y="3962"/>
                      <a:pt x="73648" y="7925"/>
                    </a:cubicBezTo>
                    <a:cubicBezTo>
                      <a:pt x="73648" y="31700"/>
                      <a:pt x="73648" y="31700"/>
                      <a:pt x="73648" y="31700"/>
                    </a:cubicBezTo>
                    <a:cubicBezTo>
                      <a:pt x="194640" y="31700"/>
                      <a:pt x="194640" y="31700"/>
                      <a:pt x="194640" y="31700"/>
                    </a:cubicBezTo>
                    <a:cubicBezTo>
                      <a:pt x="194640" y="7925"/>
                      <a:pt x="194640" y="7925"/>
                      <a:pt x="194640" y="7925"/>
                    </a:cubicBezTo>
                    <a:cubicBezTo>
                      <a:pt x="194640" y="3962"/>
                      <a:pt x="197271" y="0"/>
                      <a:pt x="202531" y="0"/>
                    </a:cubicBezTo>
                    <a:cubicBezTo>
                      <a:pt x="206477" y="0"/>
                      <a:pt x="210422" y="3962"/>
                      <a:pt x="210422" y="7925"/>
                    </a:cubicBezTo>
                    <a:cubicBezTo>
                      <a:pt x="210422" y="31700"/>
                      <a:pt x="210422" y="31700"/>
                      <a:pt x="210422" y="31700"/>
                    </a:cubicBezTo>
                    <a:cubicBezTo>
                      <a:pt x="222258" y="31700"/>
                      <a:pt x="222258" y="31700"/>
                      <a:pt x="222258" y="31700"/>
                    </a:cubicBezTo>
                    <a:cubicBezTo>
                      <a:pt x="247246" y="31700"/>
                      <a:pt x="268288" y="52834"/>
                      <a:pt x="268288" y="79251"/>
                    </a:cubicBezTo>
                    <a:cubicBezTo>
                      <a:pt x="268288" y="290587"/>
                      <a:pt x="268288" y="290587"/>
                      <a:pt x="268288" y="290587"/>
                    </a:cubicBezTo>
                    <a:cubicBezTo>
                      <a:pt x="268288" y="317005"/>
                      <a:pt x="247246" y="338138"/>
                      <a:pt x="222258" y="338138"/>
                    </a:cubicBezTo>
                    <a:cubicBezTo>
                      <a:pt x="46030" y="338138"/>
                      <a:pt x="46030" y="338138"/>
                      <a:pt x="46030" y="338138"/>
                    </a:cubicBezTo>
                    <a:cubicBezTo>
                      <a:pt x="21042" y="338138"/>
                      <a:pt x="0" y="317005"/>
                      <a:pt x="0" y="290587"/>
                    </a:cubicBezTo>
                    <a:cubicBezTo>
                      <a:pt x="0" y="79251"/>
                      <a:pt x="0" y="79251"/>
                      <a:pt x="0" y="79251"/>
                    </a:cubicBezTo>
                    <a:cubicBezTo>
                      <a:pt x="0" y="52834"/>
                      <a:pt x="21042" y="31700"/>
                      <a:pt x="46030" y="31700"/>
                    </a:cubicBezTo>
                    <a:cubicBezTo>
                      <a:pt x="57866" y="31700"/>
                      <a:pt x="57866" y="31700"/>
                      <a:pt x="57866" y="31700"/>
                    </a:cubicBezTo>
                    <a:cubicBezTo>
                      <a:pt x="57866" y="7925"/>
                      <a:pt x="57866" y="7925"/>
                      <a:pt x="57866" y="7925"/>
                    </a:cubicBezTo>
                    <a:cubicBezTo>
                      <a:pt x="57866" y="3962"/>
                      <a:pt x="61812" y="0"/>
                      <a:pt x="65757" y="0"/>
                    </a:cubicBezTo>
                    <a:close/>
                  </a:path>
                </a:pathLst>
              </a:custGeom>
              <a:solidFill>
                <a:sysClr val="window" lastClr="FFFFFF"/>
              </a:solidFill>
              <a:ln>
                <a:noFill/>
              </a:ln>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Arial"/>
                  <a:ea typeface="微软雅黑"/>
                </a:endParaRPr>
              </a:p>
            </p:txBody>
          </p:sp>
          <p:sp>
            <p:nvSpPr>
              <p:cNvPr id="13" name="TextBox 11"/>
              <p:cNvSpPr txBox="1"/>
              <p:nvPr/>
            </p:nvSpPr>
            <p:spPr>
              <a:xfrm>
                <a:off x="2863743" y="2732668"/>
                <a:ext cx="1163338" cy="307777"/>
              </a:xfrm>
              <a:prstGeom prst="rect">
                <a:avLst/>
              </a:prstGeom>
              <a:noFill/>
            </p:spPr>
            <p:txBody>
              <a:bodyPr wrap="square" lIns="0" tIns="0" rIns="0" bIns="0" rtlCol="0">
                <a:spAutoFit/>
                <a:scene3d>
                  <a:camera prst="orthographicFront"/>
                  <a:lightRig rig="threePt" dir="t"/>
                </a:scene3d>
                <a:sp3d contourW="12700"/>
              </a:bodyPr>
              <a:lstStyle/>
              <a:p>
                <a:pPr marL="0" marR="0" lvl="0" indent="0" defTabSz="914400" eaLnBrk="1" fontAlgn="auto" latinLnBrk="0" hangingPunct="1">
                  <a:lnSpc>
                    <a:spcPct val="100000"/>
                  </a:lnSpc>
                  <a:spcBef>
                    <a:spcPts val="0"/>
                  </a:spcBef>
                  <a:spcAft>
                    <a:spcPts val="0"/>
                  </a:spcAft>
                  <a:buClrTx/>
                  <a:buSzTx/>
                  <a:buFontTx/>
                  <a:buNone/>
                  <a:tabLst/>
                  <a:defRPr/>
                </a:pPr>
                <a:r>
                  <a:rPr lang="zh-CN" altLang="en-US" sz="2000" b="1" kern="0" dirty="0">
                    <a:solidFill>
                      <a:prstClr val="black">
                        <a:lumMod val="75000"/>
                        <a:lumOff val="25000"/>
                      </a:prstClr>
                    </a:solidFill>
                    <a:latin typeface="幼圆" panose="02010509060101010101" pitchFamily="49" charset="-122"/>
                    <a:ea typeface="幼圆" panose="02010509060101010101" pitchFamily="49" charset="-122"/>
                  </a:rPr>
                  <a:t>输入标题</a:t>
                </a:r>
                <a:endParaRPr kumimoji="0" lang="en-US" sz="2000" b="1" i="0" u="none" strike="noStrike" kern="0" cap="none" spc="0" normalizeH="0" baseline="0" noProof="0" dirty="0">
                  <a:ln>
                    <a:noFill/>
                  </a:ln>
                  <a:solidFill>
                    <a:prstClr val="black">
                      <a:lumMod val="75000"/>
                      <a:lumOff val="25000"/>
                    </a:prstClr>
                  </a:solidFill>
                  <a:effectLst/>
                  <a:uLnTx/>
                  <a:uFillTx/>
                  <a:latin typeface="幼圆" panose="02010509060101010101" pitchFamily="49" charset="-122"/>
                  <a:ea typeface="幼圆" panose="02010509060101010101" pitchFamily="49" charset="-122"/>
                </a:endParaRPr>
              </a:p>
            </p:txBody>
          </p:sp>
        </p:grpSp>
        <p:sp>
          <p:nvSpPr>
            <p:cNvPr id="20" name="矩形 19"/>
            <p:cNvSpPr/>
            <p:nvPr/>
          </p:nvSpPr>
          <p:spPr>
            <a:xfrm>
              <a:off x="1466412" y="3124640"/>
              <a:ext cx="2737216" cy="1157048"/>
            </a:xfrm>
            <a:prstGeom prst="rect">
              <a:avLst/>
            </a:prstGeom>
          </p:spPr>
          <p:txBody>
            <a:bodyPr wrap="square">
              <a:spAutoFit/>
            </a:bodyPr>
            <a:lstStyle/>
            <a:p>
              <a:pPr algn="just">
                <a:lnSpc>
                  <a:spcPct val="150000"/>
                </a:lnSpc>
              </a:pPr>
              <a:r>
                <a:rPr lang="zh-CN" altLang="en-US" sz="1200" dirty="0">
                  <a:latin typeface="幼圆" panose="02010509060101010101" pitchFamily="49" charset="-122"/>
                  <a:ea typeface="幼圆" panose="02010509060101010101" pitchFamily="49" charset="-122"/>
                </a:rPr>
                <a:t>它是提高人口素质的重要环节。青春期到来以前的未成年人被称为儿童或少年，他们在思想、性格、智力、体魄等方面的可塑儿童教育性很强。</a:t>
              </a:r>
            </a:p>
          </p:txBody>
        </p:sp>
      </p:grpSp>
      <p:grpSp>
        <p:nvGrpSpPr>
          <p:cNvPr id="21" name="组合 20"/>
          <p:cNvGrpSpPr/>
          <p:nvPr/>
        </p:nvGrpSpPr>
        <p:grpSpPr>
          <a:xfrm>
            <a:off x="4684952" y="2929621"/>
            <a:ext cx="2822095" cy="2402069"/>
            <a:chOff x="1381533" y="1879619"/>
            <a:chExt cx="2822095" cy="2402069"/>
          </a:xfrm>
        </p:grpSpPr>
        <p:grpSp>
          <p:nvGrpSpPr>
            <p:cNvPr id="22" name="组合 21"/>
            <p:cNvGrpSpPr/>
            <p:nvPr/>
          </p:nvGrpSpPr>
          <p:grpSpPr>
            <a:xfrm>
              <a:off x="1381533" y="1879619"/>
              <a:ext cx="2604671" cy="1050002"/>
              <a:chOff x="1636713" y="2374790"/>
              <a:chExt cx="2604671" cy="1050002"/>
            </a:xfrm>
          </p:grpSpPr>
          <p:sp>
            <p:nvSpPr>
              <p:cNvPr id="24" name="Arrow: Pentagon 78"/>
              <p:cNvSpPr/>
              <p:nvPr/>
            </p:nvSpPr>
            <p:spPr>
              <a:xfrm>
                <a:off x="1939017" y="2487969"/>
                <a:ext cx="2302367" cy="823643"/>
              </a:xfrm>
              <a:prstGeom prst="roundRect">
                <a:avLst>
                  <a:gd name="adj" fmla="val 50000"/>
                </a:avLst>
              </a:prstGeom>
              <a:solidFill>
                <a:srgbClr val="44546A">
                  <a:lumMod val="20000"/>
                  <a:lumOff val="80000"/>
                </a:srgbClr>
              </a:solidFill>
              <a:ln w="76200" cap="flat" cmpd="sng" algn="ctr">
                <a:noFill/>
                <a:prstDash val="solid"/>
                <a:miter lim="800000"/>
              </a:ln>
              <a:effectLst/>
            </p:spPr>
            <p:txBody>
              <a:bodyPr anchor="ctr">
                <a:normAutofit/>
              </a:bodyPr>
              <a:lstStyle/>
              <a:p>
                <a:pPr marL="0" marR="0" lvl="0" indent="0" defTabSz="914378"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dirty="0">
                  <a:ln>
                    <a:noFill/>
                  </a:ln>
                  <a:solidFill>
                    <a:prstClr val="black"/>
                  </a:solidFill>
                  <a:effectLst/>
                  <a:uLnTx/>
                  <a:uFillTx/>
                  <a:latin typeface="Arial"/>
                  <a:ea typeface="微软雅黑"/>
                  <a:cs typeface="+mn-cs"/>
                </a:endParaRPr>
              </a:p>
            </p:txBody>
          </p:sp>
          <p:sp>
            <p:nvSpPr>
              <p:cNvPr id="25" name="Oval 79"/>
              <p:cNvSpPr/>
              <p:nvPr/>
            </p:nvSpPr>
            <p:spPr>
              <a:xfrm>
                <a:off x="1636713" y="2374790"/>
                <a:ext cx="1050001" cy="1050002"/>
              </a:xfrm>
              <a:prstGeom prst="ellipse">
                <a:avLst/>
              </a:prstGeom>
              <a:solidFill>
                <a:srgbClr val="FF9999"/>
              </a:solidFill>
              <a:ln w="12700" cap="flat" cmpd="sng" algn="ctr">
                <a:no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Arial"/>
                  <a:ea typeface="微软雅黑"/>
                  <a:cs typeface="+mn-cs"/>
                </a:endParaRPr>
              </a:p>
            </p:txBody>
          </p:sp>
          <p:sp>
            <p:nvSpPr>
              <p:cNvPr id="26" name="Freeform: Shape 80" title="HBOw5gySgy"/>
              <p:cNvSpPr>
                <a:spLocks/>
              </p:cNvSpPr>
              <p:nvPr/>
            </p:nvSpPr>
            <p:spPr bwMode="auto">
              <a:xfrm>
                <a:off x="1919967" y="2583235"/>
                <a:ext cx="481328" cy="606645"/>
              </a:xfrm>
              <a:custGeom>
                <a:avLst/>
                <a:gdLst>
                  <a:gd name="connsiteX0" fmla="*/ 179388 w 268288"/>
                  <a:gd name="connsiteY0" fmla="*/ 166688 h 338138"/>
                  <a:gd name="connsiteX1" fmla="*/ 203200 w 268288"/>
                  <a:gd name="connsiteY1" fmla="*/ 190443 h 338138"/>
                  <a:gd name="connsiteX2" fmla="*/ 203200 w 268288"/>
                  <a:gd name="connsiteY2" fmla="*/ 252471 h 338138"/>
                  <a:gd name="connsiteX3" fmla="*/ 179388 w 268288"/>
                  <a:gd name="connsiteY3" fmla="*/ 276226 h 338138"/>
                  <a:gd name="connsiteX4" fmla="*/ 155575 w 268288"/>
                  <a:gd name="connsiteY4" fmla="*/ 252471 h 338138"/>
                  <a:gd name="connsiteX5" fmla="*/ 155575 w 268288"/>
                  <a:gd name="connsiteY5" fmla="*/ 190443 h 338138"/>
                  <a:gd name="connsiteX6" fmla="*/ 179388 w 268288"/>
                  <a:gd name="connsiteY6" fmla="*/ 166688 h 338138"/>
                  <a:gd name="connsiteX7" fmla="*/ 179388 w 268288"/>
                  <a:gd name="connsiteY7" fmla="*/ 150813 h 338138"/>
                  <a:gd name="connsiteX8" fmla="*/ 139700 w 268288"/>
                  <a:gd name="connsiteY8" fmla="*/ 190427 h 338138"/>
                  <a:gd name="connsiteX9" fmla="*/ 139700 w 268288"/>
                  <a:gd name="connsiteY9" fmla="*/ 252488 h 338138"/>
                  <a:gd name="connsiteX10" fmla="*/ 179388 w 268288"/>
                  <a:gd name="connsiteY10" fmla="*/ 292101 h 338138"/>
                  <a:gd name="connsiteX11" fmla="*/ 219075 w 268288"/>
                  <a:gd name="connsiteY11" fmla="*/ 252488 h 338138"/>
                  <a:gd name="connsiteX12" fmla="*/ 219075 w 268288"/>
                  <a:gd name="connsiteY12" fmla="*/ 190427 h 338138"/>
                  <a:gd name="connsiteX13" fmla="*/ 179388 w 268288"/>
                  <a:gd name="connsiteY13" fmla="*/ 150813 h 338138"/>
                  <a:gd name="connsiteX14" fmla="*/ 57120 w 268288"/>
                  <a:gd name="connsiteY14" fmla="*/ 150813 h 338138"/>
                  <a:gd name="connsiteX15" fmla="*/ 49212 w 268288"/>
                  <a:gd name="connsiteY15" fmla="*/ 158705 h 338138"/>
                  <a:gd name="connsiteX16" fmla="*/ 57120 w 268288"/>
                  <a:gd name="connsiteY16" fmla="*/ 166597 h 338138"/>
                  <a:gd name="connsiteX17" fmla="*/ 80842 w 268288"/>
                  <a:gd name="connsiteY17" fmla="*/ 166597 h 338138"/>
                  <a:gd name="connsiteX18" fmla="*/ 103247 w 268288"/>
                  <a:gd name="connsiteY18" fmla="*/ 188959 h 338138"/>
                  <a:gd name="connsiteX19" fmla="*/ 103247 w 268288"/>
                  <a:gd name="connsiteY19" fmla="*/ 190274 h 338138"/>
                  <a:gd name="connsiteX20" fmla="*/ 80842 w 268288"/>
                  <a:gd name="connsiteY20" fmla="*/ 212635 h 338138"/>
                  <a:gd name="connsiteX21" fmla="*/ 57120 w 268288"/>
                  <a:gd name="connsiteY21" fmla="*/ 212635 h 338138"/>
                  <a:gd name="connsiteX22" fmla="*/ 49212 w 268288"/>
                  <a:gd name="connsiteY22" fmla="*/ 220527 h 338138"/>
                  <a:gd name="connsiteX23" fmla="*/ 57120 w 268288"/>
                  <a:gd name="connsiteY23" fmla="*/ 228419 h 338138"/>
                  <a:gd name="connsiteX24" fmla="*/ 80842 w 268288"/>
                  <a:gd name="connsiteY24" fmla="*/ 228419 h 338138"/>
                  <a:gd name="connsiteX25" fmla="*/ 103247 w 268288"/>
                  <a:gd name="connsiteY25" fmla="*/ 250781 h 338138"/>
                  <a:gd name="connsiteX26" fmla="*/ 80842 w 268288"/>
                  <a:gd name="connsiteY26" fmla="*/ 273142 h 338138"/>
                  <a:gd name="connsiteX27" fmla="*/ 57120 w 268288"/>
                  <a:gd name="connsiteY27" fmla="*/ 273142 h 338138"/>
                  <a:gd name="connsiteX28" fmla="*/ 49212 w 268288"/>
                  <a:gd name="connsiteY28" fmla="*/ 281034 h 338138"/>
                  <a:gd name="connsiteX29" fmla="*/ 57120 w 268288"/>
                  <a:gd name="connsiteY29" fmla="*/ 288926 h 338138"/>
                  <a:gd name="connsiteX30" fmla="*/ 80842 w 268288"/>
                  <a:gd name="connsiteY30" fmla="*/ 288926 h 338138"/>
                  <a:gd name="connsiteX31" fmla="*/ 119062 w 268288"/>
                  <a:gd name="connsiteY31" fmla="*/ 250781 h 338138"/>
                  <a:gd name="connsiteX32" fmla="*/ 103247 w 268288"/>
                  <a:gd name="connsiteY32" fmla="*/ 220527 h 338138"/>
                  <a:gd name="connsiteX33" fmla="*/ 119062 w 268288"/>
                  <a:gd name="connsiteY33" fmla="*/ 190274 h 338138"/>
                  <a:gd name="connsiteX34" fmla="*/ 119062 w 268288"/>
                  <a:gd name="connsiteY34" fmla="*/ 188959 h 338138"/>
                  <a:gd name="connsiteX35" fmla="*/ 80842 w 268288"/>
                  <a:gd name="connsiteY35" fmla="*/ 150813 h 338138"/>
                  <a:gd name="connsiteX36" fmla="*/ 57120 w 268288"/>
                  <a:gd name="connsiteY36" fmla="*/ 150813 h 338138"/>
                  <a:gd name="connsiteX37" fmla="*/ 46099 w 268288"/>
                  <a:gd name="connsiteY37" fmla="*/ 47625 h 338138"/>
                  <a:gd name="connsiteX38" fmla="*/ 15875 w 268288"/>
                  <a:gd name="connsiteY38" fmla="*/ 79629 h 338138"/>
                  <a:gd name="connsiteX39" fmla="*/ 15875 w 268288"/>
                  <a:gd name="connsiteY39" fmla="*/ 114300 h 338138"/>
                  <a:gd name="connsiteX40" fmla="*/ 252413 w 268288"/>
                  <a:gd name="connsiteY40" fmla="*/ 114300 h 338138"/>
                  <a:gd name="connsiteX41" fmla="*/ 252413 w 268288"/>
                  <a:gd name="connsiteY41" fmla="*/ 79629 h 338138"/>
                  <a:gd name="connsiteX42" fmla="*/ 222189 w 268288"/>
                  <a:gd name="connsiteY42" fmla="*/ 47625 h 338138"/>
                  <a:gd name="connsiteX43" fmla="*/ 210362 w 268288"/>
                  <a:gd name="connsiteY43" fmla="*/ 47625 h 338138"/>
                  <a:gd name="connsiteX44" fmla="*/ 210362 w 268288"/>
                  <a:gd name="connsiteY44" fmla="*/ 71628 h 338138"/>
                  <a:gd name="connsiteX45" fmla="*/ 202477 w 268288"/>
                  <a:gd name="connsiteY45" fmla="*/ 79629 h 338138"/>
                  <a:gd name="connsiteX46" fmla="*/ 194593 w 268288"/>
                  <a:gd name="connsiteY46" fmla="*/ 71628 h 338138"/>
                  <a:gd name="connsiteX47" fmla="*/ 194593 w 268288"/>
                  <a:gd name="connsiteY47" fmla="*/ 47625 h 338138"/>
                  <a:gd name="connsiteX48" fmla="*/ 73696 w 268288"/>
                  <a:gd name="connsiteY48" fmla="*/ 47625 h 338138"/>
                  <a:gd name="connsiteX49" fmla="*/ 73696 w 268288"/>
                  <a:gd name="connsiteY49" fmla="*/ 71628 h 338138"/>
                  <a:gd name="connsiteX50" fmla="*/ 65811 w 268288"/>
                  <a:gd name="connsiteY50" fmla="*/ 79629 h 338138"/>
                  <a:gd name="connsiteX51" fmla="*/ 57926 w 268288"/>
                  <a:gd name="connsiteY51" fmla="*/ 71628 h 338138"/>
                  <a:gd name="connsiteX52" fmla="*/ 57926 w 268288"/>
                  <a:gd name="connsiteY52" fmla="*/ 47625 h 338138"/>
                  <a:gd name="connsiteX53" fmla="*/ 46099 w 268288"/>
                  <a:gd name="connsiteY53" fmla="*/ 47625 h 338138"/>
                  <a:gd name="connsiteX54" fmla="*/ 65757 w 268288"/>
                  <a:gd name="connsiteY54" fmla="*/ 0 h 338138"/>
                  <a:gd name="connsiteX55" fmla="*/ 73648 w 268288"/>
                  <a:gd name="connsiteY55" fmla="*/ 7925 h 338138"/>
                  <a:gd name="connsiteX56" fmla="*/ 73648 w 268288"/>
                  <a:gd name="connsiteY56" fmla="*/ 31700 h 338138"/>
                  <a:gd name="connsiteX57" fmla="*/ 194640 w 268288"/>
                  <a:gd name="connsiteY57" fmla="*/ 31700 h 338138"/>
                  <a:gd name="connsiteX58" fmla="*/ 194640 w 268288"/>
                  <a:gd name="connsiteY58" fmla="*/ 7925 h 338138"/>
                  <a:gd name="connsiteX59" fmla="*/ 202531 w 268288"/>
                  <a:gd name="connsiteY59" fmla="*/ 0 h 338138"/>
                  <a:gd name="connsiteX60" fmla="*/ 210422 w 268288"/>
                  <a:gd name="connsiteY60" fmla="*/ 7925 h 338138"/>
                  <a:gd name="connsiteX61" fmla="*/ 210422 w 268288"/>
                  <a:gd name="connsiteY61" fmla="*/ 31700 h 338138"/>
                  <a:gd name="connsiteX62" fmla="*/ 222258 w 268288"/>
                  <a:gd name="connsiteY62" fmla="*/ 31700 h 338138"/>
                  <a:gd name="connsiteX63" fmla="*/ 268288 w 268288"/>
                  <a:gd name="connsiteY63" fmla="*/ 79251 h 338138"/>
                  <a:gd name="connsiteX64" fmla="*/ 268288 w 268288"/>
                  <a:gd name="connsiteY64" fmla="*/ 290587 h 338138"/>
                  <a:gd name="connsiteX65" fmla="*/ 222258 w 268288"/>
                  <a:gd name="connsiteY65" fmla="*/ 338138 h 338138"/>
                  <a:gd name="connsiteX66" fmla="*/ 46030 w 268288"/>
                  <a:gd name="connsiteY66" fmla="*/ 338138 h 338138"/>
                  <a:gd name="connsiteX67" fmla="*/ 0 w 268288"/>
                  <a:gd name="connsiteY67" fmla="*/ 290587 h 338138"/>
                  <a:gd name="connsiteX68" fmla="*/ 0 w 268288"/>
                  <a:gd name="connsiteY68" fmla="*/ 79251 h 338138"/>
                  <a:gd name="connsiteX69" fmla="*/ 46030 w 268288"/>
                  <a:gd name="connsiteY69" fmla="*/ 31700 h 338138"/>
                  <a:gd name="connsiteX70" fmla="*/ 57866 w 268288"/>
                  <a:gd name="connsiteY70" fmla="*/ 31700 h 338138"/>
                  <a:gd name="connsiteX71" fmla="*/ 57866 w 268288"/>
                  <a:gd name="connsiteY71" fmla="*/ 7925 h 338138"/>
                  <a:gd name="connsiteX72" fmla="*/ 65757 w 268288"/>
                  <a:gd name="connsiteY72"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268288" h="338138">
                    <a:moveTo>
                      <a:pt x="179388" y="166688"/>
                    </a:moveTo>
                    <a:cubicBezTo>
                      <a:pt x="192617" y="166688"/>
                      <a:pt x="203200" y="177246"/>
                      <a:pt x="203200" y="190443"/>
                    </a:cubicBezTo>
                    <a:cubicBezTo>
                      <a:pt x="203200" y="252471"/>
                      <a:pt x="203200" y="252471"/>
                      <a:pt x="203200" y="252471"/>
                    </a:cubicBezTo>
                    <a:cubicBezTo>
                      <a:pt x="203200" y="265668"/>
                      <a:pt x="192617" y="276226"/>
                      <a:pt x="179388" y="276226"/>
                    </a:cubicBezTo>
                    <a:cubicBezTo>
                      <a:pt x="166158" y="276226"/>
                      <a:pt x="155575" y="265668"/>
                      <a:pt x="155575" y="252471"/>
                    </a:cubicBezTo>
                    <a:cubicBezTo>
                      <a:pt x="155575" y="190443"/>
                      <a:pt x="155575" y="190443"/>
                      <a:pt x="155575" y="190443"/>
                    </a:cubicBezTo>
                    <a:cubicBezTo>
                      <a:pt x="155575" y="177246"/>
                      <a:pt x="166158" y="166688"/>
                      <a:pt x="179388" y="166688"/>
                    </a:cubicBezTo>
                    <a:close/>
                    <a:moveTo>
                      <a:pt x="179388" y="150813"/>
                    </a:moveTo>
                    <a:cubicBezTo>
                      <a:pt x="158221" y="150813"/>
                      <a:pt x="139700" y="169299"/>
                      <a:pt x="139700" y="190427"/>
                    </a:cubicBezTo>
                    <a:cubicBezTo>
                      <a:pt x="139700" y="252488"/>
                      <a:pt x="139700" y="252488"/>
                      <a:pt x="139700" y="252488"/>
                    </a:cubicBezTo>
                    <a:cubicBezTo>
                      <a:pt x="139700" y="273615"/>
                      <a:pt x="158221" y="292101"/>
                      <a:pt x="179388" y="292101"/>
                    </a:cubicBezTo>
                    <a:cubicBezTo>
                      <a:pt x="201877" y="292101"/>
                      <a:pt x="219075" y="273615"/>
                      <a:pt x="219075" y="252488"/>
                    </a:cubicBezTo>
                    <a:lnTo>
                      <a:pt x="219075" y="190427"/>
                    </a:lnTo>
                    <a:cubicBezTo>
                      <a:pt x="219075" y="169299"/>
                      <a:pt x="201877" y="150813"/>
                      <a:pt x="179388" y="150813"/>
                    </a:cubicBezTo>
                    <a:close/>
                    <a:moveTo>
                      <a:pt x="57120" y="150813"/>
                    </a:moveTo>
                    <a:cubicBezTo>
                      <a:pt x="51848" y="150813"/>
                      <a:pt x="49212" y="154759"/>
                      <a:pt x="49212" y="158705"/>
                    </a:cubicBezTo>
                    <a:cubicBezTo>
                      <a:pt x="49212" y="163967"/>
                      <a:pt x="51848" y="166597"/>
                      <a:pt x="57120" y="166597"/>
                    </a:cubicBezTo>
                    <a:cubicBezTo>
                      <a:pt x="80842" y="166597"/>
                      <a:pt x="80842" y="166597"/>
                      <a:pt x="80842" y="166597"/>
                    </a:cubicBezTo>
                    <a:cubicBezTo>
                      <a:pt x="92704" y="166597"/>
                      <a:pt x="103247" y="177120"/>
                      <a:pt x="103247" y="188959"/>
                    </a:cubicBezTo>
                    <a:cubicBezTo>
                      <a:pt x="103247" y="190274"/>
                      <a:pt x="103247" y="190274"/>
                      <a:pt x="103247" y="190274"/>
                    </a:cubicBezTo>
                    <a:cubicBezTo>
                      <a:pt x="103247" y="202112"/>
                      <a:pt x="92704" y="212635"/>
                      <a:pt x="80842" y="212635"/>
                    </a:cubicBezTo>
                    <a:cubicBezTo>
                      <a:pt x="57120" y="212635"/>
                      <a:pt x="57120" y="212635"/>
                      <a:pt x="57120" y="212635"/>
                    </a:cubicBezTo>
                    <a:cubicBezTo>
                      <a:pt x="51848" y="212635"/>
                      <a:pt x="49212" y="215266"/>
                      <a:pt x="49212" y="220527"/>
                    </a:cubicBezTo>
                    <a:cubicBezTo>
                      <a:pt x="49212" y="224473"/>
                      <a:pt x="51848" y="228419"/>
                      <a:pt x="57120" y="228419"/>
                    </a:cubicBezTo>
                    <a:cubicBezTo>
                      <a:pt x="80842" y="228419"/>
                      <a:pt x="80842" y="228419"/>
                      <a:pt x="80842" y="228419"/>
                    </a:cubicBezTo>
                    <a:cubicBezTo>
                      <a:pt x="92704" y="228419"/>
                      <a:pt x="103247" y="237627"/>
                      <a:pt x="103247" y="250781"/>
                    </a:cubicBezTo>
                    <a:cubicBezTo>
                      <a:pt x="103247" y="263934"/>
                      <a:pt x="92704" y="273142"/>
                      <a:pt x="80842" y="273142"/>
                    </a:cubicBezTo>
                    <a:cubicBezTo>
                      <a:pt x="57120" y="273142"/>
                      <a:pt x="57120" y="273142"/>
                      <a:pt x="57120" y="273142"/>
                    </a:cubicBezTo>
                    <a:cubicBezTo>
                      <a:pt x="51848" y="273142"/>
                      <a:pt x="49212" y="277088"/>
                      <a:pt x="49212" y="281034"/>
                    </a:cubicBezTo>
                    <a:cubicBezTo>
                      <a:pt x="49212" y="284980"/>
                      <a:pt x="51848" y="288926"/>
                      <a:pt x="57120" y="288926"/>
                    </a:cubicBezTo>
                    <a:cubicBezTo>
                      <a:pt x="80842" y="288926"/>
                      <a:pt x="80842" y="288926"/>
                      <a:pt x="80842" y="288926"/>
                    </a:cubicBezTo>
                    <a:cubicBezTo>
                      <a:pt x="101929" y="288926"/>
                      <a:pt x="119062" y="271826"/>
                      <a:pt x="119062" y="250781"/>
                    </a:cubicBezTo>
                    <a:cubicBezTo>
                      <a:pt x="119062" y="237627"/>
                      <a:pt x="112473" y="227104"/>
                      <a:pt x="103247" y="220527"/>
                    </a:cubicBezTo>
                    <a:cubicBezTo>
                      <a:pt x="112473" y="212635"/>
                      <a:pt x="119062" y="202112"/>
                      <a:pt x="119062" y="190274"/>
                    </a:cubicBezTo>
                    <a:lnTo>
                      <a:pt x="119062" y="188959"/>
                    </a:lnTo>
                    <a:cubicBezTo>
                      <a:pt x="119062" y="167913"/>
                      <a:pt x="101929" y="150813"/>
                      <a:pt x="80842" y="150813"/>
                    </a:cubicBezTo>
                    <a:cubicBezTo>
                      <a:pt x="57120" y="150813"/>
                      <a:pt x="57120" y="150813"/>
                      <a:pt x="57120" y="150813"/>
                    </a:cubicBezTo>
                    <a:close/>
                    <a:moveTo>
                      <a:pt x="46099" y="47625"/>
                    </a:moveTo>
                    <a:cubicBezTo>
                      <a:pt x="29016" y="47625"/>
                      <a:pt x="15875" y="62294"/>
                      <a:pt x="15875" y="79629"/>
                    </a:cubicBezTo>
                    <a:cubicBezTo>
                      <a:pt x="15875" y="114300"/>
                      <a:pt x="15875" y="114300"/>
                      <a:pt x="15875" y="114300"/>
                    </a:cubicBezTo>
                    <a:cubicBezTo>
                      <a:pt x="252413" y="114300"/>
                      <a:pt x="252413" y="114300"/>
                      <a:pt x="252413" y="114300"/>
                    </a:cubicBezTo>
                    <a:lnTo>
                      <a:pt x="252413" y="79629"/>
                    </a:lnTo>
                    <a:cubicBezTo>
                      <a:pt x="252413" y="62294"/>
                      <a:pt x="239272" y="47625"/>
                      <a:pt x="222189" y="47625"/>
                    </a:cubicBezTo>
                    <a:cubicBezTo>
                      <a:pt x="210362" y="47625"/>
                      <a:pt x="210362" y="47625"/>
                      <a:pt x="210362" y="47625"/>
                    </a:cubicBezTo>
                    <a:cubicBezTo>
                      <a:pt x="210362" y="71628"/>
                      <a:pt x="210362" y="71628"/>
                      <a:pt x="210362" y="71628"/>
                    </a:cubicBezTo>
                    <a:cubicBezTo>
                      <a:pt x="210362" y="75629"/>
                      <a:pt x="206420" y="79629"/>
                      <a:pt x="202477" y="79629"/>
                    </a:cubicBezTo>
                    <a:cubicBezTo>
                      <a:pt x="197221" y="79629"/>
                      <a:pt x="194593" y="75629"/>
                      <a:pt x="194593" y="71628"/>
                    </a:cubicBezTo>
                    <a:cubicBezTo>
                      <a:pt x="194593" y="47625"/>
                      <a:pt x="194593" y="47625"/>
                      <a:pt x="194593" y="47625"/>
                    </a:cubicBezTo>
                    <a:cubicBezTo>
                      <a:pt x="73696" y="47625"/>
                      <a:pt x="73696" y="47625"/>
                      <a:pt x="73696" y="47625"/>
                    </a:cubicBezTo>
                    <a:cubicBezTo>
                      <a:pt x="73696" y="71628"/>
                      <a:pt x="73696" y="71628"/>
                      <a:pt x="73696" y="71628"/>
                    </a:cubicBezTo>
                    <a:cubicBezTo>
                      <a:pt x="73696" y="75629"/>
                      <a:pt x="71067" y="79629"/>
                      <a:pt x="65811" y="79629"/>
                    </a:cubicBezTo>
                    <a:cubicBezTo>
                      <a:pt x="61869" y="79629"/>
                      <a:pt x="57926" y="75629"/>
                      <a:pt x="57926" y="71628"/>
                    </a:cubicBezTo>
                    <a:cubicBezTo>
                      <a:pt x="57926" y="47625"/>
                      <a:pt x="57926" y="47625"/>
                      <a:pt x="57926" y="47625"/>
                    </a:cubicBezTo>
                    <a:cubicBezTo>
                      <a:pt x="46099" y="47625"/>
                      <a:pt x="46099" y="47625"/>
                      <a:pt x="46099" y="47625"/>
                    </a:cubicBezTo>
                    <a:close/>
                    <a:moveTo>
                      <a:pt x="65757" y="0"/>
                    </a:moveTo>
                    <a:cubicBezTo>
                      <a:pt x="71018" y="0"/>
                      <a:pt x="73648" y="3962"/>
                      <a:pt x="73648" y="7925"/>
                    </a:cubicBezTo>
                    <a:cubicBezTo>
                      <a:pt x="73648" y="31700"/>
                      <a:pt x="73648" y="31700"/>
                      <a:pt x="73648" y="31700"/>
                    </a:cubicBezTo>
                    <a:cubicBezTo>
                      <a:pt x="194640" y="31700"/>
                      <a:pt x="194640" y="31700"/>
                      <a:pt x="194640" y="31700"/>
                    </a:cubicBezTo>
                    <a:cubicBezTo>
                      <a:pt x="194640" y="7925"/>
                      <a:pt x="194640" y="7925"/>
                      <a:pt x="194640" y="7925"/>
                    </a:cubicBezTo>
                    <a:cubicBezTo>
                      <a:pt x="194640" y="3962"/>
                      <a:pt x="197271" y="0"/>
                      <a:pt x="202531" y="0"/>
                    </a:cubicBezTo>
                    <a:cubicBezTo>
                      <a:pt x="206477" y="0"/>
                      <a:pt x="210422" y="3962"/>
                      <a:pt x="210422" y="7925"/>
                    </a:cubicBezTo>
                    <a:cubicBezTo>
                      <a:pt x="210422" y="31700"/>
                      <a:pt x="210422" y="31700"/>
                      <a:pt x="210422" y="31700"/>
                    </a:cubicBezTo>
                    <a:cubicBezTo>
                      <a:pt x="222258" y="31700"/>
                      <a:pt x="222258" y="31700"/>
                      <a:pt x="222258" y="31700"/>
                    </a:cubicBezTo>
                    <a:cubicBezTo>
                      <a:pt x="247246" y="31700"/>
                      <a:pt x="268288" y="52834"/>
                      <a:pt x="268288" y="79251"/>
                    </a:cubicBezTo>
                    <a:cubicBezTo>
                      <a:pt x="268288" y="290587"/>
                      <a:pt x="268288" y="290587"/>
                      <a:pt x="268288" y="290587"/>
                    </a:cubicBezTo>
                    <a:cubicBezTo>
                      <a:pt x="268288" y="317005"/>
                      <a:pt x="247246" y="338138"/>
                      <a:pt x="222258" y="338138"/>
                    </a:cubicBezTo>
                    <a:cubicBezTo>
                      <a:pt x="46030" y="338138"/>
                      <a:pt x="46030" y="338138"/>
                      <a:pt x="46030" y="338138"/>
                    </a:cubicBezTo>
                    <a:cubicBezTo>
                      <a:pt x="21042" y="338138"/>
                      <a:pt x="0" y="317005"/>
                      <a:pt x="0" y="290587"/>
                    </a:cubicBezTo>
                    <a:cubicBezTo>
                      <a:pt x="0" y="79251"/>
                      <a:pt x="0" y="79251"/>
                      <a:pt x="0" y="79251"/>
                    </a:cubicBezTo>
                    <a:cubicBezTo>
                      <a:pt x="0" y="52834"/>
                      <a:pt x="21042" y="31700"/>
                      <a:pt x="46030" y="31700"/>
                    </a:cubicBezTo>
                    <a:cubicBezTo>
                      <a:pt x="57866" y="31700"/>
                      <a:pt x="57866" y="31700"/>
                      <a:pt x="57866" y="31700"/>
                    </a:cubicBezTo>
                    <a:cubicBezTo>
                      <a:pt x="57866" y="7925"/>
                      <a:pt x="57866" y="7925"/>
                      <a:pt x="57866" y="7925"/>
                    </a:cubicBezTo>
                    <a:cubicBezTo>
                      <a:pt x="57866" y="3962"/>
                      <a:pt x="61812" y="0"/>
                      <a:pt x="65757" y="0"/>
                    </a:cubicBezTo>
                    <a:close/>
                  </a:path>
                </a:pathLst>
              </a:custGeom>
              <a:solidFill>
                <a:sysClr val="window" lastClr="FFFFFF"/>
              </a:solidFill>
              <a:ln>
                <a:noFill/>
              </a:ln>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Arial"/>
                  <a:ea typeface="微软雅黑"/>
                </a:endParaRPr>
              </a:p>
            </p:txBody>
          </p:sp>
          <p:sp>
            <p:nvSpPr>
              <p:cNvPr id="27" name="TextBox 11"/>
              <p:cNvSpPr txBox="1"/>
              <p:nvPr/>
            </p:nvSpPr>
            <p:spPr>
              <a:xfrm>
                <a:off x="2863743" y="2732668"/>
                <a:ext cx="1163338" cy="307777"/>
              </a:xfrm>
              <a:prstGeom prst="rect">
                <a:avLst/>
              </a:prstGeom>
              <a:noFill/>
            </p:spPr>
            <p:txBody>
              <a:bodyPr wrap="square" lIns="0" tIns="0" rIns="0" bIns="0" rtlCol="0">
                <a:spAutoFit/>
                <a:scene3d>
                  <a:camera prst="orthographicFront"/>
                  <a:lightRig rig="threePt" dir="t"/>
                </a:scene3d>
                <a:sp3d contourW="12700"/>
              </a:bodyPr>
              <a:lstStyle/>
              <a:p>
                <a:pPr marL="0" marR="0" lvl="0" indent="0" defTabSz="914400" eaLnBrk="1" fontAlgn="auto" latinLnBrk="0" hangingPunct="1">
                  <a:lnSpc>
                    <a:spcPct val="100000"/>
                  </a:lnSpc>
                  <a:spcBef>
                    <a:spcPts val="0"/>
                  </a:spcBef>
                  <a:spcAft>
                    <a:spcPts val="0"/>
                  </a:spcAft>
                  <a:buClrTx/>
                  <a:buSzTx/>
                  <a:buFontTx/>
                  <a:buNone/>
                  <a:tabLst/>
                  <a:defRPr/>
                </a:pPr>
                <a:r>
                  <a:rPr lang="zh-CN" altLang="en-US" sz="2000" b="1" kern="0" dirty="0">
                    <a:solidFill>
                      <a:prstClr val="black">
                        <a:lumMod val="75000"/>
                        <a:lumOff val="25000"/>
                      </a:prstClr>
                    </a:solidFill>
                    <a:latin typeface="幼圆" panose="02010509060101010101" pitchFamily="49" charset="-122"/>
                    <a:ea typeface="幼圆" panose="02010509060101010101" pitchFamily="49" charset="-122"/>
                  </a:rPr>
                  <a:t>输入标题</a:t>
                </a:r>
                <a:endParaRPr kumimoji="0" lang="en-US" sz="2000" b="1" i="0" u="none" strike="noStrike" kern="0" cap="none" spc="0" normalizeH="0" baseline="0" noProof="0" dirty="0">
                  <a:ln>
                    <a:noFill/>
                  </a:ln>
                  <a:solidFill>
                    <a:prstClr val="black">
                      <a:lumMod val="75000"/>
                      <a:lumOff val="25000"/>
                    </a:prstClr>
                  </a:solidFill>
                  <a:effectLst/>
                  <a:uLnTx/>
                  <a:uFillTx/>
                  <a:latin typeface="幼圆" panose="02010509060101010101" pitchFamily="49" charset="-122"/>
                  <a:ea typeface="幼圆" panose="02010509060101010101" pitchFamily="49" charset="-122"/>
                </a:endParaRPr>
              </a:p>
            </p:txBody>
          </p:sp>
        </p:grpSp>
        <p:sp>
          <p:nvSpPr>
            <p:cNvPr id="23" name="矩形 22"/>
            <p:cNvSpPr/>
            <p:nvPr/>
          </p:nvSpPr>
          <p:spPr>
            <a:xfrm>
              <a:off x="1466412" y="3124640"/>
              <a:ext cx="2737216" cy="1157048"/>
            </a:xfrm>
            <a:prstGeom prst="rect">
              <a:avLst/>
            </a:prstGeom>
          </p:spPr>
          <p:txBody>
            <a:bodyPr wrap="square">
              <a:spAutoFit/>
            </a:bodyPr>
            <a:lstStyle/>
            <a:p>
              <a:pPr algn="just">
                <a:lnSpc>
                  <a:spcPct val="150000"/>
                </a:lnSpc>
              </a:pPr>
              <a:r>
                <a:rPr lang="zh-CN" altLang="en-US" sz="1200" dirty="0">
                  <a:latin typeface="幼圆" panose="02010509060101010101" pitchFamily="49" charset="-122"/>
                  <a:ea typeface="幼圆" panose="02010509060101010101" pitchFamily="49" charset="-122"/>
                </a:rPr>
                <a:t>它是提高人口素质的重要环节。青春期到来以前的未成年人被称为儿童或少年，他们在思想、性格、智力、体魄等方面的可塑儿童教育性很强。</a:t>
              </a:r>
            </a:p>
          </p:txBody>
        </p:sp>
      </p:grpSp>
      <p:grpSp>
        <p:nvGrpSpPr>
          <p:cNvPr id="28" name="组合 27"/>
          <p:cNvGrpSpPr/>
          <p:nvPr/>
        </p:nvGrpSpPr>
        <p:grpSpPr>
          <a:xfrm>
            <a:off x="8257253" y="1098439"/>
            <a:ext cx="2822095" cy="2402069"/>
            <a:chOff x="1381533" y="1879619"/>
            <a:chExt cx="2822095" cy="2402069"/>
          </a:xfrm>
        </p:grpSpPr>
        <p:grpSp>
          <p:nvGrpSpPr>
            <p:cNvPr id="29" name="组合 28"/>
            <p:cNvGrpSpPr/>
            <p:nvPr/>
          </p:nvGrpSpPr>
          <p:grpSpPr>
            <a:xfrm>
              <a:off x="1381533" y="1879619"/>
              <a:ext cx="2604671" cy="1050002"/>
              <a:chOff x="1636713" y="2374790"/>
              <a:chExt cx="2604671" cy="1050002"/>
            </a:xfrm>
          </p:grpSpPr>
          <p:sp>
            <p:nvSpPr>
              <p:cNvPr id="31" name="Arrow: Pentagon 78"/>
              <p:cNvSpPr/>
              <p:nvPr/>
            </p:nvSpPr>
            <p:spPr>
              <a:xfrm>
                <a:off x="1939017" y="2487969"/>
                <a:ext cx="2302367" cy="823643"/>
              </a:xfrm>
              <a:prstGeom prst="roundRect">
                <a:avLst>
                  <a:gd name="adj" fmla="val 50000"/>
                </a:avLst>
              </a:prstGeom>
              <a:solidFill>
                <a:srgbClr val="44546A">
                  <a:lumMod val="20000"/>
                  <a:lumOff val="80000"/>
                </a:srgbClr>
              </a:solidFill>
              <a:ln w="76200" cap="flat" cmpd="sng" algn="ctr">
                <a:noFill/>
                <a:prstDash val="solid"/>
                <a:miter lim="800000"/>
              </a:ln>
              <a:effectLst/>
            </p:spPr>
            <p:txBody>
              <a:bodyPr anchor="ctr">
                <a:normAutofit/>
              </a:bodyPr>
              <a:lstStyle/>
              <a:p>
                <a:pPr marL="0" marR="0" lvl="0" indent="0" defTabSz="914378"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dirty="0">
                  <a:ln>
                    <a:noFill/>
                  </a:ln>
                  <a:solidFill>
                    <a:prstClr val="black"/>
                  </a:solidFill>
                  <a:effectLst/>
                  <a:uLnTx/>
                  <a:uFillTx/>
                  <a:latin typeface="Arial"/>
                  <a:ea typeface="微软雅黑"/>
                  <a:cs typeface="+mn-cs"/>
                </a:endParaRPr>
              </a:p>
            </p:txBody>
          </p:sp>
          <p:sp>
            <p:nvSpPr>
              <p:cNvPr id="32" name="Oval 79"/>
              <p:cNvSpPr/>
              <p:nvPr/>
            </p:nvSpPr>
            <p:spPr>
              <a:xfrm>
                <a:off x="1636713" y="2374790"/>
                <a:ext cx="1050001" cy="1050002"/>
              </a:xfrm>
              <a:prstGeom prst="ellipse">
                <a:avLst/>
              </a:prstGeom>
              <a:solidFill>
                <a:srgbClr val="FF9999"/>
              </a:solidFill>
              <a:ln w="12700" cap="flat" cmpd="sng" algn="ctr">
                <a:noFill/>
                <a:prstDash val="solid"/>
                <a:miter lim="800000"/>
              </a:ln>
              <a:effectLst>
                <a:outerShdw blurRad="50800" dist="38100" dir="2700000" algn="tl" rotWithShape="0">
                  <a:prstClr val="black">
                    <a:alpha val="40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Arial"/>
                  <a:ea typeface="微软雅黑"/>
                  <a:cs typeface="+mn-cs"/>
                </a:endParaRPr>
              </a:p>
            </p:txBody>
          </p:sp>
          <p:sp>
            <p:nvSpPr>
              <p:cNvPr id="33" name="Freeform: Shape 80" title="HBOw5gySgy"/>
              <p:cNvSpPr>
                <a:spLocks/>
              </p:cNvSpPr>
              <p:nvPr/>
            </p:nvSpPr>
            <p:spPr bwMode="auto">
              <a:xfrm>
                <a:off x="1919967" y="2583235"/>
                <a:ext cx="481328" cy="606645"/>
              </a:xfrm>
              <a:custGeom>
                <a:avLst/>
                <a:gdLst>
                  <a:gd name="connsiteX0" fmla="*/ 179388 w 268288"/>
                  <a:gd name="connsiteY0" fmla="*/ 166688 h 338138"/>
                  <a:gd name="connsiteX1" fmla="*/ 203200 w 268288"/>
                  <a:gd name="connsiteY1" fmla="*/ 190443 h 338138"/>
                  <a:gd name="connsiteX2" fmla="*/ 203200 w 268288"/>
                  <a:gd name="connsiteY2" fmla="*/ 252471 h 338138"/>
                  <a:gd name="connsiteX3" fmla="*/ 179388 w 268288"/>
                  <a:gd name="connsiteY3" fmla="*/ 276226 h 338138"/>
                  <a:gd name="connsiteX4" fmla="*/ 155575 w 268288"/>
                  <a:gd name="connsiteY4" fmla="*/ 252471 h 338138"/>
                  <a:gd name="connsiteX5" fmla="*/ 155575 w 268288"/>
                  <a:gd name="connsiteY5" fmla="*/ 190443 h 338138"/>
                  <a:gd name="connsiteX6" fmla="*/ 179388 w 268288"/>
                  <a:gd name="connsiteY6" fmla="*/ 166688 h 338138"/>
                  <a:gd name="connsiteX7" fmla="*/ 179388 w 268288"/>
                  <a:gd name="connsiteY7" fmla="*/ 150813 h 338138"/>
                  <a:gd name="connsiteX8" fmla="*/ 139700 w 268288"/>
                  <a:gd name="connsiteY8" fmla="*/ 190427 h 338138"/>
                  <a:gd name="connsiteX9" fmla="*/ 139700 w 268288"/>
                  <a:gd name="connsiteY9" fmla="*/ 252488 h 338138"/>
                  <a:gd name="connsiteX10" fmla="*/ 179388 w 268288"/>
                  <a:gd name="connsiteY10" fmla="*/ 292101 h 338138"/>
                  <a:gd name="connsiteX11" fmla="*/ 219075 w 268288"/>
                  <a:gd name="connsiteY11" fmla="*/ 252488 h 338138"/>
                  <a:gd name="connsiteX12" fmla="*/ 219075 w 268288"/>
                  <a:gd name="connsiteY12" fmla="*/ 190427 h 338138"/>
                  <a:gd name="connsiteX13" fmla="*/ 179388 w 268288"/>
                  <a:gd name="connsiteY13" fmla="*/ 150813 h 338138"/>
                  <a:gd name="connsiteX14" fmla="*/ 57120 w 268288"/>
                  <a:gd name="connsiteY14" fmla="*/ 150813 h 338138"/>
                  <a:gd name="connsiteX15" fmla="*/ 49212 w 268288"/>
                  <a:gd name="connsiteY15" fmla="*/ 158705 h 338138"/>
                  <a:gd name="connsiteX16" fmla="*/ 57120 w 268288"/>
                  <a:gd name="connsiteY16" fmla="*/ 166597 h 338138"/>
                  <a:gd name="connsiteX17" fmla="*/ 80842 w 268288"/>
                  <a:gd name="connsiteY17" fmla="*/ 166597 h 338138"/>
                  <a:gd name="connsiteX18" fmla="*/ 103247 w 268288"/>
                  <a:gd name="connsiteY18" fmla="*/ 188959 h 338138"/>
                  <a:gd name="connsiteX19" fmla="*/ 103247 w 268288"/>
                  <a:gd name="connsiteY19" fmla="*/ 190274 h 338138"/>
                  <a:gd name="connsiteX20" fmla="*/ 80842 w 268288"/>
                  <a:gd name="connsiteY20" fmla="*/ 212635 h 338138"/>
                  <a:gd name="connsiteX21" fmla="*/ 57120 w 268288"/>
                  <a:gd name="connsiteY21" fmla="*/ 212635 h 338138"/>
                  <a:gd name="connsiteX22" fmla="*/ 49212 w 268288"/>
                  <a:gd name="connsiteY22" fmla="*/ 220527 h 338138"/>
                  <a:gd name="connsiteX23" fmla="*/ 57120 w 268288"/>
                  <a:gd name="connsiteY23" fmla="*/ 228419 h 338138"/>
                  <a:gd name="connsiteX24" fmla="*/ 80842 w 268288"/>
                  <a:gd name="connsiteY24" fmla="*/ 228419 h 338138"/>
                  <a:gd name="connsiteX25" fmla="*/ 103247 w 268288"/>
                  <a:gd name="connsiteY25" fmla="*/ 250781 h 338138"/>
                  <a:gd name="connsiteX26" fmla="*/ 80842 w 268288"/>
                  <a:gd name="connsiteY26" fmla="*/ 273142 h 338138"/>
                  <a:gd name="connsiteX27" fmla="*/ 57120 w 268288"/>
                  <a:gd name="connsiteY27" fmla="*/ 273142 h 338138"/>
                  <a:gd name="connsiteX28" fmla="*/ 49212 w 268288"/>
                  <a:gd name="connsiteY28" fmla="*/ 281034 h 338138"/>
                  <a:gd name="connsiteX29" fmla="*/ 57120 w 268288"/>
                  <a:gd name="connsiteY29" fmla="*/ 288926 h 338138"/>
                  <a:gd name="connsiteX30" fmla="*/ 80842 w 268288"/>
                  <a:gd name="connsiteY30" fmla="*/ 288926 h 338138"/>
                  <a:gd name="connsiteX31" fmla="*/ 119062 w 268288"/>
                  <a:gd name="connsiteY31" fmla="*/ 250781 h 338138"/>
                  <a:gd name="connsiteX32" fmla="*/ 103247 w 268288"/>
                  <a:gd name="connsiteY32" fmla="*/ 220527 h 338138"/>
                  <a:gd name="connsiteX33" fmla="*/ 119062 w 268288"/>
                  <a:gd name="connsiteY33" fmla="*/ 190274 h 338138"/>
                  <a:gd name="connsiteX34" fmla="*/ 119062 w 268288"/>
                  <a:gd name="connsiteY34" fmla="*/ 188959 h 338138"/>
                  <a:gd name="connsiteX35" fmla="*/ 80842 w 268288"/>
                  <a:gd name="connsiteY35" fmla="*/ 150813 h 338138"/>
                  <a:gd name="connsiteX36" fmla="*/ 57120 w 268288"/>
                  <a:gd name="connsiteY36" fmla="*/ 150813 h 338138"/>
                  <a:gd name="connsiteX37" fmla="*/ 46099 w 268288"/>
                  <a:gd name="connsiteY37" fmla="*/ 47625 h 338138"/>
                  <a:gd name="connsiteX38" fmla="*/ 15875 w 268288"/>
                  <a:gd name="connsiteY38" fmla="*/ 79629 h 338138"/>
                  <a:gd name="connsiteX39" fmla="*/ 15875 w 268288"/>
                  <a:gd name="connsiteY39" fmla="*/ 114300 h 338138"/>
                  <a:gd name="connsiteX40" fmla="*/ 252413 w 268288"/>
                  <a:gd name="connsiteY40" fmla="*/ 114300 h 338138"/>
                  <a:gd name="connsiteX41" fmla="*/ 252413 w 268288"/>
                  <a:gd name="connsiteY41" fmla="*/ 79629 h 338138"/>
                  <a:gd name="connsiteX42" fmla="*/ 222189 w 268288"/>
                  <a:gd name="connsiteY42" fmla="*/ 47625 h 338138"/>
                  <a:gd name="connsiteX43" fmla="*/ 210362 w 268288"/>
                  <a:gd name="connsiteY43" fmla="*/ 47625 h 338138"/>
                  <a:gd name="connsiteX44" fmla="*/ 210362 w 268288"/>
                  <a:gd name="connsiteY44" fmla="*/ 71628 h 338138"/>
                  <a:gd name="connsiteX45" fmla="*/ 202477 w 268288"/>
                  <a:gd name="connsiteY45" fmla="*/ 79629 h 338138"/>
                  <a:gd name="connsiteX46" fmla="*/ 194593 w 268288"/>
                  <a:gd name="connsiteY46" fmla="*/ 71628 h 338138"/>
                  <a:gd name="connsiteX47" fmla="*/ 194593 w 268288"/>
                  <a:gd name="connsiteY47" fmla="*/ 47625 h 338138"/>
                  <a:gd name="connsiteX48" fmla="*/ 73696 w 268288"/>
                  <a:gd name="connsiteY48" fmla="*/ 47625 h 338138"/>
                  <a:gd name="connsiteX49" fmla="*/ 73696 w 268288"/>
                  <a:gd name="connsiteY49" fmla="*/ 71628 h 338138"/>
                  <a:gd name="connsiteX50" fmla="*/ 65811 w 268288"/>
                  <a:gd name="connsiteY50" fmla="*/ 79629 h 338138"/>
                  <a:gd name="connsiteX51" fmla="*/ 57926 w 268288"/>
                  <a:gd name="connsiteY51" fmla="*/ 71628 h 338138"/>
                  <a:gd name="connsiteX52" fmla="*/ 57926 w 268288"/>
                  <a:gd name="connsiteY52" fmla="*/ 47625 h 338138"/>
                  <a:gd name="connsiteX53" fmla="*/ 46099 w 268288"/>
                  <a:gd name="connsiteY53" fmla="*/ 47625 h 338138"/>
                  <a:gd name="connsiteX54" fmla="*/ 65757 w 268288"/>
                  <a:gd name="connsiteY54" fmla="*/ 0 h 338138"/>
                  <a:gd name="connsiteX55" fmla="*/ 73648 w 268288"/>
                  <a:gd name="connsiteY55" fmla="*/ 7925 h 338138"/>
                  <a:gd name="connsiteX56" fmla="*/ 73648 w 268288"/>
                  <a:gd name="connsiteY56" fmla="*/ 31700 h 338138"/>
                  <a:gd name="connsiteX57" fmla="*/ 194640 w 268288"/>
                  <a:gd name="connsiteY57" fmla="*/ 31700 h 338138"/>
                  <a:gd name="connsiteX58" fmla="*/ 194640 w 268288"/>
                  <a:gd name="connsiteY58" fmla="*/ 7925 h 338138"/>
                  <a:gd name="connsiteX59" fmla="*/ 202531 w 268288"/>
                  <a:gd name="connsiteY59" fmla="*/ 0 h 338138"/>
                  <a:gd name="connsiteX60" fmla="*/ 210422 w 268288"/>
                  <a:gd name="connsiteY60" fmla="*/ 7925 h 338138"/>
                  <a:gd name="connsiteX61" fmla="*/ 210422 w 268288"/>
                  <a:gd name="connsiteY61" fmla="*/ 31700 h 338138"/>
                  <a:gd name="connsiteX62" fmla="*/ 222258 w 268288"/>
                  <a:gd name="connsiteY62" fmla="*/ 31700 h 338138"/>
                  <a:gd name="connsiteX63" fmla="*/ 268288 w 268288"/>
                  <a:gd name="connsiteY63" fmla="*/ 79251 h 338138"/>
                  <a:gd name="connsiteX64" fmla="*/ 268288 w 268288"/>
                  <a:gd name="connsiteY64" fmla="*/ 290587 h 338138"/>
                  <a:gd name="connsiteX65" fmla="*/ 222258 w 268288"/>
                  <a:gd name="connsiteY65" fmla="*/ 338138 h 338138"/>
                  <a:gd name="connsiteX66" fmla="*/ 46030 w 268288"/>
                  <a:gd name="connsiteY66" fmla="*/ 338138 h 338138"/>
                  <a:gd name="connsiteX67" fmla="*/ 0 w 268288"/>
                  <a:gd name="connsiteY67" fmla="*/ 290587 h 338138"/>
                  <a:gd name="connsiteX68" fmla="*/ 0 w 268288"/>
                  <a:gd name="connsiteY68" fmla="*/ 79251 h 338138"/>
                  <a:gd name="connsiteX69" fmla="*/ 46030 w 268288"/>
                  <a:gd name="connsiteY69" fmla="*/ 31700 h 338138"/>
                  <a:gd name="connsiteX70" fmla="*/ 57866 w 268288"/>
                  <a:gd name="connsiteY70" fmla="*/ 31700 h 338138"/>
                  <a:gd name="connsiteX71" fmla="*/ 57866 w 268288"/>
                  <a:gd name="connsiteY71" fmla="*/ 7925 h 338138"/>
                  <a:gd name="connsiteX72" fmla="*/ 65757 w 268288"/>
                  <a:gd name="connsiteY72"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268288" h="338138">
                    <a:moveTo>
                      <a:pt x="179388" y="166688"/>
                    </a:moveTo>
                    <a:cubicBezTo>
                      <a:pt x="192617" y="166688"/>
                      <a:pt x="203200" y="177246"/>
                      <a:pt x="203200" y="190443"/>
                    </a:cubicBezTo>
                    <a:cubicBezTo>
                      <a:pt x="203200" y="252471"/>
                      <a:pt x="203200" y="252471"/>
                      <a:pt x="203200" y="252471"/>
                    </a:cubicBezTo>
                    <a:cubicBezTo>
                      <a:pt x="203200" y="265668"/>
                      <a:pt x="192617" y="276226"/>
                      <a:pt x="179388" y="276226"/>
                    </a:cubicBezTo>
                    <a:cubicBezTo>
                      <a:pt x="166158" y="276226"/>
                      <a:pt x="155575" y="265668"/>
                      <a:pt x="155575" y="252471"/>
                    </a:cubicBezTo>
                    <a:cubicBezTo>
                      <a:pt x="155575" y="190443"/>
                      <a:pt x="155575" y="190443"/>
                      <a:pt x="155575" y="190443"/>
                    </a:cubicBezTo>
                    <a:cubicBezTo>
                      <a:pt x="155575" y="177246"/>
                      <a:pt x="166158" y="166688"/>
                      <a:pt x="179388" y="166688"/>
                    </a:cubicBezTo>
                    <a:close/>
                    <a:moveTo>
                      <a:pt x="179388" y="150813"/>
                    </a:moveTo>
                    <a:cubicBezTo>
                      <a:pt x="158221" y="150813"/>
                      <a:pt x="139700" y="169299"/>
                      <a:pt x="139700" y="190427"/>
                    </a:cubicBezTo>
                    <a:cubicBezTo>
                      <a:pt x="139700" y="252488"/>
                      <a:pt x="139700" y="252488"/>
                      <a:pt x="139700" y="252488"/>
                    </a:cubicBezTo>
                    <a:cubicBezTo>
                      <a:pt x="139700" y="273615"/>
                      <a:pt x="158221" y="292101"/>
                      <a:pt x="179388" y="292101"/>
                    </a:cubicBezTo>
                    <a:cubicBezTo>
                      <a:pt x="201877" y="292101"/>
                      <a:pt x="219075" y="273615"/>
                      <a:pt x="219075" y="252488"/>
                    </a:cubicBezTo>
                    <a:lnTo>
                      <a:pt x="219075" y="190427"/>
                    </a:lnTo>
                    <a:cubicBezTo>
                      <a:pt x="219075" y="169299"/>
                      <a:pt x="201877" y="150813"/>
                      <a:pt x="179388" y="150813"/>
                    </a:cubicBezTo>
                    <a:close/>
                    <a:moveTo>
                      <a:pt x="57120" y="150813"/>
                    </a:moveTo>
                    <a:cubicBezTo>
                      <a:pt x="51848" y="150813"/>
                      <a:pt x="49212" y="154759"/>
                      <a:pt x="49212" y="158705"/>
                    </a:cubicBezTo>
                    <a:cubicBezTo>
                      <a:pt x="49212" y="163967"/>
                      <a:pt x="51848" y="166597"/>
                      <a:pt x="57120" y="166597"/>
                    </a:cubicBezTo>
                    <a:cubicBezTo>
                      <a:pt x="80842" y="166597"/>
                      <a:pt x="80842" y="166597"/>
                      <a:pt x="80842" y="166597"/>
                    </a:cubicBezTo>
                    <a:cubicBezTo>
                      <a:pt x="92704" y="166597"/>
                      <a:pt x="103247" y="177120"/>
                      <a:pt x="103247" y="188959"/>
                    </a:cubicBezTo>
                    <a:cubicBezTo>
                      <a:pt x="103247" y="190274"/>
                      <a:pt x="103247" y="190274"/>
                      <a:pt x="103247" y="190274"/>
                    </a:cubicBezTo>
                    <a:cubicBezTo>
                      <a:pt x="103247" y="202112"/>
                      <a:pt x="92704" y="212635"/>
                      <a:pt x="80842" y="212635"/>
                    </a:cubicBezTo>
                    <a:cubicBezTo>
                      <a:pt x="57120" y="212635"/>
                      <a:pt x="57120" y="212635"/>
                      <a:pt x="57120" y="212635"/>
                    </a:cubicBezTo>
                    <a:cubicBezTo>
                      <a:pt x="51848" y="212635"/>
                      <a:pt x="49212" y="215266"/>
                      <a:pt x="49212" y="220527"/>
                    </a:cubicBezTo>
                    <a:cubicBezTo>
                      <a:pt x="49212" y="224473"/>
                      <a:pt x="51848" y="228419"/>
                      <a:pt x="57120" y="228419"/>
                    </a:cubicBezTo>
                    <a:cubicBezTo>
                      <a:pt x="80842" y="228419"/>
                      <a:pt x="80842" y="228419"/>
                      <a:pt x="80842" y="228419"/>
                    </a:cubicBezTo>
                    <a:cubicBezTo>
                      <a:pt x="92704" y="228419"/>
                      <a:pt x="103247" y="237627"/>
                      <a:pt x="103247" y="250781"/>
                    </a:cubicBezTo>
                    <a:cubicBezTo>
                      <a:pt x="103247" y="263934"/>
                      <a:pt x="92704" y="273142"/>
                      <a:pt x="80842" y="273142"/>
                    </a:cubicBezTo>
                    <a:cubicBezTo>
                      <a:pt x="57120" y="273142"/>
                      <a:pt x="57120" y="273142"/>
                      <a:pt x="57120" y="273142"/>
                    </a:cubicBezTo>
                    <a:cubicBezTo>
                      <a:pt x="51848" y="273142"/>
                      <a:pt x="49212" y="277088"/>
                      <a:pt x="49212" y="281034"/>
                    </a:cubicBezTo>
                    <a:cubicBezTo>
                      <a:pt x="49212" y="284980"/>
                      <a:pt x="51848" y="288926"/>
                      <a:pt x="57120" y="288926"/>
                    </a:cubicBezTo>
                    <a:cubicBezTo>
                      <a:pt x="80842" y="288926"/>
                      <a:pt x="80842" y="288926"/>
                      <a:pt x="80842" y="288926"/>
                    </a:cubicBezTo>
                    <a:cubicBezTo>
                      <a:pt x="101929" y="288926"/>
                      <a:pt x="119062" y="271826"/>
                      <a:pt x="119062" y="250781"/>
                    </a:cubicBezTo>
                    <a:cubicBezTo>
                      <a:pt x="119062" y="237627"/>
                      <a:pt x="112473" y="227104"/>
                      <a:pt x="103247" y="220527"/>
                    </a:cubicBezTo>
                    <a:cubicBezTo>
                      <a:pt x="112473" y="212635"/>
                      <a:pt x="119062" y="202112"/>
                      <a:pt x="119062" y="190274"/>
                    </a:cubicBezTo>
                    <a:lnTo>
                      <a:pt x="119062" y="188959"/>
                    </a:lnTo>
                    <a:cubicBezTo>
                      <a:pt x="119062" y="167913"/>
                      <a:pt x="101929" y="150813"/>
                      <a:pt x="80842" y="150813"/>
                    </a:cubicBezTo>
                    <a:cubicBezTo>
                      <a:pt x="57120" y="150813"/>
                      <a:pt x="57120" y="150813"/>
                      <a:pt x="57120" y="150813"/>
                    </a:cubicBezTo>
                    <a:close/>
                    <a:moveTo>
                      <a:pt x="46099" y="47625"/>
                    </a:moveTo>
                    <a:cubicBezTo>
                      <a:pt x="29016" y="47625"/>
                      <a:pt x="15875" y="62294"/>
                      <a:pt x="15875" y="79629"/>
                    </a:cubicBezTo>
                    <a:cubicBezTo>
                      <a:pt x="15875" y="114300"/>
                      <a:pt x="15875" y="114300"/>
                      <a:pt x="15875" y="114300"/>
                    </a:cubicBezTo>
                    <a:cubicBezTo>
                      <a:pt x="252413" y="114300"/>
                      <a:pt x="252413" y="114300"/>
                      <a:pt x="252413" y="114300"/>
                    </a:cubicBezTo>
                    <a:lnTo>
                      <a:pt x="252413" y="79629"/>
                    </a:lnTo>
                    <a:cubicBezTo>
                      <a:pt x="252413" y="62294"/>
                      <a:pt x="239272" y="47625"/>
                      <a:pt x="222189" y="47625"/>
                    </a:cubicBezTo>
                    <a:cubicBezTo>
                      <a:pt x="210362" y="47625"/>
                      <a:pt x="210362" y="47625"/>
                      <a:pt x="210362" y="47625"/>
                    </a:cubicBezTo>
                    <a:cubicBezTo>
                      <a:pt x="210362" y="71628"/>
                      <a:pt x="210362" y="71628"/>
                      <a:pt x="210362" y="71628"/>
                    </a:cubicBezTo>
                    <a:cubicBezTo>
                      <a:pt x="210362" y="75629"/>
                      <a:pt x="206420" y="79629"/>
                      <a:pt x="202477" y="79629"/>
                    </a:cubicBezTo>
                    <a:cubicBezTo>
                      <a:pt x="197221" y="79629"/>
                      <a:pt x="194593" y="75629"/>
                      <a:pt x="194593" y="71628"/>
                    </a:cubicBezTo>
                    <a:cubicBezTo>
                      <a:pt x="194593" y="47625"/>
                      <a:pt x="194593" y="47625"/>
                      <a:pt x="194593" y="47625"/>
                    </a:cubicBezTo>
                    <a:cubicBezTo>
                      <a:pt x="73696" y="47625"/>
                      <a:pt x="73696" y="47625"/>
                      <a:pt x="73696" y="47625"/>
                    </a:cubicBezTo>
                    <a:cubicBezTo>
                      <a:pt x="73696" y="71628"/>
                      <a:pt x="73696" y="71628"/>
                      <a:pt x="73696" y="71628"/>
                    </a:cubicBezTo>
                    <a:cubicBezTo>
                      <a:pt x="73696" y="75629"/>
                      <a:pt x="71067" y="79629"/>
                      <a:pt x="65811" y="79629"/>
                    </a:cubicBezTo>
                    <a:cubicBezTo>
                      <a:pt x="61869" y="79629"/>
                      <a:pt x="57926" y="75629"/>
                      <a:pt x="57926" y="71628"/>
                    </a:cubicBezTo>
                    <a:cubicBezTo>
                      <a:pt x="57926" y="47625"/>
                      <a:pt x="57926" y="47625"/>
                      <a:pt x="57926" y="47625"/>
                    </a:cubicBezTo>
                    <a:cubicBezTo>
                      <a:pt x="46099" y="47625"/>
                      <a:pt x="46099" y="47625"/>
                      <a:pt x="46099" y="47625"/>
                    </a:cubicBezTo>
                    <a:close/>
                    <a:moveTo>
                      <a:pt x="65757" y="0"/>
                    </a:moveTo>
                    <a:cubicBezTo>
                      <a:pt x="71018" y="0"/>
                      <a:pt x="73648" y="3962"/>
                      <a:pt x="73648" y="7925"/>
                    </a:cubicBezTo>
                    <a:cubicBezTo>
                      <a:pt x="73648" y="31700"/>
                      <a:pt x="73648" y="31700"/>
                      <a:pt x="73648" y="31700"/>
                    </a:cubicBezTo>
                    <a:cubicBezTo>
                      <a:pt x="194640" y="31700"/>
                      <a:pt x="194640" y="31700"/>
                      <a:pt x="194640" y="31700"/>
                    </a:cubicBezTo>
                    <a:cubicBezTo>
                      <a:pt x="194640" y="7925"/>
                      <a:pt x="194640" y="7925"/>
                      <a:pt x="194640" y="7925"/>
                    </a:cubicBezTo>
                    <a:cubicBezTo>
                      <a:pt x="194640" y="3962"/>
                      <a:pt x="197271" y="0"/>
                      <a:pt x="202531" y="0"/>
                    </a:cubicBezTo>
                    <a:cubicBezTo>
                      <a:pt x="206477" y="0"/>
                      <a:pt x="210422" y="3962"/>
                      <a:pt x="210422" y="7925"/>
                    </a:cubicBezTo>
                    <a:cubicBezTo>
                      <a:pt x="210422" y="31700"/>
                      <a:pt x="210422" y="31700"/>
                      <a:pt x="210422" y="31700"/>
                    </a:cubicBezTo>
                    <a:cubicBezTo>
                      <a:pt x="222258" y="31700"/>
                      <a:pt x="222258" y="31700"/>
                      <a:pt x="222258" y="31700"/>
                    </a:cubicBezTo>
                    <a:cubicBezTo>
                      <a:pt x="247246" y="31700"/>
                      <a:pt x="268288" y="52834"/>
                      <a:pt x="268288" y="79251"/>
                    </a:cubicBezTo>
                    <a:cubicBezTo>
                      <a:pt x="268288" y="290587"/>
                      <a:pt x="268288" y="290587"/>
                      <a:pt x="268288" y="290587"/>
                    </a:cubicBezTo>
                    <a:cubicBezTo>
                      <a:pt x="268288" y="317005"/>
                      <a:pt x="247246" y="338138"/>
                      <a:pt x="222258" y="338138"/>
                    </a:cubicBezTo>
                    <a:cubicBezTo>
                      <a:pt x="46030" y="338138"/>
                      <a:pt x="46030" y="338138"/>
                      <a:pt x="46030" y="338138"/>
                    </a:cubicBezTo>
                    <a:cubicBezTo>
                      <a:pt x="21042" y="338138"/>
                      <a:pt x="0" y="317005"/>
                      <a:pt x="0" y="290587"/>
                    </a:cubicBezTo>
                    <a:cubicBezTo>
                      <a:pt x="0" y="79251"/>
                      <a:pt x="0" y="79251"/>
                      <a:pt x="0" y="79251"/>
                    </a:cubicBezTo>
                    <a:cubicBezTo>
                      <a:pt x="0" y="52834"/>
                      <a:pt x="21042" y="31700"/>
                      <a:pt x="46030" y="31700"/>
                    </a:cubicBezTo>
                    <a:cubicBezTo>
                      <a:pt x="57866" y="31700"/>
                      <a:pt x="57866" y="31700"/>
                      <a:pt x="57866" y="31700"/>
                    </a:cubicBezTo>
                    <a:cubicBezTo>
                      <a:pt x="57866" y="7925"/>
                      <a:pt x="57866" y="7925"/>
                      <a:pt x="57866" y="7925"/>
                    </a:cubicBezTo>
                    <a:cubicBezTo>
                      <a:pt x="57866" y="3962"/>
                      <a:pt x="61812" y="0"/>
                      <a:pt x="65757" y="0"/>
                    </a:cubicBezTo>
                    <a:close/>
                  </a:path>
                </a:pathLst>
              </a:custGeom>
              <a:solidFill>
                <a:sysClr val="window" lastClr="FFFFFF"/>
              </a:solidFill>
              <a:ln>
                <a:noFill/>
              </a:ln>
              <a:ex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Arial"/>
                  <a:ea typeface="微软雅黑"/>
                </a:endParaRPr>
              </a:p>
            </p:txBody>
          </p:sp>
          <p:sp>
            <p:nvSpPr>
              <p:cNvPr id="34" name="TextBox 11"/>
              <p:cNvSpPr txBox="1"/>
              <p:nvPr/>
            </p:nvSpPr>
            <p:spPr>
              <a:xfrm>
                <a:off x="2863743" y="2732668"/>
                <a:ext cx="1163338" cy="307777"/>
              </a:xfrm>
              <a:prstGeom prst="rect">
                <a:avLst/>
              </a:prstGeom>
              <a:noFill/>
            </p:spPr>
            <p:txBody>
              <a:bodyPr wrap="square" lIns="0" tIns="0" rIns="0" bIns="0" rtlCol="0">
                <a:spAutoFit/>
                <a:scene3d>
                  <a:camera prst="orthographicFront"/>
                  <a:lightRig rig="threePt" dir="t"/>
                </a:scene3d>
                <a:sp3d contourW="12700"/>
              </a:bodyPr>
              <a:lstStyle/>
              <a:p>
                <a:pPr marL="0" marR="0" lvl="0" indent="0" defTabSz="914400" eaLnBrk="1" fontAlgn="auto" latinLnBrk="0" hangingPunct="1">
                  <a:lnSpc>
                    <a:spcPct val="100000"/>
                  </a:lnSpc>
                  <a:spcBef>
                    <a:spcPts val="0"/>
                  </a:spcBef>
                  <a:spcAft>
                    <a:spcPts val="0"/>
                  </a:spcAft>
                  <a:buClrTx/>
                  <a:buSzTx/>
                  <a:buFontTx/>
                  <a:buNone/>
                  <a:tabLst/>
                  <a:defRPr/>
                </a:pPr>
                <a:r>
                  <a:rPr lang="zh-CN" altLang="en-US" sz="2000" b="1" kern="0" dirty="0">
                    <a:solidFill>
                      <a:prstClr val="black">
                        <a:lumMod val="75000"/>
                        <a:lumOff val="25000"/>
                      </a:prstClr>
                    </a:solidFill>
                    <a:latin typeface="幼圆" panose="02010509060101010101" pitchFamily="49" charset="-122"/>
                    <a:ea typeface="幼圆" panose="02010509060101010101" pitchFamily="49" charset="-122"/>
                  </a:rPr>
                  <a:t>输入标题</a:t>
                </a:r>
                <a:endParaRPr kumimoji="0" lang="en-US" sz="2000" b="1" i="0" u="none" strike="noStrike" kern="0" cap="none" spc="0" normalizeH="0" baseline="0" noProof="0" dirty="0">
                  <a:ln>
                    <a:noFill/>
                  </a:ln>
                  <a:solidFill>
                    <a:prstClr val="black">
                      <a:lumMod val="75000"/>
                      <a:lumOff val="25000"/>
                    </a:prstClr>
                  </a:solidFill>
                  <a:effectLst/>
                  <a:uLnTx/>
                  <a:uFillTx/>
                  <a:latin typeface="幼圆" panose="02010509060101010101" pitchFamily="49" charset="-122"/>
                  <a:ea typeface="幼圆" panose="02010509060101010101" pitchFamily="49" charset="-122"/>
                </a:endParaRPr>
              </a:p>
            </p:txBody>
          </p:sp>
        </p:grpSp>
        <p:sp>
          <p:nvSpPr>
            <p:cNvPr id="30" name="矩形 29"/>
            <p:cNvSpPr/>
            <p:nvPr/>
          </p:nvSpPr>
          <p:spPr>
            <a:xfrm>
              <a:off x="1466412" y="3124640"/>
              <a:ext cx="2737216" cy="1157048"/>
            </a:xfrm>
            <a:prstGeom prst="rect">
              <a:avLst/>
            </a:prstGeom>
          </p:spPr>
          <p:txBody>
            <a:bodyPr wrap="square">
              <a:spAutoFit/>
            </a:bodyPr>
            <a:lstStyle/>
            <a:p>
              <a:pPr algn="just">
                <a:lnSpc>
                  <a:spcPct val="150000"/>
                </a:lnSpc>
              </a:pPr>
              <a:r>
                <a:rPr lang="zh-CN" altLang="en-US" sz="1200" dirty="0">
                  <a:latin typeface="幼圆" panose="02010509060101010101" pitchFamily="49" charset="-122"/>
                  <a:ea typeface="幼圆" panose="02010509060101010101" pitchFamily="49" charset="-122"/>
                </a:rPr>
                <a:t>它是提高人口素质的重要环节。青春期到来以前的未成年人被称为儿童或少年，他们在思想、性格、智力、体魄等方面的可塑儿童教育性很强。</a:t>
              </a:r>
            </a:p>
          </p:txBody>
        </p:sp>
      </p:grpSp>
    </p:spTree>
    <p:extLst>
      <p:ext uri="{BB962C8B-B14F-4D97-AF65-F5344CB8AC3E}">
        <p14:creationId xmlns:p14="http://schemas.microsoft.com/office/powerpoint/2010/main" val="1465317346"/>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1000"/>
                                        <p:tgtEl>
                                          <p:spTgt spid="21"/>
                                        </p:tgtEl>
                                      </p:cBhvr>
                                    </p:animEffect>
                                    <p:anim calcmode="lin" valueType="num">
                                      <p:cBhvr>
                                        <p:cTn id="14" dur="1000" fill="hold"/>
                                        <p:tgtEl>
                                          <p:spTgt spid="21"/>
                                        </p:tgtEl>
                                        <p:attrNameLst>
                                          <p:attrName>ppt_x</p:attrName>
                                        </p:attrNameLst>
                                      </p:cBhvr>
                                      <p:tavLst>
                                        <p:tav tm="0">
                                          <p:val>
                                            <p:strVal val="#ppt_x"/>
                                          </p:val>
                                        </p:tav>
                                        <p:tav tm="100000">
                                          <p:val>
                                            <p:strVal val="#ppt_x"/>
                                          </p:val>
                                        </p:tav>
                                      </p:tavLst>
                                    </p:anim>
                                    <p:anim calcmode="lin" valueType="num">
                                      <p:cBhvr>
                                        <p:cTn id="15" dur="1000" fill="hold"/>
                                        <p:tgtEl>
                                          <p:spTgt spid="21"/>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1000"/>
                                        <p:tgtEl>
                                          <p:spTgt spid="28"/>
                                        </p:tgtEl>
                                      </p:cBhvr>
                                    </p:animEffect>
                                    <p:anim calcmode="lin" valueType="num">
                                      <p:cBhvr>
                                        <p:cTn id="20" dur="1000" fill="hold"/>
                                        <p:tgtEl>
                                          <p:spTgt spid="28"/>
                                        </p:tgtEl>
                                        <p:attrNameLst>
                                          <p:attrName>ppt_x</p:attrName>
                                        </p:attrNameLst>
                                      </p:cBhvr>
                                      <p:tavLst>
                                        <p:tav tm="0">
                                          <p:val>
                                            <p:strVal val="#ppt_x"/>
                                          </p:val>
                                        </p:tav>
                                        <p:tav tm="100000">
                                          <p:val>
                                            <p:strVal val="#ppt_x"/>
                                          </p:val>
                                        </p:tav>
                                      </p:tavLst>
                                    </p:anim>
                                    <p:anim calcmode="lin" valueType="num">
                                      <p:cBhvr>
                                        <p:cTn id="21"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圆角矩形 14"/>
          <p:cNvSpPr/>
          <p:nvPr/>
        </p:nvSpPr>
        <p:spPr>
          <a:xfrm>
            <a:off x="378114" y="463550"/>
            <a:ext cx="11401425" cy="5857875"/>
          </a:xfrm>
          <a:prstGeom prst="roundRect">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 name="组合 15"/>
          <p:cNvGrpSpPr/>
          <p:nvPr/>
        </p:nvGrpSpPr>
        <p:grpSpPr>
          <a:xfrm>
            <a:off x="177047" y="636774"/>
            <a:ext cx="2278560" cy="461665"/>
            <a:chOff x="240439" y="693586"/>
            <a:chExt cx="2278560" cy="461665"/>
          </a:xfrm>
        </p:grpSpPr>
        <p:sp>
          <p:nvSpPr>
            <p:cNvPr id="17" name="文本框 16"/>
            <p:cNvSpPr txBox="1"/>
            <p:nvPr/>
          </p:nvSpPr>
          <p:spPr>
            <a:xfrm>
              <a:off x="642573" y="693586"/>
              <a:ext cx="1876426" cy="461665"/>
            </a:xfrm>
            <a:prstGeom prst="rect">
              <a:avLst/>
            </a:prstGeom>
            <a:noFill/>
          </p:spPr>
          <p:txBody>
            <a:bodyPr wrap="square" rtlCol="0">
              <a:spAutoFit/>
            </a:bodyPr>
            <a:lstStyle/>
            <a:p>
              <a:r>
                <a:rPr lang="zh-CN" altLang="en-US" sz="2400" dirty="0">
                  <a:latin typeface="幼圆" panose="02010509060101010101" pitchFamily="49" charset="-122"/>
                  <a:ea typeface="幼圆" panose="02010509060101010101" pitchFamily="49" charset="-122"/>
                </a:rPr>
                <a:t>输入标题</a:t>
              </a:r>
            </a:p>
          </p:txBody>
        </p:sp>
        <p:sp>
          <p:nvSpPr>
            <p:cNvPr id="18" name="燕尾形 17"/>
            <p:cNvSpPr/>
            <p:nvPr/>
          </p:nvSpPr>
          <p:spPr>
            <a:xfrm>
              <a:off x="240439" y="723352"/>
              <a:ext cx="402134" cy="402134"/>
            </a:xfrm>
            <a:prstGeom prst="chevron">
              <a:avLst/>
            </a:prstGeom>
            <a:solidFill>
              <a:srgbClr val="FF9999"/>
            </a:solidFill>
            <a:ln>
              <a:solidFill>
                <a:srgbClr val="FF99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pic>
        <p:nvPicPr>
          <p:cNvPr id="7" name="图片 6"/>
          <p:cNvPicPr>
            <a:picLocks noChangeAspect="1"/>
          </p:cNvPicPr>
          <p:nvPr/>
        </p:nvPicPr>
        <p:blipFill rotWithShape="1">
          <a:blip r:embed="rId4" cstate="print">
            <a:extLst>
              <a:ext uri="{BEBA8EAE-BF5A-486C-A8C5-ECC9F3942E4B}">
                <a14:imgProps xmlns:a14="http://schemas.microsoft.com/office/drawing/2010/main">
                  <a14:imgLayer r:embed="rId5">
                    <a14:imgEffect>
                      <a14:backgroundRemoval t="9885" b="100000" l="9827" r="100000">
                        <a14:backgroundMark x1="62329" y1="21225" x2="98271" y2="38326"/>
                        <a14:backgroundMark x1="61056" y1="32262" x2="89445" y2="47301"/>
                        <a14:backgroundMark x1="98544" y1="59976" x2="99181" y2="62280"/>
                        <a14:backgroundMark x1="96633" y1="75440" x2="99818" y2="81261"/>
                      </a14:backgroundRemoval>
                    </a14:imgEffect>
                  </a14:imgLayer>
                </a14:imgProps>
              </a:ext>
              <a:ext uri="{28A0092B-C50C-407E-A947-70E740481C1C}">
                <a14:useLocalDpi xmlns:a14="http://schemas.microsoft.com/office/drawing/2010/main" val="0"/>
              </a:ext>
            </a:extLst>
          </a:blip>
          <a:srcRect t="35003" b="11364"/>
          <a:stretch/>
        </p:blipFill>
        <p:spPr>
          <a:xfrm>
            <a:off x="7884641" y="3187731"/>
            <a:ext cx="3894898" cy="3133694"/>
          </a:xfrm>
          <a:prstGeom prst="rect">
            <a:avLst/>
          </a:prstGeom>
        </p:spPr>
      </p:pic>
      <p:grpSp>
        <p:nvGrpSpPr>
          <p:cNvPr id="3" name="组合 2"/>
          <p:cNvGrpSpPr/>
          <p:nvPr/>
        </p:nvGrpSpPr>
        <p:grpSpPr>
          <a:xfrm>
            <a:off x="1251396" y="1645615"/>
            <a:ext cx="4492179" cy="4210728"/>
            <a:chOff x="965646" y="1360479"/>
            <a:chExt cx="5012987" cy="4698905"/>
          </a:xfrm>
        </p:grpSpPr>
        <p:pic>
          <p:nvPicPr>
            <p:cNvPr id="8" name="图片 7"/>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965646" y="1360479"/>
              <a:ext cx="5012987" cy="4698905"/>
            </a:xfrm>
            <a:prstGeom prst="rect">
              <a:avLst/>
            </a:prstGeom>
          </p:spPr>
        </p:pic>
        <p:pic>
          <p:nvPicPr>
            <p:cNvPr id="2" name="图片 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517394" y="1995368"/>
              <a:ext cx="4040444" cy="2219445"/>
            </a:xfrm>
            <a:prstGeom prst="rect">
              <a:avLst/>
            </a:prstGeom>
          </p:spPr>
        </p:pic>
      </p:grpSp>
      <p:pic>
        <p:nvPicPr>
          <p:cNvPr id="13" name="图片 12"/>
          <p:cNvPicPr>
            <a:picLocks noChangeAspect="1"/>
          </p:cNvPicPr>
          <p:nvPr/>
        </p:nvPicPr>
        <p:blipFill rotWithShape="1">
          <a:blip r:embed="rId8" cstate="print">
            <a:extLst>
              <a:ext uri="{BEBA8EAE-BF5A-486C-A8C5-ECC9F3942E4B}">
                <a14:imgProps xmlns:a14="http://schemas.microsoft.com/office/drawing/2010/main">
                  <a14:imgLayer r:embed="rId9">
                    <a14:imgEffect>
                      <a14:backgroundRemoval t="12545" b="23758" l="86455" r="100000"/>
                    </a14:imgEffect>
                  </a14:imgLayer>
                </a14:imgProps>
              </a:ext>
              <a:ext uri="{28A0092B-C50C-407E-A947-70E740481C1C}">
                <a14:useLocalDpi xmlns:a14="http://schemas.microsoft.com/office/drawing/2010/main" val="0"/>
              </a:ext>
            </a:extLst>
          </a:blip>
          <a:srcRect l="86984" t="14128" r="-424" b="76808"/>
          <a:stretch/>
        </p:blipFill>
        <p:spPr>
          <a:xfrm rot="1857232">
            <a:off x="543284" y="5083906"/>
            <a:ext cx="1683052" cy="1702974"/>
          </a:xfrm>
          <a:prstGeom prst="rect">
            <a:avLst/>
          </a:prstGeom>
          <a:effectLst>
            <a:outerShdw blurRad="50800" dist="38100" dir="2700000" algn="tl" rotWithShape="0">
              <a:prstClr val="black">
                <a:alpha val="40000"/>
              </a:prstClr>
            </a:outerShdw>
          </a:effectLst>
        </p:spPr>
      </p:pic>
      <p:grpSp>
        <p:nvGrpSpPr>
          <p:cNvPr id="4" name="组合 3"/>
          <p:cNvGrpSpPr/>
          <p:nvPr/>
        </p:nvGrpSpPr>
        <p:grpSpPr>
          <a:xfrm>
            <a:off x="5493389" y="3126715"/>
            <a:ext cx="5642274" cy="1228048"/>
            <a:chOff x="5493389" y="3126715"/>
            <a:chExt cx="5642274" cy="1228048"/>
          </a:xfrm>
        </p:grpSpPr>
        <p:sp>
          <p:nvSpPr>
            <p:cNvPr id="12" name="矩形 11"/>
            <p:cNvSpPr/>
            <p:nvPr/>
          </p:nvSpPr>
          <p:spPr>
            <a:xfrm>
              <a:off x="6387450" y="3279074"/>
              <a:ext cx="4748213" cy="923330"/>
            </a:xfrm>
            <a:prstGeom prst="rect">
              <a:avLst/>
            </a:prstGeom>
          </p:spPr>
          <p:txBody>
            <a:bodyPr wrap="square">
              <a:spAutoFit/>
            </a:bodyPr>
            <a:lstStyle/>
            <a:p>
              <a:pPr algn="just">
                <a:lnSpc>
                  <a:spcPct val="150000"/>
                </a:lnSpc>
              </a:pPr>
              <a:r>
                <a:rPr lang="zh-CN" altLang="en-US" sz="1200" dirty="0">
                  <a:latin typeface="幼圆" panose="02010509060101010101" pitchFamily="49" charset="-122"/>
                  <a:ea typeface="幼圆" panose="02010509060101010101" pitchFamily="49" charset="-122"/>
                </a:rPr>
                <a:t>它是提高人口素质的重要环节。青春期到来以前的未成年人被称为儿童或少年，他们在思想、性格、智力、体魄等方面的可塑儿童教育性很强。</a:t>
              </a:r>
            </a:p>
          </p:txBody>
        </p:sp>
        <p:pic>
          <p:nvPicPr>
            <p:cNvPr id="14" name="图片 13"/>
            <p:cNvPicPr>
              <a:picLocks noChangeAspect="1"/>
            </p:cNvPicPr>
            <p:nvPr/>
          </p:nvPicPr>
          <p:blipFill rotWithShape="1">
            <a:blip r:embed="rId10" cstate="print">
              <a:extLst>
                <a:ext uri="{BEBA8EAE-BF5A-486C-A8C5-ECC9F3942E4B}">
                  <a14:imgProps xmlns:a14="http://schemas.microsoft.com/office/drawing/2010/main">
                    <a14:imgLayer r:embed="rId9">
                      <a14:imgEffect>
                        <a14:backgroundRemoval t="1091" b="10242" l="51091" r="61818"/>
                      </a14:imgEffect>
                    </a14:imgLayer>
                  </a14:imgProps>
                </a:ext>
                <a:ext uri="{28A0092B-C50C-407E-A947-70E740481C1C}">
                  <a14:useLocalDpi xmlns:a14="http://schemas.microsoft.com/office/drawing/2010/main" val="0"/>
                </a:ext>
              </a:extLst>
            </a:blip>
            <a:srcRect l="51042" r="35939" b="90899"/>
            <a:stretch/>
          </p:blipFill>
          <p:spPr>
            <a:xfrm>
              <a:off x="5493389" y="3126715"/>
              <a:ext cx="1170874" cy="1228048"/>
            </a:xfrm>
            <a:prstGeom prst="rect">
              <a:avLst/>
            </a:prstGeom>
          </p:spPr>
        </p:pic>
      </p:grpSp>
      <p:grpSp>
        <p:nvGrpSpPr>
          <p:cNvPr id="19" name="组合 18"/>
          <p:cNvGrpSpPr/>
          <p:nvPr/>
        </p:nvGrpSpPr>
        <p:grpSpPr>
          <a:xfrm>
            <a:off x="5493389" y="1926111"/>
            <a:ext cx="5642274" cy="1228048"/>
            <a:chOff x="5493389" y="3126715"/>
            <a:chExt cx="5642274" cy="1228048"/>
          </a:xfrm>
        </p:grpSpPr>
        <p:sp>
          <p:nvSpPr>
            <p:cNvPr id="20" name="矩形 19"/>
            <p:cNvSpPr/>
            <p:nvPr/>
          </p:nvSpPr>
          <p:spPr>
            <a:xfrm>
              <a:off x="6387450" y="3279074"/>
              <a:ext cx="4748213" cy="923330"/>
            </a:xfrm>
            <a:prstGeom prst="rect">
              <a:avLst/>
            </a:prstGeom>
          </p:spPr>
          <p:txBody>
            <a:bodyPr wrap="square">
              <a:spAutoFit/>
            </a:bodyPr>
            <a:lstStyle/>
            <a:p>
              <a:pPr algn="just">
                <a:lnSpc>
                  <a:spcPct val="150000"/>
                </a:lnSpc>
              </a:pPr>
              <a:r>
                <a:rPr lang="zh-CN" altLang="en-US" sz="1200" dirty="0">
                  <a:latin typeface="幼圆" panose="02010509060101010101" pitchFamily="49" charset="-122"/>
                  <a:ea typeface="幼圆" panose="02010509060101010101" pitchFamily="49" charset="-122"/>
                </a:rPr>
                <a:t>它是提高人口素质的重要环节。青春期到来以前的未成年人被称为儿童或少年，他们在思想、性格、智力、体魄等方面的可塑儿童教育性很强。</a:t>
              </a:r>
            </a:p>
          </p:txBody>
        </p:sp>
        <p:pic>
          <p:nvPicPr>
            <p:cNvPr id="21" name="图片 20"/>
            <p:cNvPicPr>
              <a:picLocks noChangeAspect="1"/>
            </p:cNvPicPr>
            <p:nvPr/>
          </p:nvPicPr>
          <p:blipFill rotWithShape="1">
            <a:blip r:embed="rId10" cstate="print">
              <a:extLst>
                <a:ext uri="{BEBA8EAE-BF5A-486C-A8C5-ECC9F3942E4B}">
                  <a14:imgProps xmlns:a14="http://schemas.microsoft.com/office/drawing/2010/main">
                    <a14:imgLayer r:embed="rId9">
                      <a14:imgEffect>
                        <a14:backgroundRemoval t="1091" b="10242" l="51091" r="61818"/>
                      </a14:imgEffect>
                    </a14:imgLayer>
                  </a14:imgProps>
                </a:ext>
                <a:ext uri="{28A0092B-C50C-407E-A947-70E740481C1C}">
                  <a14:useLocalDpi xmlns:a14="http://schemas.microsoft.com/office/drawing/2010/main" val="0"/>
                </a:ext>
              </a:extLst>
            </a:blip>
            <a:srcRect l="51042" r="35939" b="90899"/>
            <a:stretch/>
          </p:blipFill>
          <p:spPr>
            <a:xfrm>
              <a:off x="5493389" y="3126715"/>
              <a:ext cx="1170874" cy="1228048"/>
            </a:xfrm>
            <a:prstGeom prst="rect">
              <a:avLst/>
            </a:prstGeom>
          </p:spPr>
        </p:pic>
      </p:grpSp>
    </p:spTree>
    <p:extLst>
      <p:ext uri="{BB962C8B-B14F-4D97-AF65-F5344CB8AC3E}">
        <p14:creationId xmlns:p14="http://schemas.microsoft.com/office/powerpoint/2010/main" val="803896516"/>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left)">
                                      <p:cBhvr>
                                        <p:cTn id="11" dur="500"/>
                                        <p:tgtEl>
                                          <p:spTgt spid="19"/>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a:xfrm>
            <a:off x="414338" y="442913"/>
            <a:ext cx="11401425" cy="5857875"/>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414338" y="2336006"/>
            <a:ext cx="11401425" cy="2071687"/>
          </a:xfrm>
          <a:prstGeom prst="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4770194" y="2718041"/>
            <a:ext cx="4602406" cy="1200329"/>
          </a:xfrm>
          <a:prstGeom prst="rect">
            <a:avLst/>
          </a:prstGeom>
          <a:noFill/>
        </p:spPr>
        <p:txBody>
          <a:bodyPr wrap="square" rtlCol="0">
            <a:spAutoFit/>
          </a:bodyPr>
          <a:lstStyle/>
          <a:p>
            <a:r>
              <a:rPr lang="zh-CN" altLang="en-US" sz="7200" dirty="0">
                <a:solidFill>
                  <a:schemeClr val="accent1">
                    <a:lumMod val="75000"/>
                  </a:schemeClr>
                </a:solidFill>
                <a:latin typeface="方正字迹-元童楷隶简体" panose="02010600010101010101" pitchFamily="2" charset="-122"/>
                <a:ea typeface="方正字迹-元童楷隶简体" panose="02010600010101010101" pitchFamily="2" charset="-122"/>
              </a:rPr>
              <a:t>感谢观看！</a:t>
            </a:r>
          </a:p>
        </p:txBody>
      </p:sp>
      <p:pic>
        <p:nvPicPr>
          <p:cNvPr id="20" name="图片 19"/>
          <p:cNvPicPr>
            <a:picLocks noChangeAspect="1"/>
          </p:cNvPicPr>
          <p:nvPr/>
        </p:nvPicPr>
        <p:blipFill rotWithShape="1">
          <a:blip r:embed="rId3" cstate="print">
            <a:extLst>
              <a:ext uri="{28A0092B-C50C-407E-A947-70E740481C1C}">
                <a14:useLocalDpi xmlns:a14="http://schemas.microsoft.com/office/drawing/2010/main" val="0"/>
              </a:ext>
            </a:extLst>
          </a:blip>
          <a:srcRect l="5001" t="11880" r="6452" b="30000"/>
          <a:stretch/>
        </p:blipFill>
        <p:spPr>
          <a:xfrm>
            <a:off x="5284545" y="594668"/>
            <a:ext cx="1857214" cy="1828807"/>
          </a:xfrm>
          <a:prstGeom prst="ellipse">
            <a:avLst/>
          </a:prstGeom>
          <a:effectLst>
            <a:outerShdw blurRad="63500" sx="102000" sy="102000" algn="ctr" rotWithShape="0">
              <a:prstClr val="black">
                <a:alpha val="40000"/>
              </a:prstClr>
            </a:outerShdw>
          </a:effectLst>
        </p:spPr>
      </p:pic>
      <p:pic>
        <p:nvPicPr>
          <p:cNvPr id="21" name="图片 20"/>
          <p:cNvPicPr>
            <a:picLocks noChangeAspect="1"/>
          </p:cNvPicPr>
          <p:nvPr/>
        </p:nvPicPr>
        <p:blipFill rotWithShape="1">
          <a:blip r:embed="rId4" cstate="print">
            <a:extLst>
              <a:ext uri="{BEBA8EAE-BF5A-486C-A8C5-ECC9F3942E4B}">
                <a14:imgProps xmlns:a14="http://schemas.microsoft.com/office/drawing/2010/main">
                  <a14:imgLayer r:embed="rId5">
                    <a14:imgEffect>
                      <a14:backgroundRemoval t="1879" b="12061" l="17455" r="35182">
                        <a14:foregroundMark x1="28364" y1="4606" x2="28364" y2="4606"/>
                      </a14:backgroundRemoval>
                    </a14:imgEffect>
                  </a14:imgLayer>
                </a14:imgProps>
              </a:ext>
              <a:ext uri="{28A0092B-C50C-407E-A947-70E740481C1C}">
                <a14:useLocalDpi xmlns:a14="http://schemas.microsoft.com/office/drawing/2010/main" val="0"/>
              </a:ext>
            </a:extLst>
          </a:blip>
          <a:srcRect l="19224" r="63141" b="87927"/>
          <a:stretch/>
        </p:blipFill>
        <p:spPr>
          <a:xfrm>
            <a:off x="1614487" y="885873"/>
            <a:ext cx="1585913" cy="1628774"/>
          </a:xfrm>
          <a:prstGeom prst="rect">
            <a:avLst/>
          </a:prstGeom>
        </p:spPr>
      </p:pic>
      <p:pic>
        <p:nvPicPr>
          <p:cNvPr id="23" name="图片 22"/>
          <p:cNvPicPr>
            <a:picLocks noChangeAspect="1"/>
          </p:cNvPicPr>
          <p:nvPr/>
        </p:nvPicPr>
        <p:blipFill rotWithShape="1">
          <a:blip r:embed="rId6" cstate="print">
            <a:extLst>
              <a:ext uri="{BEBA8EAE-BF5A-486C-A8C5-ECC9F3942E4B}">
                <a14:imgProps xmlns:a14="http://schemas.microsoft.com/office/drawing/2010/main">
                  <a14:imgLayer r:embed="rId5">
                    <a14:imgEffect>
                      <a14:backgroundRemoval t="15939" b="25879" l="0" r="14000"/>
                    </a14:imgEffect>
                  </a14:imgLayer>
                </a14:imgProps>
              </a:ext>
              <a:ext uri="{28A0092B-C50C-407E-A947-70E740481C1C}">
                <a14:useLocalDpi xmlns:a14="http://schemas.microsoft.com/office/drawing/2010/main" val="0"/>
              </a:ext>
            </a:extLst>
          </a:blip>
          <a:srcRect t="15333" r="83114" b="73542"/>
          <a:stretch/>
        </p:blipFill>
        <p:spPr>
          <a:xfrm>
            <a:off x="10251735" y="1843087"/>
            <a:ext cx="1604640" cy="1585960"/>
          </a:xfrm>
          <a:prstGeom prst="rect">
            <a:avLst/>
          </a:prstGeom>
        </p:spPr>
      </p:pic>
      <p:pic>
        <p:nvPicPr>
          <p:cNvPr id="24" name="图片 23"/>
          <p:cNvPicPr>
            <a:picLocks noChangeAspect="1"/>
          </p:cNvPicPr>
          <p:nvPr/>
        </p:nvPicPr>
        <p:blipFill rotWithShape="1">
          <a:blip r:embed="rId7" cstate="print">
            <a:extLst>
              <a:ext uri="{BEBA8EAE-BF5A-486C-A8C5-ECC9F3942E4B}">
                <a14:imgProps xmlns:a14="http://schemas.microsoft.com/office/drawing/2010/main">
                  <a14:imgLayer r:embed="rId5">
                    <a14:imgEffect>
                      <a14:backgroundRemoval t="1292" b="11625" l="73941" r="97105"/>
                    </a14:imgEffect>
                  </a14:imgLayer>
                </a14:imgProps>
              </a:ext>
              <a:ext uri="{28A0092B-C50C-407E-A947-70E740481C1C}">
                <a14:useLocalDpi xmlns:a14="http://schemas.microsoft.com/office/drawing/2010/main" val="0"/>
              </a:ext>
            </a:extLst>
          </a:blip>
          <a:srcRect l="71045" t="4768" r="11358" b="87083"/>
          <a:stretch/>
        </p:blipFill>
        <p:spPr>
          <a:xfrm>
            <a:off x="7283995" y="414334"/>
            <a:ext cx="1573223" cy="1092991"/>
          </a:xfrm>
          <a:prstGeom prst="rect">
            <a:avLst/>
          </a:prstGeom>
        </p:spPr>
      </p:pic>
      <p:grpSp>
        <p:nvGrpSpPr>
          <p:cNvPr id="12" name="组合 11"/>
          <p:cNvGrpSpPr/>
          <p:nvPr/>
        </p:nvGrpSpPr>
        <p:grpSpPr>
          <a:xfrm>
            <a:off x="438171" y="3158529"/>
            <a:ext cx="11176684" cy="3558018"/>
            <a:chOff x="438171" y="3158529"/>
            <a:chExt cx="11176684" cy="3558018"/>
          </a:xfrm>
        </p:grpSpPr>
        <p:pic>
          <p:nvPicPr>
            <p:cNvPr id="13" name="图片 12"/>
            <p:cNvPicPr>
              <a:picLocks noChangeAspect="1"/>
            </p:cNvPicPr>
            <p:nvPr/>
          </p:nvPicPr>
          <p:blipFill rotWithShape="1">
            <a:blip r:embed="rId8" cstate="print">
              <a:extLst>
                <a:ext uri="{BEBA8EAE-BF5A-486C-A8C5-ECC9F3942E4B}">
                  <a14:imgProps xmlns:a14="http://schemas.microsoft.com/office/drawing/2010/main">
                    <a14:imgLayer r:embed="rId9">
                      <a14:imgEffect>
                        <a14:backgroundRemoval t="243" b="55064" l="9736" r="100000"/>
                      </a14:imgEffect>
                    </a14:imgLayer>
                  </a14:imgProps>
                </a:ext>
                <a:ext uri="{28A0092B-C50C-407E-A947-70E740481C1C}">
                  <a14:useLocalDpi xmlns:a14="http://schemas.microsoft.com/office/drawing/2010/main" val="0"/>
                </a:ext>
              </a:extLst>
            </a:blip>
            <a:srcRect l="36774" b="59911"/>
            <a:stretch/>
          </p:blipFill>
          <p:spPr>
            <a:xfrm>
              <a:off x="3243951" y="3968090"/>
              <a:ext cx="2889474" cy="2748457"/>
            </a:xfrm>
            <a:prstGeom prst="rect">
              <a:avLst/>
            </a:prstGeom>
          </p:spPr>
        </p:pic>
        <p:pic>
          <p:nvPicPr>
            <p:cNvPr id="14" name="图片 13"/>
            <p:cNvPicPr>
              <a:picLocks noChangeAspect="1"/>
            </p:cNvPicPr>
            <p:nvPr/>
          </p:nvPicPr>
          <p:blipFill rotWithShape="1">
            <a:blip r:embed="rId10" cstate="print">
              <a:extLst>
                <a:ext uri="{BEBA8EAE-BF5A-486C-A8C5-ECC9F3942E4B}">
                  <a14:imgProps xmlns:a14="http://schemas.microsoft.com/office/drawing/2010/main">
                    <a14:imgLayer r:embed="rId11">
                      <a14:imgEffect>
                        <a14:backgroundRemoval t="56883" b="100000" l="48226" r="100000">
                          <a14:foregroundMark x1="55687" y1="78108" x2="55687" y2="78108"/>
                          <a14:foregroundMark x1="76979" y1="78532" x2="76979" y2="78532"/>
                        </a14:backgroundRemoval>
                      </a14:imgEffect>
                    </a14:imgLayer>
                  </a14:imgProps>
                </a:ext>
                <a:ext uri="{28A0092B-C50C-407E-A947-70E740481C1C}">
                  <a14:useLocalDpi xmlns:a14="http://schemas.microsoft.com/office/drawing/2010/main" val="0"/>
                </a:ext>
              </a:extLst>
            </a:blip>
            <a:srcRect l="35074" t="53702"/>
            <a:stretch/>
          </p:blipFill>
          <p:spPr>
            <a:xfrm>
              <a:off x="6576648" y="3873608"/>
              <a:ext cx="2280570" cy="2439615"/>
            </a:xfrm>
            <a:prstGeom prst="rect">
              <a:avLst/>
            </a:prstGeom>
          </p:spPr>
        </p:pic>
        <p:pic>
          <p:nvPicPr>
            <p:cNvPr id="15" name="图片 14"/>
            <p:cNvPicPr>
              <a:picLocks noChangeAspect="1"/>
            </p:cNvPicPr>
            <p:nvPr/>
          </p:nvPicPr>
          <p:blipFill rotWithShape="1">
            <a:blip r:embed="rId12" cstate="print">
              <a:extLst>
                <a:ext uri="{BEBA8EAE-BF5A-486C-A8C5-ECC9F3942E4B}">
                  <a14:imgProps xmlns:a14="http://schemas.microsoft.com/office/drawing/2010/main">
                    <a14:imgLayer r:embed="rId13">
                      <a14:imgEffect>
                        <a14:backgroundRemoval t="9885" b="100000" l="9827" r="100000">
                          <a14:backgroundMark x1="62329" y1="21225" x2="98271" y2="38326"/>
                          <a14:backgroundMark x1="61056" y1="32262" x2="89445" y2="47301"/>
                          <a14:backgroundMark x1="98544" y1="59976" x2="99181" y2="62280"/>
                          <a14:backgroundMark x1="96633" y1="75440" x2="99818" y2="81261"/>
                        </a14:backgroundRemoval>
                      </a14:imgEffect>
                    </a14:imgLayer>
                  </a14:imgProps>
                </a:ext>
                <a:ext uri="{28A0092B-C50C-407E-A947-70E740481C1C}">
                  <a14:useLocalDpi xmlns:a14="http://schemas.microsoft.com/office/drawing/2010/main" val="0"/>
                </a:ext>
              </a:extLst>
            </a:blip>
            <a:srcRect t="35003" b="11364"/>
            <a:stretch/>
          </p:blipFill>
          <p:spPr>
            <a:xfrm>
              <a:off x="8493541" y="3765648"/>
              <a:ext cx="3121314" cy="2511296"/>
            </a:xfrm>
            <a:prstGeom prst="rect">
              <a:avLst/>
            </a:prstGeom>
          </p:spPr>
        </p:pic>
        <p:pic>
          <p:nvPicPr>
            <p:cNvPr id="16" name="图片 15"/>
            <p:cNvPicPr>
              <a:picLocks noChangeAspect="1"/>
            </p:cNvPicPr>
            <p:nvPr/>
          </p:nvPicPr>
          <p:blipFill rotWithShape="1">
            <a:blip r:embed="rId14" cstate="print">
              <a:extLst>
                <a:ext uri="{BEBA8EAE-BF5A-486C-A8C5-ECC9F3942E4B}">
                  <a14:imgProps xmlns:a14="http://schemas.microsoft.com/office/drawing/2010/main">
                    <a14:imgLayer r:embed="rId15">
                      <a14:imgEffect>
                        <a14:backgroundRemoval t="52274" b="99697" l="0" r="89991"/>
                      </a14:imgEffect>
                    </a14:imgLayer>
                  </a14:imgProps>
                </a:ext>
                <a:ext uri="{28A0092B-C50C-407E-A947-70E740481C1C}">
                  <a14:useLocalDpi xmlns:a14="http://schemas.microsoft.com/office/drawing/2010/main" val="0"/>
                </a:ext>
              </a:extLst>
            </a:blip>
            <a:srcRect t="53765"/>
            <a:stretch/>
          </p:blipFill>
          <p:spPr>
            <a:xfrm>
              <a:off x="438171" y="3158529"/>
              <a:ext cx="4571570" cy="3170838"/>
            </a:xfrm>
            <a:prstGeom prst="rect">
              <a:avLst/>
            </a:prstGeom>
          </p:spPr>
        </p:pic>
      </p:grpSp>
    </p:spTree>
    <p:extLst>
      <p:ext uri="{BB962C8B-B14F-4D97-AF65-F5344CB8AC3E}">
        <p14:creationId xmlns:p14="http://schemas.microsoft.com/office/powerpoint/2010/main" val="1510873227"/>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1" presetClass="entr" presetSubtype="0" fill="hold" nodeType="clickEffect">
                                  <p:stCondLst>
                                    <p:cond delay="0"/>
                                  </p:stCondLst>
                                  <p:childTnLst>
                                    <p:set>
                                      <p:cBhvr>
                                        <p:cTn id="12" dur="1" fill="hold">
                                          <p:stCondLst>
                                            <p:cond delay="0"/>
                                          </p:stCondLst>
                                        </p:cTn>
                                        <p:tgtEl>
                                          <p:spTgt spid="21"/>
                                        </p:tgtEl>
                                        <p:attrNameLst>
                                          <p:attrName>style.visibility</p:attrName>
                                        </p:attrNameLst>
                                      </p:cBhvr>
                                      <p:to>
                                        <p:strVal val="visible"/>
                                      </p:to>
                                    </p:set>
                                    <p:anim calcmode="lin" valueType="num">
                                      <p:cBhvr>
                                        <p:cTn id="13" dur="1000" fill="hold"/>
                                        <p:tgtEl>
                                          <p:spTgt spid="21"/>
                                        </p:tgtEl>
                                        <p:attrNameLst>
                                          <p:attrName>ppt_w</p:attrName>
                                        </p:attrNameLst>
                                      </p:cBhvr>
                                      <p:tavLst>
                                        <p:tav tm="0">
                                          <p:val>
                                            <p:fltVal val="0"/>
                                          </p:val>
                                        </p:tav>
                                        <p:tav tm="100000">
                                          <p:val>
                                            <p:strVal val="#ppt_w"/>
                                          </p:val>
                                        </p:tav>
                                      </p:tavLst>
                                    </p:anim>
                                    <p:anim calcmode="lin" valueType="num">
                                      <p:cBhvr>
                                        <p:cTn id="14" dur="1000" fill="hold"/>
                                        <p:tgtEl>
                                          <p:spTgt spid="21"/>
                                        </p:tgtEl>
                                        <p:attrNameLst>
                                          <p:attrName>ppt_h</p:attrName>
                                        </p:attrNameLst>
                                      </p:cBhvr>
                                      <p:tavLst>
                                        <p:tav tm="0">
                                          <p:val>
                                            <p:fltVal val="0"/>
                                          </p:val>
                                        </p:tav>
                                        <p:tav tm="100000">
                                          <p:val>
                                            <p:strVal val="#ppt_h"/>
                                          </p:val>
                                        </p:tav>
                                      </p:tavLst>
                                    </p:anim>
                                    <p:anim calcmode="lin" valueType="num">
                                      <p:cBhvr>
                                        <p:cTn id="15" dur="1000" fill="hold"/>
                                        <p:tgtEl>
                                          <p:spTgt spid="21"/>
                                        </p:tgtEl>
                                        <p:attrNameLst>
                                          <p:attrName>style.rotation</p:attrName>
                                        </p:attrNameLst>
                                      </p:cBhvr>
                                      <p:tavLst>
                                        <p:tav tm="0">
                                          <p:val>
                                            <p:fltVal val="90"/>
                                          </p:val>
                                        </p:tav>
                                        <p:tav tm="100000">
                                          <p:val>
                                            <p:fltVal val="0"/>
                                          </p:val>
                                        </p:tav>
                                      </p:tavLst>
                                    </p:anim>
                                    <p:animEffect transition="in" filter="fade">
                                      <p:cBhvr>
                                        <p:cTn id="16" dur="1000"/>
                                        <p:tgtEl>
                                          <p:spTgt spid="21"/>
                                        </p:tgtEl>
                                      </p:cBhvr>
                                    </p:animEffect>
                                  </p:childTnLst>
                                </p:cTn>
                              </p:par>
                              <p:par>
                                <p:cTn id="17" presetID="31" presetClass="entr" presetSubtype="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p:cTn id="19" dur="1000" fill="hold"/>
                                        <p:tgtEl>
                                          <p:spTgt spid="20"/>
                                        </p:tgtEl>
                                        <p:attrNameLst>
                                          <p:attrName>ppt_w</p:attrName>
                                        </p:attrNameLst>
                                      </p:cBhvr>
                                      <p:tavLst>
                                        <p:tav tm="0">
                                          <p:val>
                                            <p:fltVal val="0"/>
                                          </p:val>
                                        </p:tav>
                                        <p:tav tm="100000">
                                          <p:val>
                                            <p:strVal val="#ppt_w"/>
                                          </p:val>
                                        </p:tav>
                                      </p:tavLst>
                                    </p:anim>
                                    <p:anim calcmode="lin" valueType="num">
                                      <p:cBhvr>
                                        <p:cTn id="20" dur="1000" fill="hold"/>
                                        <p:tgtEl>
                                          <p:spTgt spid="20"/>
                                        </p:tgtEl>
                                        <p:attrNameLst>
                                          <p:attrName>ppt_h</p:attrName>
                                        </p:attrNameLst>
                                      </p:cBhvr>
                                      <p:tavLst>
                                        <p:tav tm="0">
                                          <p:val>
                                            <p:fltVal val="0"/>
                                          </p:val>
                                        </p:tav>
                                        <p:tav tm="100000">
                                          <p:val>
                                            <p:strVal val="#ppt_h"/>
                                          </p:val>
                                        </p:tav>
                                      </p:tavLst>
                                    </p:anim>
                                    <p:anim calcmode="lin" valueType="num">
                                      <p:cBhvr>
                                        <p:cTn id="21" dur="1000" fill="hold"/>
                                        <p:tgtEl>
                                          <p:spTgt spid="20"/>
                                        </p:tgtEl>
                                        <p:attrNameLst>
                                          <p:attrName>style.rotation</p:attrName>
                                        </p:attrNameLst>
                                      </p:cBhvr>
                                      <p:tavLst>
                                        <p:tav tm="0">
                                          <p:val>
                                            <p:fltVal val="90"/>
                                          </p:val>
                                        </p:tav>
                                        <p:tav tm="100000">
                                          <p:val>
                                            <p:fltVal val="0"/>
                                          </p:val>
                                        </p:tav>
                                      </p:tavLst>
                                    </p:anim>
                                    <p:animEffect transition="in" filter="fade">
                                      <p:cBhvr>
                                        <p:cTn id="22" dur="1000"/>
                                        <p:tgtEl>
                                          <p:spTgt spid="20"/>
                                        </p:tgtEl>
                                      </p:cBhvr>
                                    </p:animEffect>
                                  </p:childTnLst>
                                </p:cTn>
                              </p:par>
                              <p:par>
                                <p:cTn id="23" presetID="31" presetClass="entr" presetSubtype="0" fill="hold" nodeType="withEffect">
                                  <p:stCondLst>
                                    <p:cond delay="0"/>
                                  </p:stCondLst>
                                  <p:childTnLst>
                                    <p:set>
                                      <p:cBhvr>
                                        <p:cTn id="24" dur="1" fill="hold">
                                          <p:stCondLst>
                                            <p:cond delay="0"/>
                                          </p:stCondLst>
                                        </p:cTn>
                                        <p:tgtEl>
                                          <p:spTgt spid="24"/>
                                        </p:tgtEl>
                                        <p:attrNameLst>
                                          <p:attrName>style.visibility</p:attrName>
                                        </p:attrNameLst>
                                      </p:cBhvr>
                                      <p:to>
                                        <p:strVal val="visible"/>
                                      </p:to>
                                    </p:set>
                                    <p:anim calcmode="lin" valueType="num">
                                      <p:cBhvr>
                                        <p:cTn id="25" dur="1000" fill="hold"/>
                                        <p:tgtEl>
                                          <p:spTgt spid="24"/>
                                        </p:tgtEl>
                                        <p:attrNameLst>
                                          <p:attrName>ppt_w</p:attrName>
                                        </p:attrNameLst>
                                      </p:cBhvr>
                                      <p:tavLst>
                                        <p:tav tm="0">
                                          <p:val>
                                            <p:fltVal val="0"/>
                                          </p:val>
                                        </p:tav>
                                        <p:tav tm="100000">
                                          <p:val>
                                            <p:strVal val="#ppt_w"/>
                                          </p:val>
                                        </p:tav>
                                      </p:tavLst>
                                    </p:anim>
                                    <p:anim calcmode="lin" valueType="num">
                                      <p:cBhvr>
                                        <p:cTn id="26" dur="1000" fill="hold"/>
                                        <p:tgtEl>
                                          <p:spTgt spid="24"/>
                                        </p:tgtEl>
                                        <p:attrNameLst>
                                          <p:attrName>ppt_h</p:attrName>
                                        </p:attrNameLst>
                                      </p:cBhvr>
                                      <p:tavLst>
                                        <p:tav tm="0">
                                          <p:val>
                                            <p:fltVal val="0"/>
                                          </p:val>
                                        </p:tav>
                                        <p:tav tm="100000">
                                          <p:val>
                                            <p:strVal val="#ppt_h"/>
                                          </p:val>
                                        </p:tav>
                                      </p:tavLst>
                                    </p:anim>
                                    <p:anim calcmode="lin" valueType="num">
                                      <p:cBhvr>
                                        <p:cTn id="27" dur="1000" fill="hold"/>
                                        <p:tgtEl>
                                          <p:spTgt spid="24"/>
                                        </p:tgtEl>
                                        <p:attrNameLst>
                                          <p:attrName>style.rotation</p:attrName>
                                        </p:attrNameLst>
                                      </p:cBhvr>
                                      <p:tavLst>
                                        <p:tav tm="0">
                                          <p:val>
                                            <p:fltVal val="90"/>
                                          </p:val>
                                        </p:tav>
                                        <p:tav tm="100000">
                                          <p:val>
                                            <p:fltVal val="0"/>
                                          </p:val>
                                        </p:tav>
                                      </p:tavLst>
                                    </p:anim>
                                    <p:animEffect transition="in" filter="fade">
                                      <p:cBhvr>
                                        <p:cTn id="28" dur="1000"/>
                                        <p:tgtEl>
                                          <p:spTgt spid="24"/>
                                        </p:tgtEl>
                                      </p:cBhvr>
                                    </p:animEffect>
                                  </p:childTnLst>
                                </p:cTn>
                              </p:par>
                            </p:childTnLst>
                          </p:cTn>
                        </p:par>
                        <p:par>
                          <p:cTn id="29" fill="hold">
                            <p:stCondLst>
                              <p:cond delay="1000"/>
                            </p:stCondLst>
                            <p:childTnLst>
                              <p:par>
                                <p:cTn id="30" presetID="31" presetClass="entr" presetSubtype="0" fill="hold" nodeType="afterEffect">
                                  <p:stCondLst>
                                    <p:cond delay="0"/>
                                  </p:stCondLst>
                                  <p:childTnLst>
                                    <p:set>
                                      <p:cBhvr>
                                        <p:cTn id="31" dur="1" fill="hold">
                                          <p:stCondLst>
                                            <p:cond delay="0"/>
                                          </p:stCondLst>
                                        </p:cTn>
                                        <p:tgtEl>
                                          <p:spTgt spid="23"/>
                                        </p:tgtEl>
                                        <p:attrNameLst>
                                          <p:attrName>style.visibility</p:attrName>
                                        </p:attrNameLst>
                                      </p:cBhvr>
                                      <p:to>
                                        <p:strVal val="visible"/>
                                      </p:to>
                                    </p:set>
                                    <p:anim calcmode="lin" valueType="num">
                                      <p:cBhvr>
                                        <p:cTn id="32" dur="1000" fill="hold"/>
                                        <p:tgtEl>
                                          <p:spTgt spid="23"/>
                                        </p:tgtEl>
                                        <p:attrNameLst>
                                          <p:attrName>ppt_w</p:attrName>
                                        </p:attrNameLst>
                                      </p:cBhvr>
                                      <p:tavLst>
                                        <p:tav tm="0">
                                          <p:val>
                                            <p:fltVal val="0"/>
                                          </p:val>
                                        </p:tav>
                                        <p:tav tm="100000">
                                          <p:val>
                                            <p:strVal val="#ppt_w"/>
                                          </p:val>
                                        </p:tav>
                                      </p:tavLst>
                                    </p:anim>
                                    <p:anim calcmode="lin" valueType="num">
                                      <p:cBhvr>
                                        <p:cTn id="33" dur="1000" fill="hold"/>
                                        <p:tgtEl>
                                          <p:spTgt spid="23"/>
                                        </p:tgtEl>
                                        <p:attrNameLst>
                                          <p:attrName>ppt_h</p:attrName>
                                        </p:attrNameLst>
                                      </p:cBhvr>
                                      <p:tavLst>
                                        <p:tav tm="0">
                                          <p:val>
                                            <p:fltVal val="0"/>
                                          </p:val>
                                        </p:tav>
                                        <p:tav tm="100000">
                                          <p:val>
                                            <p:strVal val="#ppt_h"/>
                                          </p:val>
                                        </p:tav>
                                      </p:tavLst>
                                    </p:anim>
                                    <p:anim calcmode="lin" valueType="num">
                                      <p:cBhvr>
                                        <p:cTn id="34" dur="1000" fill="hold"/>
                                        <p:tgtEl>
                                          <p:spTgt spid="23"/>
                                        </p:tgtEl>
                                        <p:attrNameLst>
                                          <p:attrName>style.rotation</p:attrName>
                                        </p:attrNameLst>
                                      </p:cBhvr>
                                      <p:tavLst>
                                        <p:tav tm="0">
                                          <p:val>
                                            <p:fltVal val="90"/>
                                          </p:val>
                                        </p:tav>
                                        <p:tav tm="100000">
                                          <p:val>
                                            <p:fltVal val="0"/>
                                          </p:val>
                                        </p:tav>
                                      </p:tavLst>
                                    </p:anim>
                                    <p:animEffect transition="in" filter="fade">
                                      <p:cBhvr>
                                        <p:cTn id="35" dur="1000"/>
                                        <p:tgtEl>
                                          <p:spTgt spid="23"/>
                                        </p:tgtEl>
                                      </p:cBhvr>
                                    </p:animEffect>
                                  </p:childTnLst>
                                </p:cTn>
                              </p:par>
                              <p:par>
                                <p:cTn id="36" presetID="53" presetClass="entr" presetSubtype="16" fill="hold" nodeType="withEffect">
                                  <p:stCondLst>
                                    <p:cond delay="0"/>
                                  </p:stCondLst>
                                  <p:childTnLst>
                                    <p:set>
                                      <p:cBhvr>
                                        <p:cTn id="37" dur="1" fill="hold">
                                          <p:stCondLst>
                                            <p:cond delay="0"/>
                                          </p:stCondLst>
                                        </p:cTn>
                                        <p:tgtEl>
                                          <p:spTgt spid="12"/>
                                        </p:tgtEl>
                                        <p:attrNameLst>
                                          <p:attrName>style.visibility</p:attrName>
                                        </p:attrNameLst>
                                      </p:cBhvr>
                                      <p:to>
                                        <p:strVal val="visible"/>
                                      </p:to>
                                    </p:set>
                                    <p:anim calcmode="lin" valueType="num">
                                      <p:cBhvr>
                                        <p:cTn id="38" dur="500" fill="hold"/>
                                        <p:tgtEl>
                                          <p:spTgt spid="12"/>
                                        </p:tgtEl>
                                        <p:attrNameLst>
                                          <p:attrName>ppt_w</p:attrName>
                                        </p:attrNameLst>
                                      </p:cBhvr>
                                      <p:tavLst>
                                        <p:tav tm="0">
                                          <p:val>
                                            <p:fltVal val="0"/>
                                          </p:val>
                                        </p:tav>
                                        <p:tav tm="100000">
                                          <p:val>
                                            <p:strVal val="#ppt_w"/>
                                          </p:val>
                                        </p:tav>
                                      </p:tavLst>
                                    </p:anim>
                                    <p:anim calcmode="lin" valueType="num">
                                      <p:cBhvr>
                                        <p:cTn id="39" dur="500" fill="hold"/>
                                        <p:tgtEl>
                                          <p:spTgt spid="12"/>
                                        </p:tgtEl>
                                        <p:attrNameLst>
                                          <p:attrName>ppt_h</p:attrName>
                                        </p:attrNameLst>
                                      </p:cBhvr>
                                      <p:tavLst>
                                        <p:tav tm="0">
                                          <p:val>
                                            <p:fltVal val="0"/>
                                          </p:val>
                                        </p:tav>
                                        <p:tav tm="100000">
                                          <p:val>
                                            <p:strVal val="#ppt_h"/>
                                          </p:val>
                                        </p:tav>
                                      </p:tavLst>
                                    </p:anim>
                                    <p:animEffect transition="in" filter="fade">
                                      <p:cBhvr>
                                        <p:cTn id="4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儿童教育PPT"/>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236</TotalTime>
  <Words>1646</Words>
  <Application>Microsoft Office PowerPoint</Application>
  <PresentationFormat>宽屏</PresentationFormat>
  <Paragraphs>134</Paragraphs>
  <Slides>24</Slides>
  <Notes>24</Notes>
  <HiddenSlides>0</HiddenSlides>
  <MMClips>1</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24</vt:i4>
      </vt:variant>
    </vt:vector>
  </HeadingPairs>
  <TitlesOfParts>
    <vt:vector size="31" baseType="lpstr">
      <vt:lpstr>等线</vt:lpstr>
      <vt:lpstr>等线 Light</vt:lpstr>
      <vt:lpstr>方正字迹-元童楷隶简体</vt:lpstr>
      <vt:lpstr>幼圆</vt:lpstr>
      <vt:lpstr>Arial</vt:lpstr>
      <vt:lpstr>Impact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儿童教育PPT</dc:title>
  <cp:lastModifiedBy>Administrator</cp:lastModifiedBy>
  <cp:revision>20</cp:revision>
  <dcterms:created xsi:type="dcterms:W3CDTF">2018-10-13T08:45:51Z</dcterms:created>
  <dcterms:modified xsi:type="dcterms:W3CDTF">2019-01-05T14:36:09Z</dcterms:modified>
</cp:coreProperties>
</file>